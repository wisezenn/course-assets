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259" r:id="rId2"/>
    <p:sldId id="576" r:id="rId3"/>
    <p:sldId id="600" r:id="rId4"/>
    <p:sldId id="601" r:id="rId5"/>
    <p:sldId id="599" r:id="rId6"/>
    <p:sldId id="586" r:id="rId7"/>
    <p:sldId id="606" r:id="rId8"/>
    <p:sldId id="607" r:id="rId9"/>
    <p:sldId id="587" r:id="rId10"/>
    <p:sldId id="577" r:id="rId11"/>
    <p:sldId id="604" r:id="rId12"/>
    <p:sldId id="609" r:id="rId13"/>
    <p:sldId id="610" r:id="rId14"/>
    <p:sldId id="588" r:id="rId15"/>
    <p:sldId id="608" r:id="rId16"/>
    <p:sldId id="578" r:id="rId17"/>
    <p:sldId id="589" r:id="rId18"/>
    <p:sldId id="595" r:id="rId19"/>
    <p:sldId id="579" r:id="rId20"/>
    <p:sldId id="594" r:id="rId21"/>
    <p:sldId id="593" r:id="rId22"/>
    <p:sldId id="590" r:id="rId23"/>
    <p:sldId id="611" r:id="rId24"/>
    <p:sldId id="358" r:id="rId25"/>
  </p:sldIdLst>
  <p:sldSz cx="9144000" cy="6858000" type="screen4x3"/>
  <p:notesSz cx="6761163" cy="9942513"/>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884" userDrawn="1">
          <p15:clr>
            <a:srgbClr val="A4A3A4"/>
          </p15:clr>
        </p15:guide>
        <p15:guide id="2" pos="793" userDrawn="1">
          <p15:clr>
            <a:srgbClr val="A4A3A4"/>
          </p15:clr>
        </p15:guide>
      </p15:sldGuideLst>
    </p:ext>
    <p:ext uri="{2D200454-40CA-4A62-9FC3-DE9A4176ACB9}">
      <p15:notesGuideLst xmlns:p15="http://schemas.microsoft.com/office/powerpoint/2012/main">
        <p15:guide id="1" orient="horz" pos="3132" userDrawn="1">
          <p15:clr>
            <a:srgbClr val="A4A3A4"/>
          </p15:clr>
        </p15:guide>
        <p15:guide id="2" pos="213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A44A1"/>
    <a:srgbClr val="FFFFFF"/>
    <a:srgbClr val="0000FF"/>
    <a:srgbClr val="4F81BD"/>
    <a:srgbClr val="12AA24"/>
    <a:srgbClr val="F75959"/>
    <a:srgbClr val="F19A5F"/>
    <a:srgbClr val="07B5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92" autoAdjust="0"/>
    <p:restoredTop sz="85075" autoAdjust="0"/>
  </p:normalViewPr>
  <p:slideViewPr>
    <p:cSldViewPr showGuides="1">
      <p:cViewPr varScale="1">
        <p:scale>
          <a:sx n="75" d="100"/>
          <a:sy n="75" d="100"/>
        </p:scale>
        <p:origin x="1548" y="45"/>
      </p:cViewPr>
      <p:guideLst>
        <p:guide orient="horz" pos="3884"/>
        <p:guide pos="793"/>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0"/>
    </p:cViewPr>
  </p:sorterViewPr>
  <p:notesViewPr>
    <p:cSldViewPr showGuides="1">
      <p:cViewPr varScale="1">
        <p:scale>
          <a:sx n="62" d="100"/>
          <a:sy n="62" d="100"/>
        </p:scale>
        <p:origin x="2886" y="33"/>
      </p:cViewPr>
      <p:guideLst>
        <p:guide orient="horz" pos="3132"/>
        <p:guide pos="213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5B9E3DC-4377-4721-A3DE-40B14DD0AE47}"/>
              </a:ext>
            </a:extLst>
          </p:cNvPr>
          <p:cNvSpPr>
            <a:spLocks noGrp="1"/>
          </p:cNvSpPr>
          <p:nvPr>
            <p:ph type="hdr" sz="quarter"/>
          </p:nvPr>
        </p:nvSpPr>
        <p:spPr>
          <a:xfrm>
            <a:off x="0" y="0"/>
            <a:ext cx="2929837" cy="497126"/>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FBFE9297-5F42-4CF0-A8BC-EDB2D53ADB26}"/>
              </a:ext>
            </a:extLst>
          </p:cNvPr>
          <p:cNvSpPr>
            <a:spLocks noGrp="1"/>
          </p:cNvSpPr>
          <p:nvPr>
            <p:ph type="dt" sz="quarter" idx="1"/>
          </p:nvPr>
        </p:nvSpPr>
        <p:spPr>
          <a:xfrm>
            <a:off x="3829761" y="0"/>
            <a:ext cx="2929837" cy="497126"/>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5B46A249-027C-4B52-B8AE-7B96012301BA}" type="datetimeFigureOut">
              <a:rPr lang="zh-CN" altLang="en-US"/>
              <a:pPr>
                <a:defRPr/>
              </a:pPr>
              <a:t>2023/2/19</a:t>
            </a:fld>
            <a:endParaRPr lang="zh-CN" altLang="en-US"/>
          </a:p>
        </p:txBody>
      </p:sp>
      <p:sp>
        <p:nvSpPr>
          <p:cNvPr id="4" name="页脚占位符 3">
            <a:extLst>
              <a:ext uri="{FF2B5EF4-FFF2-40B4-BE49-F238E27FC236}">
                <a16:creationId xmlns:a16="http://schemas.microsoft.com/office/drawing/2014/main" id="{55EEA0F2-3DD2-402D-B20A-4D0CF470061C}"/>
              </a:ext>
            </a:extLst>
          </p:cNvPr>
          <p:cNvSpPr>
            <a:spLocks noGrp="1"/>
          </p:cNvSpPr>
          <p:nvPr>
            <p:ph type="ftr" sz="quarter" idx="2"/>
          </p:nvPr>
        </p:nvSpPr>
        <p:spPr>
          <a:xfrm>
            <a:off x="0" y="9443662"/>
            <a:ext cx="2929837" cy="497126"/>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5" name="灯片编号占位符 4">
            <a:extLst>
              <a:ext uri="{FF2B5EF4-FFF2-40B4-BE49-F238E27FC236}">
                <a16:creationId xmlns:a16="http://schemas.microsoft.com/office/drawing/2014/main" id="{47D79867-EEBF-4DE4-A737-326FF0C92135}"/>
              </a:ext>
            </a:extLst>
          </p:cNvPr>
          <p:cNvSpPr>
            <a:spLocks noGrp="1"/>
          </p:cNvSpPr>
          <p:nvPr>
            <p:ph type="sldNum" sz="quarter" idx="3"/>
          </p:nvPr>
        </p:nvSpPr>
        <p:spPr>
          <a:xfrm>
            <a:off x="3829761" y="9443662"/>
            <a:ext cx="2929837" cy="497126"/>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20F698F0-277A-4B40-8E15-7DABB3F14498}" type="slidenum">
              <a:rPr lang="zh-CN" altLang="en-US"/>
              <a:pPr>
                <a:defRPr/>
              </a:pPr>
              <a:t>‹#›</a:t>
            </a:fld>
            <a:endParaRPr lang="zh-CN" altLang="en-US"/>
          </a:p>
        </p:txBody>
      </p:sp>
    </p:spTree>
    <p:extLst>
      <p:ext uri="{BB962C8B-B14F-4D97-AF65-F5344CB8AC3E}">
        <p14:creationId xmlns:p14="http://schemas.microsoft.com/office/powerpoint/2010/main" val="47972099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DF4A1D25-0AEC-4D80-94F7-8902FE40517F}"/>
              </a:ext>
            </a:extLst>
          </p:cNvPr>
          <p:cNvSpPr>
            <a:spLocks noGrp="1"/>
          </p:cNvSpPr>
          <p:nvPr>
            <p:ph type="hdr" sz="quarter"/>
          </p:nvPr>
        </p:nvSpPr>
        <p:spPr>
          <a:xfrm>
            <a:off x="0" y="0"/>
            <a:ext cx="2929837" cy="497126"/>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EDC099F0-7887-44E7-9855-E6F43CA9B591}"/>
              </a:ext>
            </a:extLst>
          </p:cNvPr>
          <p:cNvSpPr>
            <a:spLocks noGrp="1"/>
          </p:cNvSpPr>
          <p:nvPr>
            <p:ph type="dt" idx="1"/>
          </p:nvPr>
        </p:nvSpPr>
        <p:spPr>
          <a:xfrm>
            <a:off x="3829761" y="0"/>
            <a:ext cx="2929837" cy="497126"/>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EF651A49-BEC9-4A2C-875C-65ABE08D0773}" type="datetimeFigureOut">
              <a:rPr lang="zh-CN" altLang="en-US"/>
              <a:pPr>
                <a:defRPr/>
              </a:pPr>
              <a:t>2023/2/19</a:t>
            </a:fld>
            <a:endParaRPr lang="zh-CN" altLang="en-US"/>
          </a:p>
        </p:txBody>
      </p:sp>
      <p:sp>
        <p:nvSpPr>
          <p:cNvPr id="4" name="幻灯片图像占位符 3">
            <a:extLst>
              <a:ext uri="{FF2B5EF4-FFF2-40B4-BE49-F238E27FC236}">
                <a16:creationId xmlns:a16="http://schemas.microsoft.com/office/drawing/2014/main" id="{0567F412-1EB5-43A9-BFDE-808DE9C2EC85}"/>
              </a:ext>
            </a:extLst>
          </p:cNvPr>
          <p:cNvSpPr>
            <a:spLocks noGrp="1" noRot="1" noChangeAspect="1"/>
          </p:cNvSpPr>
          <p:nvPr>
            <p:ph type="sldImg" idx="2"/>
          </p:nvPr>
        </p:nvSpPr>
        <p:spPr>
          <a:xfrm>
            <a:off x="896938" y="746125"/>
            <a:ext cx="4967287" cy="372745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D9ACA820-D09A-47BA-894E-7FB5C47C49B2}"/>
              </a:ext>
            </a:extLst>
          </p:cNvPr>
          <p:cNvSpPr>
            <a:spLocks noGrp="1"/>
          </p:cNvSpPr>
          <p:nvPr>
            <p:ph type="body" sz="quarter" idx="3"/>
          </p:nvPr>
        </p:nvSpPr>
        <p:spPr>
          <a:xfrm>
            <a:off x="676117" y="4722694"/>
            <a:ext cx="5408930" cy="4474131"/>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F0CEE661-D404-4336-83EB-BC01BFC16170}"/>
              </a:ext>
            </a:extLst>
          </p:cNvPr>
          <p:cNvSpPr>
            <a:spLocks noGrp="1"/>
          </p:cNvSpPr>
          <p:nvPr>
            <p:ph type="ftr" sz="quarter" idx="4"/>
          </p:nvPr>
        </p:nvSpPr>
        <p:spPr>
          <a:xfrm>
            <a:off x="0" y="9443662"/>
            <a:ext cx="2929837" cy="497126"/>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473E2A21-D147-4464-8CDA-BE58922DD71B}"/>
              </a:ext>
            </a:extLst>
          </p:cNvPr>
          <p:cNvSpPr>
            <a:spLocks noGrp="1"/>
          </p:cNvSpPr>
          <p:nvPr>
            <p:ph type="sldNum" sz="quarter" idx="5"/>
          </p:nvPr>
        </p:nvSpPr>
        <p:spPr>
          <a:xfrm>
            <a:off x="3829761" y="9443662"/>
            <a:ext cx="2929837" cy="497126"/>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E57339E1-3398-4DBE-AA30-E3E1AFDD294F}" type="slidenum">
              <a:rPr lang="zh-CN" altLang="en-US"/>
              <a:pPr>
                <a:defRPr/>
              </a:pPr>
              <a:t>‹#›</a:t>
            </a:fld>
            <a:endParaRPr lang="zh-CN" altLang="en-US"/>
          </a:p>
        </p:txBody>
      </p:sp>
    </p:spTree>
    <p:extLst>
      <p:ext uri="{BB962C8B-B14F-4D97-AF65-F5344CB8AC3E}">
        <p14:creationId xmlns:p14="http://schemas.microsoft.com/office/powerpoint/2010/main" val="141789292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57339E1-3398-4DBE-AA30-E3E1AFDD294F}" type="slidenum">
              <a:rPr lang="zh-CN" altLang="en-US" smtClean="0"/>
              <a:pPr>
                <a:defRPr/>
              </a:pPr>
              <a:t>4</a:t>
            </a:fld>
            <a:endParaRPr lang="zh-CN" altLang="en-US"/>
          </a:p>
        </p:txBody>
      </p:sp>
    </p:spTree>
    <p:extLst>
      <p:ext uri="{BB962C8B-B14F-4D97-AF65-F5344CB8AC3E}">
        <p14:creationId xmlns:p14="http://schemas.microsoft.com/office/powerpoint/2010/main" val="2685154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7339E1-3398-4DBE-AA30-E3E1AFDD294F}" type="slidenum">
              <a:rPr lang="zh-CN" altLang="en-US" smtClean="0"/>
              <a:pPr>
                <a:defRPr/>
              </a:pPr>
              <a:t>6</a:t>
            </a:fld>
            <a:endParaRPr lang="zh-CN" altLang="en-US"/>
          </a:p>
        </p:txBody>
      </p:sp>
    </p:spTree>
    <p:extLst>
      <p:ext uri="{BB962C8B-B14F-4D97-AF65-F5344CB8AC3E}">
        <p14:creationId xmlns:p14="http://schemas.microsoft.com/office/powerpoint/2010/main" val="770227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7339E1-3398-4DBE-AA30-E3E1AFDD294F}" type="slidenum">
              <a:rPr lang="zh-CN" altLang="en-US" smtClean="0"/>
              <a:pPr>
                <a:defRPr/>
              </a:pPr>
              <a:t>7</a:t>
            </a:fld>
            <a:endParaRPr lang="zh-CN" altLang="en-US"/>
          </a:p>
        </p:txBody>
      </p:sp>
    </p:spTree>
    <p:extLst>
      <p:ext uri="{BB962C8B-B14F-4D97-AF65-F5344CB8AC3E}">
        <p14:creationId xmlns:p14="http://schemas.microsoft.com/office/powerpoint/2010/main" val="770227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7339E1-3398-4DBE-AA30-E3E1AFDD294F}" type="slidenum">
              <a:rPr lang="zh-CN" altLang="en-US" smtClean="0"/>
              <a:pPr>
                <a:defRPr/>
              </a:pPr>
              <a:t>8</a:t>
            </a:fld>
            <a:endParaRPr lang="zh-CN" altLang="en-US"/>
          </a:p>
        </p:txBody>
      </p:sp>
    </p:spTree>
    <p:extLst>
      <p:ext uri="{BB962C8B-B14F-4D97-AF65-F5344CB8AC3E}">
        <p14:creationId xmlns:p14="http://schemas.microsoft.com/office/powerpoint/2010/main" val="770227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57339E1-3398-4DBE-AA30-E3E1AFDD294F}" type="slidenum">
              <a:rPr lang="zh-CN" altLang="en-US" smtClean="0"/>
              <a:pPr>
                <a:defRPr/>
              </a:pPr>
              <a:t>21</a:t>
            </a:fld>
            <a:endParaRPr lang="zh-CN" altLang="en-US"/>
          </a:p>
        </p:txBody>
      </p:sp>
    </p:spTree>
    <p:extLst>
      <p:ext uri="{BB962C8B-B14F-4D97-AF65-F5344CB8AC3E}">
        <p14:creationId xmlns:p14="http://schemas.microsoft.com/office/powerpoint/2010/main" val="31845276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灯片编号占位符 11">
            <a:extLst>
              <a:ext uri="{FF2B5EF4-FFF2-40B4-BE49-F238E27FC236}">
                <a16:creationId xmlns:a16="http://schemas.microsoft.com/office/drawing/2014/main" id="{7AE0BA02-8019-47D0-BDC8-692B50840B09}"/>
              </a:ext>
            </a:extLst>
          </p:cNvPr>
          <p:cNvSpPr>
            <a:spLocks noGrp="1"/>
          </p:cNvSpPr>
          <p:nvPr>
            <p:ph type="sldNum" sz="quarter" idx="10"/>
          </p:nvPr>
        </p:nvSpPr>
        <p:spPr/>
        <p:txBody>
          <a:bodyPr/>
          <a:lstStyle>
            <a:lvl1pPr>
              <a:defRPr/>
            </a:lvl1pPr>
          </a:lstStyle>
          <a:p>
            <a:pPr>
              <a:defRPr/>
            </a:pPr>
            <a:fld id="{45997753-C064-4CD9-B218-16644DD7ADFA}" type="slidenum">
              <a:rPr lang="zh-CN" altLang="en-US"/>
              <a:pPr>
                <a:defRPr/>
              </a:pPr>
              <a:t>‹#›</a:t>
            </a:fld>
            <a:endParaRPr lang="zh-CN" altLang="en-US"/>
          </a:p>
        </p:txBody>
      </p:sp>
    </p:spTree>
    <p:extLst>
      <p:ext uri="{BB962C8B-B14F-4D97-AF65-F5344CB8AC3E}">
        <p14:creationId xmlns:p14="http://schemas.microsoft.com/office/powerpoint/2010/main" val="974233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6673A84-873A-41C3-9E07-245B3A592B1D}" type="slidenum">
              <a:rPr lang="zh-CN" altLang="en-US" smtClean="0"/>
              <a:t>‹#›</a:t>
            </a:fld>
            <a:endParaRPr lang="zh-CN" altLang="en-US"/>
          </a:p>
        </p:txBody>
      </p:sp>
    </p:spTree>
    <p:extLst>
      <p:ext uri="{BB962C8B-B14F-4D97-AF65-F5344CB8AC3E}">
        <p14:creationId xmlns:p14="http://schemas.microsoft.com/office/powerpoint/2010/main" val="16097441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矩形 1"/>
          <p:cNvSpPr/>
          <p:nvPr userDrawn="1"/>
        </p:nvSpPr>
        <p:spPr>
          <a:xfrm>
            <a:off x="0" y="389424"/>
            <a:ext cx="7236296" cy="133472"/>
          </a:xfrm>
          <a:prstGeom prst="rect">
            <a:avLst/>
          </a:prstGeom>
          <a:gradFill flip="none" rotWithShape="1">
            <a:gsLst>
              <a:gs pos="0">
                <a:schemeClr val="bg1"/>
              </a:gs>
              <a:gs pos="62000">
                <a:schemeClr val="tx2">
                  <a:lumMod val="40000"/>
                  <a:lumOff val="60000"/>
                </a:schemeClr>
              </a:gs>
              <a:gs pos="100000">
                <a:srgbClr val="1A44A1"/>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灯片编号占位符 11">
            <a:extLst>
              <a:ext uri="{FF2B5EF4-FFF2-40B4-BE49-F238E27FC236}">
                <a16:creationId xmlns:a16="http://schemas.microsoft.com/office/drawing/2014/main" id="{BE397E54-2DC7-42ED-9821-D2645A0D5094}"/>
              </a:ext>
            </a:extLst>
          </p:cNvPr>
          <p:cNvSpPr>
            <a:spLocks noGrp="1"/>
          </p:cNvSpPr>
          <p:nvPr>
            <p:ph type="sldNum" sz="quarter" idx="4"/>
          </p:nvPr>
        </p:nvSpPr>
        <p:spPr>
          <a:xfrm>
            <a:off x="6553200" y="6492875"/>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477F4C2D-6ED8-4CE4-901A-C6C9F1C4DBFD}" type="slidenum">
              <a:rPr lang="zh-CN" altLang="en-US"/>
              <a:pPr>
                <a:defRPr/>
              </a:pPr>
              <a:t>‹#›</a:t>
            </a:fld>
            <a:endParaRPr lang="zh-CN" altLang="en-US"/>
          </a:p>
        </p:txBody>
      </p:sp>
      <p:pic>
        <p:nvPicPr>
          <p:cNvPr id="5" name="图片 4">
            <a:extLst>
              <a:ext uri="{FF2B5EF4-FFF2-40B4-BE49-F238E27FC236}">
                <a16:creationId xmlns:a16="http://schemas.microsoft.com/office/drawing/2014/main" id="{4DE6B9B2-CFCA-AD6D-FAD4-E5A85CE2F3E6}"/>
              </a:ext>
            </a:extLst>
          </p:cNvPr>
          <p:cNvPicPr>
            <a:picLocks noChangeAspect="1"/>
          </p:cNvPicPr>
          <p:nvPr userDrawn="1"/>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8022417" y="-1548"/>
            <a:ext cx="1121583" cy="52444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8.wmf"/><Relationship Id="rId18" Type="http://schemas.openxmlformats.org/officeDocument/2006/relationships/image" Target="../media/image11.wmf"/><Relationship Id="rId26" Type="http://schemas.openxmlformats.org/officeDocument/2006/relationships/image" Target="../media/image15.wmf"/><Relationship Id="rId3" Type="http://schemas.openxmlformats.org/officeDocument/2006/relationships/image" Target="../media/image2.wmf"/><Relationship Id="rId21" Type="http://schemas.openxmlformats.org/officeDocument/2006/relationships/image" Target="../media/image13.wmf"/><Relationship Id="rId7" Type="http://schemas.openxmlformats.org/officeDocument/2006/relationships/image" Target="../media/image4.wmf"/><Relationship Id="rId12" Type="http://schemas.openxmlformats.org/officeDocument/2006/relationships/oleObject" Target="../embeddings/oleObject5.bin"/><Relationship Id="rId17" Type="http://schemas.openxmlformats.org/officeDocument/2006/relationships/oleObject" Target="../embeddings/oleObject7.bin"/><Relationship Id="rId25" Type="http://schemas.openxmlformats.org/officeDocument/2006/relationships/oleObject" Target="../embeddings/oleObject9.bin"/><Relationship Id="rId2" Type="http://schemas.openxmlformats.org/officeDocument/2006/relationships/oleObject" Target="../embeddings/oleObject1.bin"/><Relationship Id="rId16" Type="http://schemas.openxmlformats.org/officeDocument/2006/relationships/image" Target="../media/image10.wmf"/><Relationship Id="rId20" Type="http://schemas.openxmlformats.org/officeDocument/2006/relationships/oleObject" Target="../embeddings/oleObject8.bin"/><Relationship Id="rId1" Type="http://schemas.openxmlformats.org/officeDocument/2006/relationships/slideLayout" Target="../slideLayouts/slideLayout1.xml"/><Relationship Id="rId6" Type="http://schemas.openxmlformats.org/officeDocument/2006/relationships/oleObject" Target="../embeddings/oleObject3.bin"/><Relationship Id="rId11" Type="http://schemas.openxmlformats.org/officeDocument/2006/relationships/image" Target="../media/image7.emf"/><Relationship Id="rId24" Type="http://schemas.openxmlformats.org/officeDocument/2006/relationships/image" Target="../media/image16.png"/><Relationship Id="rId5" Type="http://schemas.openxmlformats.org/officeDocument/2006/relationships/image" Target="../media/image3.wmf"/><Relationship Id="rId15" Type="http://schemas.openxmlformats.org/officeDocument/2006/relationships/oleObject" Target="../embeddings/oleObject6.bin"/><Relationship Id="rId28" Type="http://schemas.openxmlformats.org/officeDocument/2006/relationships/image" Target="../media/image15.wmf"/><Relationship Id="rId10" Type="http://schemas.openxmlformats.org/officeDocument/2006/relationships/image" Target="../media/image6.wmf"/><Relationship Id="rId19" Type="http://schemas.openxmlformats.org/officeDocument/2006/relationships/image" Target="../media/image12.emf"/><Relationship Id="rId4" Type="http://schemas.openxmlformats.org/officeDocument/2006/relationships/oleObject" Target="../embeddings/oleObject2.bin"/><Relationship Id="rId9" Type="http://schemas.openxmlformats.org/officeDocument/2006/relationships/oleObject" Target="../embeddings/oleObject4.bin"/><Relationship Id="rId14" Type="http://schemas.openxmlformats.org/officeDocument/2006/relationships/image" Target="../media/image9.emf"/><Relationship Id="rId22" Type="http://schemas.openxmlformats.org/officeDocument/2006/relationships/image" Target="../media/image14.png"/><Relationship Id="rId27" Type="http://schemas.openxmlformats.org/officeDocument/2006/relationships/oleObject" Target="../embeddings/oleObject910.bin"/></Relationships>
</file>

<file path=ppt/slides/_rels/slide4.xml.rels><?xml version="1.0" encoding="UTF-8" standalone="yes"?>
<Relationships xmlns="http://schemas.openxmlformats.org/package/2006/relationships"><Relationship Id="rId8" Type="http://schemas.openxmlformats.org/officeDocument/2006/relationships/image" Target="../media/image18.wmf"/><Relationship Id="rId13" Type="http://schemas.openxmlformats.org/officeDocument/2006/relationships/oleObject" Target="../embeddings/oleObject15.bin"/><Relationship Id="rId18" Type="http://schemas.openxmlformats.org/officeDocument/2006/relationships/image" Target="../media/image23.wmf"/><Relationship Id="rId26" Type="http://schemas.openxmlformats.org/officeDocument/2006/relationships/image" Target="../media/image27.wmf"/><Relationship Id="rId3" Type="http://schemas.openxmlformats.org/officeDocument/2006/relationships/oleObject" Target="../embeddings/oleObject10.bin"/><Relationship Id="rId21" Type="http://schemas.openxmlformats.org/officeDocument/2006/relationships/oleObject" Target="../embeddings/oleObject19.bin"/><Relationship Id="rId7" Type="http://schemas.openxmlformats.org/officeDocument/2006/relationships/oleObject" Target="../embeddings/oleObject12.bin"/><Relationship Id="rId12" Type="http://schemas.openxmlformats.org/officeDocument/2006/relationships/image" Target="../media/image20.wmf"/><Relationship Id="rId17" Type="http://schemas.openxmlformats.org/officeDocument/2006/relationships/oleObject" Target="../embeddings/oleObject17.bin"/><Relationship Id="rId25" Type="http://schemas.openxmlformats.org/officeDocument/2006/relationships/oleObject" Target="../embeddings/oleObject21.bin"/><Relationship Id="rId2" Type="http://schemas.openxmlformats.org/officeDocument/2006/relationships/notesSlide" Target="../notesSlides/notesSlide1.xml"/><Relationship Id="rId16" Type="http://schemas.openxmlformats.org/officeDocument/2006/relationships/image" Target="../media/image22.wmf"/><Relationship Id="rId20" Type="http://schemas.openxmlformats.org/officeDocument/2006/relationships/image" Target="../media/image24.wmf"/><Relationship Id="rId1" Type="http://schemas.openxmlformats.org/officeDocument/2006/relationships/slideLayout" Target="../slideLayouts/slideLayout1.xml"/><Relationship Id="rId6" Type="http://schemas.openxmlformats.org/officeDocument/2006/relationships/image" Target="../media/image17.wmf"/><Relationship Id="rId11" Type="http://schemas.openxmlformats.org/officeDocument/2006/relationships/oleObject" Target="../embeddings/oleObject14.bin"/><Relationship Id="rId24" Type="http://schemas.openxmlformats.org/officeDocument/2006/relationships/image" Target="../media/image26.wmf"/><Relationship Id="rId5" Type="http://schemas.openxmlformats.org/officeDocument/2006/relationships/oleObject" Target="../embeddings/oleObject11.bin"/><Relationship Id="rId15" Type="http://schemas.openxmlformats.org/officeDocument/2006/relationships/oleObject" Target="../embeddings/oleObject16.bin"/><Relationship Id="rId23" Type="http://schemas.openxmlformats.org/officeDocument/2006/relationships/oleObject" Target="../embeddings/oleObject20.bin"/><Relationship Id="rId28" Type="http://schemas.openxmlformats.org/officeDocument/2006/relationships/image" Target="../media/image28.wmf"/><Relationship Id="rId10" Type="http://schemas.openxmlformats.org/officeDocument/2006/relationships/image" Target="../media/image19.wmf"/><Relationship Id="rId19" Type="http://schemas.openxmlformats.org/officeDocument/2006/relationships/oleObject" Target="../embeddings/oleObject18.bin"/><Relationship Id="rId4" Type="http://schemas.openxmlformats.org/officeDocument/2006/relationships/image" Target="../media/image16.wmf"/><Relationship Id="rId9" Type="http://schemas.openxmlformats.org/officeDocument/2006/relationships/oleObject" Target="../embeddings/oleObject13.bin"/><Relationship Id="rId14" Type="http://schemas.openxmlformats.org/officeDocument/2006/relationships/image" Target="../media/image21.wmf"/><Relationship Id="rId22" Type="http://schemas.openxmlformats.org/officeDocument/2006/relationships/image" Target="../media/image25.wmf"/><Relationship Id="rId27" Type="http://schemas.openxmlformats.org/officeDocument/2006/relationships/oleObject" Target="../embeddings/oleObject22.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image" Target="../media/image29.wmf"/><Relationship Id="rId7" Type="http://schemas.openxmlformats.org/officeDocument/2006/relationships/image" Target="../media/image31.wmf"/><Relationship Id="rId2" Type="http://schemas.openxmlformats.org/officeDocument/2006/relationships/oleObject" Target="../embeddings/oleObject23.bin"/><Relationship Id="rId1" Type="http://schemas.openxmlformats.org/officeDocument/2006/relationships/slideLayout" Target="../slideLayouts/slideLayout1.xml"/><Relationship Id="rId6" Type="http://schemas.openxmlformats.org/officeDocument/2006/relationships/oleObject" Target="../embeddings/oleObject25.bin"/><Relationship Id="rId5" Type="http://schemas.openxmlformats.org/officeDocument/2006/relationships/image" Target="../media/image30.wmf"/><Relationship Id="rId4" Type="http://schemas.openxmlformats.org/officeDocument/2006/relationships/oleObject" Target="../embeddings/oleObject24.bin"/><Relationship Id="rId9" Type="http://schemas.openxmlformats.org/officeDocument/2006/relationships/image" Target="../media/image32.w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37.wmf"/><Relationship Id="rId18" Type="http://schemas.openxmlformats.org/officeDocument/2006/relationships/oleObject" Target="../embeddings/oleObject33.bin"/><Relationship Id="rId21" Type="http://schemas.openxmlformats.org/officeDocument/2006/relationships/image" Target="../media/image41.wmf"/><Relationship Id="rId7" Type="http://schemas.openxmlformats.org/officeDocument/2006/relationships/image" Target="../media/image34.png"/><Relationship Id="rId12" Type="http://schemas.openxmlformats.org/officeDocument/2006/relationships/oleObject" Target="../embeddings/oleObject30.bin"/><Relationship Id="rId17" Type="http://schemas.openxmlformats.org/officeDocument/2006/relationships/image" Target="../media/image39.wmf"/><Relationship Id="rId2" Type="http://schemas.openxmlformats.org/officeDocument/2006/relationships/notesSlide" Target="../notesSlides/notesSlide2.xml"/><Relationship Id="rId16" Type="http://schemas.openxmlformats.org/officeDocument/2006/relationships/oleObject" Target="../embeddings/oleObject32.bin"/><Relationship Id="rId20" Type="http://schemas.openxmlformats.org/officeDocument/2006/relationships/oleObject" Target="../embeddings/oleObject34.bin"/><Relationship Id="rId1" Type="http://schemas.openxmlformats.org/officeDocument/2006/relationships/slideLayout" Target="../slideLayouts/slideLayout2.xml"/><Relationship Id="rId6" Type="http://schemas.openxmlformats.org/officeDocument/2006/relationships/image" Target="../media/image33.wmf"/><Relationship Id="rId11" Type="http://schemas.openxmlformats.org/officeDocument/2006/relationships/image" Target="../media/image36.wmf"/><Relationship Id="rId24" Type="http://schemas.openxmlformats.org/officeDocument/2006/relationships/image" Target="../media/image410.png"/><Relationship Id="rId5" Type="http://schemas.openxmlformats.org/officeDocument/2006/relationships/oleObject" Target="../embeddings/oleObject27.bin"/><Relationship Id="rId15" Type="http://schemas.openxmlformats.org/officeDocument/2006/relationships/image" Target="../media/image38.wmf"/><Relationship Id="rId23" Type="http://schemas.openxmlformats.org/officeDocument/2006/relationships/image" Target="../media/image57.png"/><Relationship Id="rId10" Type="http://schemas.openxmlformats.org/officeDocument/2006/relationships/oleObject" Target="../embeddings/oleObject29.bin"/><Relationship Id="rId19" Type="http://schemas.openxmlformats.org/officeDocument/2006/relationships/image" Target="../media/image40.wmf"/><Relationship Id="rId4" Type="http://schemas.openxmlformats.org/officeDocument/2006/relationships/image" Target="../media/image41.png"/><Relationship Id="rId9" Type="http://schemas.openxmlformats.org/officeDocument/2006/relationships/image" Target="../media/image35.wmf"/><Relationship Id="rId14" Type="http://schemas.openxmlformats.org/officeDocument/2006/relationships/oleObject" Target="../embeddings/oleObject31.bin"/><Relationship Id="rId22" Type="http://schemas.openxmlformats.org/officeDocument/2006/relationships/image" Target="../media/image56.png"/></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oleObject" Target="../embeddings/oleObject38.bin"/><Relationship Id="rId18" Type="http://schemas.openxmlformats.org/officeDocument/2006/relationships/image" Target="../media/image49.wmf"/><Relationship Id="rId3" Type="http://schemas.openxmlformats.org/officeDocument/2006/relationships/image" Target="../media/image42.png"/><Relationship Id="rId7" Type="http://schemas.openxmlformats.org/officeDocument/2006/relationships/image" Target="../media/image44.wmf"/><Relationship Id="rId12" Type="http://schemas.openxmlformats.org/officeDocument/2006/relationships/image" Target="../media/image46.png"/><Relationship Id="rId17" Type="http://schemas.openxmlformats.org/officeDocument/2006/relationships/oleObject" Target="../embeddings/oleObject40.bin"/><Relationship Id="rId2" Type="http://schemas.openxmlformats.org/officeDocument/2006/relationships/notesSlide" Target="../notesSlides/notesSlide3.xml"/><Relationship Id="rId16" Type="http://schemas.openxmlformats.org/officeDocument/2006/relationships/image" Target="../media/image48.wmf"/><Relationship Id="rId20" Type="http://schemas.openxmlformats.org/officeDocument/2006/relationships/image" Target="../media/image50.wmf"/><Relationship Id="rId1" Type="http://schemas.openxmlformats.org/officeDocument/2006/relationships/slideLayout" Target="../slideLayouts/slideLayout2.xml"/><Relationship Id="rId6" Type="http://schemas.openxmlformats.org/officeDocument/2006/relationships/oleObject" Target="../embeddings/oleObject36.bin"/><Relationship Id="rId11" Type="http://schemas.openxmlformats.org/officeDocument/2006/relationships/image" Target="../media/image51.png"/><Relationship Id="rId5" Type="http://schemas.openxmlformats.org/officeDocument/2006/relationships/image" Target="../media/image43.wmf"/><Relationship Id="rId15" Type="http://schemas.openxmlformats.org/officeDocument/2006/relationships/oleObject" Target="../embeddings/oleObject39.bin"/><Relationship Id="rId19" Type="http://schemas.openxmlformats.org/officeDocument/2006/relationships/oleObject" Target="../embeddings/oleObject41.bin"/><Relationship Id="rId4" Type="http://schemas.openxmlformats.org/officeDocument/2006/relationships/oleObject" Target="../embeddings/oleObject35.bin"/><Relationship Id="rId9" Type="http://schemas.openxmlformats.org/officeDocument/2006/relationships/image" Target="../media/image45.wmf"/><Relationship Id="rId14" Type="http://schemas.openxmlformats.org/officeDocument/2006/relationships/image" Target="../media/image47.wmf"/></Relationships>
</file>

<file path=ppt/slides/_rels/slide8.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126.png"/><Relationship Id="rId18" Type="http://schemas.openxmlformats.org/officeDocument/2006/relationships/image" Target="../media/image138.png"/><Relationship Id="rId26" Type="http://schemas.openxmlformats.org/officeDocument/2006/relationships/image" Target="../media/image145.png"/><Relationship Id="rId21" Type="http://schemas.openxmlformats.org/officeDocument/2006/relationships/image" Target="../media/image53.wmf"/><Relationship Id="rId34" Type="http://schemas.openxmlformats.org/officeDocument/2006/relationships/oleObject" Target="../embeddings/oleObject46.bin"/><Relationship Id="rId7" Type="http://schemas.openxmlformats.org/officeDocument/2006/relationships/image" Target="../media/image52.wmf"/><Relationship Id="rId17" Type="http://schemas.openxmlformats.org/officeDocument/2006/relationships/image" Target="../media/image137.png"/><Relationship Id="rId25" Type="http://schemas.openxmlformats.org/officeDocument/2006/relationships/image" Target="../media/image144.png"/><Relationship Id="rId33" Type="http://schemas.openxmlformats.org/officeDocument/2006/relationships/image" Target="../media/image55.wmf"/><Relationship Id="rId2" Type="http://schemas.openxmlformats.org/officeDocument/2006/relationships/notesSlide" Target="../notesSlides/notesSlide4.xml"/><Relationship Id="rId16" Type="http://schemas.openxmlformats.org/officeDocument/2006/relationships/image" Target="../media/image133.png"/><Relationship Id="rId20" Type="http://schemas.openxmlformats.org/officeDocument/2006/relationships/oleObject" Target="../embeddings/oleObject43.bin"/><Relationship Id="rId29" Type="http://schemas.openxmlformats.org/officeDocument/2006/relationships/image" Target="../media/image148.png"/><Relationship Id="rId1" Type="http://schemas.openxmlformats.org/officeDocument/2006/relationships/slideLayout" Target="../slideLayouts/slideLayout2.xml"/><Relationship Id="rId6" Type="http://schemas.openxmlformats.org/officeDocument/2006/relationships/oleObject" Target="../embeddings/oleObject42.bin"/><Relationship Id="rId24" Type="http://schemas.openxmlformats.org/officeDocument/2006/relationships/image" Target="../media/image143.png"/><Relationship Id="rId32" Type="http://schemas.openxmlformats.org/officeDocument/2006/relationships/oleObject" Target="../embeddings/oleObject45.bin"/><Relationship Id="rId5" Type="http://schemas.openxmlformats.org/officeDocument/2006/relationships/image" Target="../media/image51.tiff"/><Relationship Id="rId15" Type="http://schemas.openxmlformats.org/officeDocument/2006/relationships/image" Target="../media/image131.png"/><Relationship Id="rId23" Type="http://schemas.openxmlformats.org/officeDocument/2006/relationships/image" Target="../media/image142.png"/><Relationship Id="rId28" Type="http://schemas.openxmlformats.org/officeDocument/2006/relationships/image" Target="../media/image147.png"/><Relationship Id="rId19" Type="http://schemas.openxmlformats.org/officeDocument/2006/relationships/image" Target="../media/image139.png"/><Relationship Id="rId31" Type="http://schemas.openxmlformats.org/officeDocument/2006/relationships/image" Target="../media/image54.wmf"/><Relationship Id="rId4" Type="http://schemas.openxmlformats.org/officeDocument/2006/relationships/image" Target="../media/image58.png"/><Relationship Id="rId14" Type="http://schemas.openxmlformats.org/officeDocument/2006/relationships/image" Target="../media/image130.png"/><Relationship Id="rId22" Type="http://schemas.openxmlformats.org/officeDocument/2006/relationships/image" Target="../media/image141.png"/><Relationship Id="rId27" Type="http://schemas.openxmlformats.org/officeDocument/2006/relationships/image" Target="../media/image146.png"/><Relationship Id="rId30" Type="http://schemas.openxmlformats.org/officeDocument/2006/relationships/oleObject" Target="../embeddings/oleObject44.bin"/><Relationship Id="rId35" Type="http://schemas.openxmlformats.org/officeDocument/2006/relationships/image" Target="../media/image56.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50.bin"/><Relationship Id="rId13" Type="http://schemas.openxmlformats.org/officeDocument/2006/relationships/image" Target="../media/image62.wmf"/><Relationship Id="rId3" Type="http://schemas.openxmlformats.org/officeDocument/2006/relationships/image" Target="../media/image57.wmf"/><Relationship Id="rId7" Type="http://schemas.openxmlformats.org/officeDocument/2006/relationships/image" Target="../media/image59.wmf"/><Relationship Id="rId12" Type="http://schemas.openxmlformats.org/officeDocument/2006/relationships/oleObject" Target="../embeddings/oleObject52.bin"/><Relationship Id="rId2" Type="http://schemas.openxmlformats.org/officeDocument/2006/relationships/oleObject" Target="../embeddings/oleObject47.bin"/><Relationship Id="rId1" Type="http://schemas.openxmlformats.org/officeDocument/2006/relationships/slideLayout" Target="../slideLayouts/slideLayout2.xml"/><Relationship Id="rId6" Type="http://schemas.openxmlformats.org/officeDocument/2006/relationships/oleObject" Target="../embeddings/oleObject49.bin"/><Relationship Id="rId11" Type="http://schemas.openxmlformats.org/officeDocument/2006/relationships/image" Target="../media/image61.wmf"/><Relationship Id="rId5" Type="http://schemas.openxmlformats.org/officeDocument/2006/relationships/image" Target="../media/image58.wmf"/><Relationship Id="rId15" Type="http://schemas.openxmlformats.org/officeDocument/2006/relationships/image" Target="../media/image63.wmf"/><Relationship Id="rId10" Type="http://schemas.openxmlformats.org/officeDocument/2006/relationships/oleObject" Target="../embeddings/oleObject51.bin"/><Relationship Id="rId4" Type="http://schemas.openxmlformats.org/officeDocument/2006/relationships/oleObject" Target="../embeddings/oleObject48.bin"/><Relationship Id="rId9" Type="http://schemas.openxmlformats.org/officeDocument/2006/relationships/image" Target="../media/image60.wmf"/><Relationship Id="rId14" Type="http://schemas.openxmlformats.org/officeDocument/2006/relationships/oleObject" Target="../embeddings/oleObject53.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57.bin"/><Relationship Id="rId13" Type="http://schemas.openxmlformats.org/officeDocument/2006/relationships/image" Target="../media/image69.wmf"/><Relationship Id="rId18" Type="http://schemas.openxmlformats.org/officeDocument/2006/relationships/oleObject" Target="../embeddings/oleObject62.bin"/><Relationship Id="rId26" Type="http://schemas.openxmlformats.org/officeDocument/2006/relationships/oleObject" Target="../embeddings/oleObject66.bin"/><Relationship Id="rId3" Type="http://schemas.openxmlformats.org/officeDocument/2006/relationships/image" Target="../media/image64.wmf"/><Relationship Id="rId21" Type="http://schemas.openxmlformats.org/officeDocument/2006/relationships/image" Target="../media/image73.wmf"/><Relationship Id="rId7" Type="http://schemas.openxmlformats.org/officeDocument/2006/relationships/image" Target="../media/image66.wmf"/><Relationship Id="rId12" Type="http://schemas.openxmlformats.org/officeDocument/2006/relationships/oleObject" Target="../embeddings/oleObject59.bin"/><Relationship Id="rId17" Type="http://schemas.openxmlformats.org/officeDocument/2006/relationships/image" Target="../media/image71.wmf"/><Relationship Id="rId25" Type="http://schemas.openxmlformats.org/officeDocument/2006/relationships/image" Target="../media/image75.wmf"/><Relationship Id="rId2" Type="http://schemas.openxmlformats.org/officeDocument/2006/relationships/oleObject" Target="../embeddings/oleObject54.bin"/><Relationship Id="rId16" Type="http://schemas.openxmlformats.org/officeDocument/2006/relationships/oleObject" Target="../embeddings/oleObject61.bin"/><Relationship Id="rId20" Type="http://schemas.openxmlformats.org/officeDocument/2006/relationships/oleObject" Target="../embeddings/oleObject63.bin"/><Relationship Id="rId1" Type="http://schemas.openxmlformats.org/officeDocument/2006/relationships/slideLayout" Target="../slideLayouts/slideLayout1.xml"/><Relationship Id="rId6" Type="http://schemas.openxmlformats.org/officeDocument/2006/relationships/oleObject" Target="../embeddings/oleObject56.bin"/><Relationship Id="rId11" Type="http://schemas.openxmlformats.org/officeDocument/2006/relationships/image" Target="../media/image68.wmf"/><Relationship Id="rId24" Type="http://schemas.openxmlformats.org/officeDocument/2006/relationships/oleObject" Target="../embeddings/oleObject65.bin"/><Relationship Id="rId5" Type="http://schemas.openxmlformats.org/officeDocument/2006/relationships/image" Target="../media/image65.wmf"/><Relationship Id="rId15" Type="http://schemas.openxmlformats.org/officeDocument/2006/relationships/image" Target="../media/image70.wmf"/><Relationship Id="rId23" Type="http://schemas.openxmlformats.org/officeDocument/2006/relationships/image" Target="../media/image74.wmf"/><Relationship Id="rId10" Type="http://schemas.openxmlformats.org/officeDocument/2006/relationships/oleObject" Target="../embeddings/oleObject58.bin"/><Relationship Id="rId19" Type="http://schemas.openxmlformats.org/officeDocument/2006/relationships/image" Target="../media/image72.wmf"/><Relationship Id="rId4" Type="http://schemas.openxmlformats.org/officeDocument/2006/relationships/oleObject" Target="../embeddings/oleObject55.bin"/><Relationship Id="rId9" Type="http://schemas.openxmlformats.org/officeDocument/2006/relationships/image" Target="../media/image67.wmf"/><Relationship Id="rId14" Type="http://schemas.openxmlformats.org/officeDocument/2006/relationships/oleObject" Target="../embeddings/oleObject60.bin"/><Relationship Id="rId22" Type="http://schemas.openxmlformats.org/officeDocument/2006/relationships/oleObject" Target="../embeddings/oleObject64.bin"/><Relationship Id="rId27" Type="http://schemas.openxmlformats.org/officeDocument/2006/relationships/image" Target="../media/image76.wmf"/></Relationships>
</file>

<file path=ppt/slides/_rels/slide11.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oleObject" Target="../embeddings/oleObject67.bin"/><Relationship Id="rId1" Type="http://schemas.openxmlformats.org/officeDocument/2006/relationships/slideLayout" Target="../slideLayouts/slideLayout1.xml"/><Relationship Id="rId5" Type="http://schemas.openxmlformats.org/officeDocument/2006/relationships/image" Target="../media/image78.wmf"/><Relationship Id="rId4" Type="http://schemas.openxmlformats.org/officeDocument/2006/relationships/oleObject" Target="../embeddings/oleObject68.bin"/></Relationships>
</file>

<file path=ppt/slides/_rels/slide12.xml.rels><?xml version="1.0" encoding="UTF-8" standalone="yes"?>
<Relationships xmlns="http://schemas.openxmlformats.org/package/2006/relationships"><Relationship Id="rId8" Type="http://schemas.openxmlformats.org/officeDocument/2006/relationships/image" Target="../media/image82.wmf"/><Relationship Id="rId13" Type="http://schemas.openxmlformats.org/officeDocument/2006/relationships/oleObject" Target="../embeddings/oleObject74.bin"/><Relationship Id="rId18" Type="http://schemas.openxmlformats.org/officeDocument/2006/relationships/image" Target="../media/image94.png"/><Relationship Id="rId3" Type="http://schemas.openxmlformats.org/officeDocument/2006/relationships/oleObject" Target="../embeddings/oleObject69.bin"/><Relationship Id="rId21" Type="http://schemas.openxmlformats.org/officeDocument/2006/relationships/image" Target="../media/image97.png"/><Relationship Id="rId7" Type="http://schemas.openxmlformats.org/officeDocument/2006/relationships/oleObject" Target="../embeddings/oleObject71.bin"/><Relationship Id="rId12" Type="http://schemas.openxmlformats.org/officeDocument/2006/relationships/image" Target="../media/image84.wmf"/><Relationship Id="rId2" Type="http://schemas.openxmlformats.org/officeDocument/2006/relationships/image" Target="../media/image79.png"/><Relationship Id="rId16" Type="http://schemas.openxmlformats.org/officeDocument/2006/relationships/image" Target="../media/image86.wmf"/><Relationship Id="rId20"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image" Target="../media/image81.wmf"/><Relationship Id="rId11" Type="http://schemas.openxmlformats.org/officeDocument/2006/relationships/oleObject" Target="../embeddings/oleObject73.bin"/><Relationship Id="rId24" Type="http://schemas.openxmlformats.org/officeDocument/2006/relationships/image" Target="../media/image86.png"/><Relationship Id="rId5" Type="http://schemas.openxmlformats.org/officeDocument/2006/relationships/oleObject" Target="../embeddings/oleObject70.bin"/><Relationship Id="rId15" Type="http://schemas.openxmlformats.org/officeDocument/2006/relationships/oleObject" Target="../embeddings/oleObject75.bin"/><Relationship Id="rId23" Type="http://schemas.openxmlformats.org/officeDocument/2006/relationships/image" Target="../media/image99.png"/><Relationship Id="rId10" Type="http://schemas.openxmlformats.org/officeDocument/2006/relationships/image" Target="../media/image83.wmf"/><Relationship Id="rId19" Type="http://schemas.openxmlformats.org/officeDocument/2006/relationships/image" Target="../media/image95.png"/><Relationship Id="rId4" Type="http://schemas.openxmlformats.org/officeDocument/2006/relationships/image" Target="../media/image80.wmf"/><Relationship Id="rId9" Type="http://schemas.openxmlformats.org/officeDocument/2006/relationships/oleObject" Target="../embeddings/oleObject72.bin"/><Relationship Id="rId14" Type="http://schemas.openxmlformats.org/officeDocument/2006/relationships/image" Target="../media/image85.wmf"/><Relationship Id="rId22" Type="http://schemas.openxmlformats.org/officeDocument/2006/relationships/image" Target="../media/image98.png"/></Relationships>
</file>

<file path=ppt/slides/_rels/slide13.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oleObject" Target="../embeddings/oleObject79.bin"/><Relationship Id="rId18" Type="http://schemas.openxmlformats.org/officeDocument/2006/relationships/image" Target="../media/image93.wmf"/><Relationship Id="rId3" Type="http://schemas.openxmlformats.org/officeDocument/2006/relationships/image" Target="../media/image87.wmf"/><Relationship Id="rId21" Type="http://schemas.openxmlformats.org/officeDocument/2006/relationships/oleObject" Target="../embeddings/oleObject83.bin"/><Relationship Id="rId7" Type="http://schemas.openxmlformats.org/officeDocument/2006/relationships/image" Target="../media/image102.png"/><Relationship Id="rId12" Type="http://schemas.openxmlformats.org/officeDocument/2006/relationships/image" Target="../media/image90.wmf"/><Relationship Id="rId17" Type="http://schemas.openxmlformats.org/officeDocument/2006/relationships/oleObject" Target="../embeddings/oleObject81.bin"/><Relationship Id="rId2" Type="http://schemas.openxmlformats.org/officeDocument/2006/relationships/oleObject" Target="../embeddings/oleObject76.bin"/><Relationship Id="rId16" Type="http://schemas.openxmlformats.org/officeDocument/2006/relationships/image" Target="../media/image92.wmf"/><Relationship Id="rId20" Type="http://schemas.openxmlformats.org/officeDocument/2006/relationships/image" Target="../media/image94.wmf"/><Relationship Id="rId1" Type="http://schemas.openxmlformats.org/officeDocument/2006/relationships/slideLayout" Target="../slideLayouts/slideLayout2.xml"/><Relationship Id="rId6" Type="http://schemas.openxmlformats.org/officeDocument/2006/relationships/image" Target="../media/image101.png"/><Relationship Id="rId11" Type="http://schemas.openxmlformats.org/officeDocument/2006/relationships/oleObject" Target="../embeddings/oleObject78.bin"/><Relationship Id="rId15" Type="http://schemas.openxmlformats.org/officeDocument/2006/relationships/oleObject" Target="../embeddings/oleObject80.bin"/><Relationship Id="rId10" Type="http://schemas.openxmlformats.org/officeDocument/2006/relationships/image" Target="../media/image89.wmf"/><Relationship Id="rId19" Type="http://schemas.openxmlformats.org/officeDocument/2006/relationships/oleObject" Target="../embeddings/oleObject82.bin"/><Relationship Id="rId4" Type="http://schemas.openxmlformats.org/officeDocument/2006/relationships/image" Target="../media/image88.png"/><Relationship Id="rId9" Type="http://schemas.openxmlformats.org/officeDocument/2006/relationships/oleObject" Target="../embeddings/oleObject77.bin"/><Relationship Id="rId14" Type="http://schemas.openxmlformats.org/officeDocument/2006/relationships/image" Target="../media/image91.wmf"/><Relationship Id="rId22" Type="http://schemas.openxmlformats.org/officeDocument/2006/relationships/image" Target="../media/image95.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85.bin"/><Relationship Id="rId13" Type="http://schemas.openxmlformats.org/officeDocument/2006/relationships/image" Target="../media/image99.wmf"/><Relationship Id="rId18" Type="http://schemas.openxmlformats.org/officeDocument/2006/relationships/oleObject" Target="../embeddings/oleObject90.bin"/><Relationship Id="rId26" Type="http://schemas.openxmlformats.org/officeDocument/2006/relationships/image" Target="../media/image128.png"/><Relationship Id="rId3" Type="http://schemas.openxmlformats.org/officeDocument/2006/relationships/image" Target="../media/image119.png"/><Relationship Id="rId21" Type="http://schemas.openxmlformats.org/officeDocument/2006/relationships/image" Target="../media/image122.png"/><Relationship Id="rId7" Type="http://schemas.openxmlformats.org/officeDocument/2006/relationships/image" Target="../media/image96.wmf"/><Relationship Id="rId12" Type="http://schemas.openxmlformats.org/officeDocument/2006/relationships/oleObject" Target="../embeddings/oleObject87.bin"/><Relationship Id="rId17" Type="http://schemas.openxmlformats.org/officeDocument/2006/relationships/image" Target="../media/image101.wmf"/><Relationship Id="rId25" Type="http://schemas.openxmlformats.org/officeDocument/2006/relationships/image" Target="../media/image127.png"/><Relationship Id="rId16" Type="http://schemas.openxmlformats.org/officeDocument/2006/relationships/oleObject" Target="../embeddings/oleObject89.bin"/><Relationship Id="rId20"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oleObject" Target="../embeddings/oleObject84.bin"/><Relationship Id="rId11" Type="http://schemas.openxmlformats.org/officeDocument/2006/relationships/image" Target="../media/image98.wmf"/><Relationship Id="rId24" Type="http://schemas.openxmlformats.org/officeDocument/2006/relationships/image" Target="../media/image125.png"/><Relationship Id="rId5" Type="http://schemas.openxmlformats.org/officeDocument/2006/relationships/image" Target="../media/image51.tiff"/><Relationship Id="rId15" Type="http://schemas.openxmlformats.org/officeDocument/2006/relationships/image" Target="../media/image100.wmf"/><Relationship Id="rId23" Type="http://schemas.openxmlformats.org/officeDocument/2006/relationships/image" Target="../media/image124.png"/><Relationship Id="rId28" Type="http://schemas.openxmlformats.org/officeDocument/2006/relationships/image" Target="../media/image108.png"/><Relationship Id="rId10" Type="http://schemas.openxmlformats.org/officeDocument/2006/relationships/oleObject" Target="../embeddings/oleObject86.bin"/><Relationship Id="rId19" Type="http://schemas.openxmlformats.org/officeDocument/2006/relationships/image" Target="../media/image102.wmf"/><Relationship Id="rId4" Type="http://schemas.openxmlformats.org/officeDocument/2006/relationships/image" Target="../media/image120.png"/><Relationship Id="rId9" Type="http://schemas.openxmlformats.org/officeDocument/2006/relationships/image" Target="../media/image97.wmf"/><Relationship Id="rId14" Type="http://schemas.openxmlformats.org/officeDocument/2006/relationships/oleObject" Target="../embeddings/oleObject88.bin"/><Relationship Id="rId22" Type="http://schemas.openxmlformats.org/officeDocument/2006/relationships/image" Target="../media/image123.png"/><Relationship Id="rId27" Type="http://schemas.openxmlformats.org/officeDocument/2006/relationships/image" Target="../media/image129.png"/></Relationships>
</file>

<file path=ppt/slides/_rels/slide15.xml.rels><?xml version="1.0" encoding="UTF-8" standalone="yes"?>
<Relationships xmlns="http://schemas.openxmlformats.org/package/2006/relationships"><Relationship Id="rId8" Type="http://schemas.openxmlformats.org/officeDocument/2006/relationships/image" Target="../media/image104.wmf"/><Relationship Id="rId13" Type="http://schemas.openxmlformats.org/officeDocument/2006/relationships/oleObject" Target="../embeddings/oleObject95.bin"/><Relationship Id="rId18" Type="http://schemas.openxmlformats.org/officeDocument/2006/relationships/image" Target="../media/image130.png"/><Relationship Id="rId26" Type="http://schemas.openxmlformats.org/officeDocument/2006/relationships/oleObject" Target="../embeddings/oleObject98.bin"/><Relationship Id="rId3" Type="http://schemas.openxmlformats.org/officeDocument/2006/relationships/image" Target="../media/image140.png"/><Relationship Id="rId21" Type="http://schemas.openxmlformats.org/officeDocument/2006/relationships/image" Target="../media/image150.png"/><Relationship Id="rId7" Type="http://schemas.openxmlformats.org/officeDocument/2006/relationships/oleObject" Target="../embeddings/oleObject92.bin"/><Relationship Id="rId12" Type="http://schemas.openxmlformats.org/officeDocument/2006/relationships/image" Target="../media/image80.wmf"/><Relationship Id="rId17" Type="http://schemas.openxmlformats.org/officeDocument/2006/relationships/image" Target="../media/image126.png"/><Relationship Id="rId25" Type="http://schemas.openxmlformats.org/officeDocument/2006/relationships/image" Target="../media/image107.wmf"/><Relationship Id="rId16" Type="http://schemas.openxmlformats.org/officeDocument/2006/relationships/image" Target="../media/image99.wmf"/><Relationship Id="rId20" Type="http://schemas.openxmlformats.org/officeDocument/2006/relationships/image" Target="../media/image133.png"/><Relationship Id="rId29" Type="http://schemas.openxmlformats.org/officeDocument/2006/relationships/image" Target="../media/image109.wmf"/><Relationship Id="rId1" Type="http://schemas.openxmlformats.org/officeDocument/2006/relationships/slideLayout" Target="../slideLayouts/slideLayout2.xml"/><Relationship Id="rId6" Type="http://schemas.openxmlformats.org/officeDocument/2006/relationships/image" Target="../media/image103.wmf"/><Relationship Id="rId11" Type="http://schemas.openxmlformats.org/officeDocument/2006/relationships/oleObject" Target="../embeddings/oleObject94.bin"/><Relationship Id="rId24" Type="http://schemas.openxmlformats.org/officeDocument/2006/relationships/oleObject" Target="../embeddings/oleObject97.bin"/><Relationship Id="rId5" Type="http://schemas.openxmlformats.org/officeDocument/2006/relationships/oleObject" Target="../embeddings/oleObject91.bin"/><Relationship Id="rId15" Type="http://schemas.openxmlformats.org/officeDocument/2006/relationships/oleObject" Target="../embeddings/oleObject96.bin"/><Relationship Id="rId23" Type="http://schemas.openxmlformats.org/officeDocument/2006/relationships/image" Target="../media/image139.png"/><Relationship Id="rId28" Type="http://schemas.openxmlformats.org/officeDocument/2006/relationships/oleObject" Target="../embeddings/oleObject99.bin"/><Relationship Id="rId10" Type="http://schemas.openxmlformats.org/officeDocument/2006/relationships/image" Target="../media/image105.wmf"/><Relationship Id="rId19" Type="http://schemas.openxmlformats.org/officeDocument/2006/relationships/image" Target="../media/image131.png"/><Relationship Id="rId31" Type="http://schemas.openxmlformats.org/officeDocument/2006/relationships/image" Target="../media/image110.wmf"/><Relationship Id="rId4" Type="http://schemas.openxmlformats.org/officeDocument/2006/relationships/image" Target="../media/image149.png"/><Relationship Id="rId9" Type="http://schemas.openxmlformats.org/officeDocument/2006/relationships/oleObject" Target="../embeddings/oleObject93.bin"/><Relationship Id="rId14" Type="http://schemas.openxmlformats.org/officeDocument/2006/relationships/image" Target="../media/image106.wmf"/><Relationship Id="rId22" Type="http://schemas.openxmlformats.org/officeDocument/2006/relationships/image" Target="../media/image151.png"/><Relationship Id="rId27" Type="http://schemas.openxmlformats.org/officeDocument/2006/relationships/image" Target="../media/image108.wmf"/><Relationship Id="rId30" Type="http://schemas.openxmlformats.org/officeDocument/2006/relationships/oleObject" Target="../embeddings/oleObject100.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04.bin"/><Relationship Id="rId13" Type="http://schemas.openxmlformats.org/officeDocument/2006/relationships/image" Target="../media/image116.wmf"/><Relationship Id="rId18" Type="http://schemas.openxmlformats.org/officeDocument/2006/relationships/oleObject" Target="../embeddings/oleObject109.bin"/><Relationship Id="rId26" Type="http://schemas.openxmlformats.org/officeDocument/2006/relationships/oleObject" Target="../embeddings/oleObject113.bin"/><Relationship Id="rId3" Type="http://schemas.openxmlformats.org/officeDocument/2006/relationships/image" Target="../media/image111.wmf"/><Relationship Id="rId21" Type="http://schemas.openxmlformats.org/officeDocument/2006/relationships/image" Target="../media/image120.wmf"/><Relationship Id="rId7" Type="http://schemas.openxmlformats.org/officeDocument/2006/relationships/image" Target="../media/image113.wmf"/><Relationship Id="rId12" Type="http://schemas.openxmlformats.org/officeDocument/2006/relationships/oleObject" Target="../embeddings/oleObject106.bin"/><Relationship Id="rId17" Type="http://schemas.openxmlformats.org/officeDocument/2006/relationships/image" Target="../media/image118.wmf"/><Relationship Id="rId25" Type="http://schemas.openxmlformats.org/officeDocument/2006/relationships/image" Target="../media/image122.wmf"/><Relationship Id="rId2" Type="http://schemas.openxmlformats.org/officeDocument/2006/relationships/oleObject" Target="../embeddings/oleObject101.bin"/><Relationship Id="rId16" Type="http://schemas.openxmlformats.org/officeDocument/2006/relationships/oleObject" Target="../embeddings/oleObject108.bin"/><Relationship Id="rId20" Type="http://schemas.openxmlformats.org/officeDocument/2006/relationships/oleObject" Target="../embeddings/oleObject110.bin"/><Relationship Id="rId1" Type="http://schemas.openxmlformats.org/officeDocument/2006/relationships/slideLayout" Target="../slideLayouts/slideLayout1.xml"/><Relationship Id="rId6" Type="http://schemas.openxmlformats.org/officeDocument/2006/relationships/oleObject" Target="../embeddings/oleObject103.bin"/><Relationship Id="rId11" Type="http://schemas.openxmlformats.org/officeDocument/2006/relationships/image" Target="../media/image115.wmf"/><Relationship Id="rId24" Type="http://schemas.openxmlformats.org/officeDocument/2006/relationships/oleObject" Target="../embeddings/oleObject112.bin"/><Relationship Id="rId5" Type="http://schemas.openxmlformats.org/officeDocument/2006/relationships/image" Target="../media/image112.wmf"/><Relationship Id="rId15" Type="http://schemas.openxmlformats.org/officeDocument/2006/relationships/image" Target="../media/image117.wmf"/><Relationship Id="rId23" Type="http://schemas.openxmlformats.org/officeDocument/2006/relationships/image" Target="../media/image121.wmf"/><Relationship Id="rId10" Type="http://schemas.openxmlformats.org/officeDocument/2006/relationships/oleObject" Target="../embeddings/oleObject105.bin"/><Relationship Id="rId19" Type="http://schemas.openxmlformats.org/officeDocument/2006/relationships/image" Target="../media/image119.wmf"/><Relationship Id="rId4" Type="http://schemas.openxmlformats.org/officeDocument/2006/relationships/oleObject" Target="../embeddings/oleObject102.bin"/><Relationship Id="rId9" Type="http://schemas.openxmlformats.org/officeDocument/2006/relationships/image" Target="../media/image114.wmf"/><Relationship Id="rId14" Type="http://schemas.openxmlformats.org/officeDocument/2006/relationships/oleObject" Target="../embeddings/oleObject107.bin"/><Relationship Id="rId22" Type="http://schemas.openxmlformats.org/officeDocument/2006/relationships/oleObject" Target="../embeddings/oleObject111.bin"/><Relationship Id="rId27" Type="http://schemas.openxmlformats.org/officeDocument/2006/relationships/image" Target="../media/image123.wmf"/></Relationships>
</file>

<file path=ppt/slides/_rels/slide17.xml.rels><?xml version="1.0" encoding="UTF-8" standalone="yes"?>
<Relationships xmlns="http://schemas.openxmlformats.org/package/2006/relationships"><Relationship Id="rId18" Type="http://schemas.openxmlformats.org/officeDocument/2006/relationships/image" Target="../media/image125.wmf"/><Relationship Id="rId26" Type="http://schemas.openxmlformats.org/officeDocument/2006/relationships/image" Target="../media/image129.wmf"/><Relationship Id="rId39" Type="http://schemas.openxmlformats.org/officeDocument/2006/relationships/oleObject" Target="../embeddings/oleObject126.bin"/><Relationship Id="rId21" Type="http://schemas.openxmlformats.org/officeDocument/2006/relationships/oleObject" Target="../embeddings/oleObject117.bin"/><Relationship Id="rId34" Type="http://schemas.openxmlformats.org/officeDocument/2006/relationships/image" Target="../media/image133.wmf"/><Relationship Id="rId42" Type="http://schemas.openxmlformats.org/officeDocument/2006/relationships/image" Target="../media/image135.wmf"/><Relationship Id="rId47" Type="http://schemas.openxmlformats.org/officeDocument/2006/relationships/image" Target="../media/image156.png"/><Relationship Id="rId50" Type="http://schemas.openxmlformats.org/officeDocument/2006/relationships/image" Target="../media/image159.png"/><Relationship Id="rId55" Type="http://schemas.openxmlformats.org/officeDocument/2006/relationships/image" Target="../media/image225.png"/><Relationship Id="rId7" Type="http://schemas.openxmlformats.org/officeDocument/2006/relationships/image" Target="../media/image124.wmf"/><Relationship Id="rId16" Type="http://schemas.openxmlformats.org/officeDocument/2006/relationships/image" Target="../media/image214.png"/><Relationship Id="rId29" Type="http://schemas.openxmlformats.org/officeDocument/2006/relationships/oleObject" Target="../embeddings/oleObject121.bin"/><Relationship Id="rId24" Type="http://schemas.openxmlformats.org/officeDocument/2006/relationships/image" Target="../media/image128.wmf"/><Relationship Id="rId32" Type="http://schemas.openxmlformats.org/officeDocument/2006/relationships/image" Target="../media/image132.wmf"/><Relationship Id="rId37" Type="http://schemas.openxmlformats.org/officeDocument/2006/relationships/oleObject" Target="../embeddings/oleObject125.bin"/><Relationship Id="rId40" Type="http://schemas.openxmlformats.org/officeDocument/2006/relationships/image" Target="../media/image60.wmf"/><Relationship Id="rId45" Type="http://schemas.openxmlformats.org/officeDocument/2006/relationships/image" Target="../media/image154.png"/><Relationship Id="rId53" Type="http://schemas.openxmlformats.org/officeDocument/2006/relationships/image" Target="../media/image223.png"/><Relationship Id="rId58" Type="http://schemas.openxmlformats.org/officeDocument/2006/relationships/image" Target="../media/image228.png"/><Relationship Id="rId5" Type="http://schemas.openxmlformats.org/officeDocument/2006/relationships/image" Target="../media/image205.png"/><Relationship Id="rId23" Type="http://schemas.openxmlformats.org/officeDocument/2006/relationships/oleObject" Target="../embeddings/oleObject118.bin"/><Relationship Id="rId28" Type="http://schemas.openxmlformats.org/officeDocument/2006/relationships/image" Target="../media/image130.wmf"/><Relationship Id="rId36" Type="http://schemas.openxmlformats.org/officeDocument/2006/relationships/image" Target="../media/image134.wmf"/><Relationship Id="rId49" Type="http://schemas.openxmlformats.org/officeDocument/2006/relationships/image" Target="../media/image158.png"/><Relationship Id="rId57" Type="http://schemas.openxmlformats.org/officeDocument/2006/relationships/image" Target="../media/image227.png"/><Relationship Id="rId19" Type="http://schemas.openxmlformats.org/officeDocument/2006/relationships/oleObject" Target="../embeddings/oleObject116.bin"/><Relationship Id="rId31" Type="http://schemas.openxmlformats.org/officeDocument/2006/relationships/oleObject" Target="../embeddings/oleObject122.bin"/><Relationship Id="rId44" Type="http://schemas.openxmlformats.org/officeDocument/2006/relationships/image" Target="../media/image153.png"/><Relationship Id="rId52" Type="http://schemas.openxmlformats.org/officeDocument/2006/relationships/image" Target="../media/image222.png"/><Relationship Id="rId4" Type="http://schemas.openxmlformats.org/officeDocument/2006/relationships/image" Target="../media/image51.tiff"/><Relationship Id="rId22" Type="http://schemas.openxmlformats.org/officeDocument/2006/relationships/image" Target="../media/image127.wmf"/><Relationship Id="rId27" Type="http://schemas.openxmlformats.org/officeDocument/2006/relationships/oleObject" Target="../embeddings/oleObject120.bin"/><Relationship Id="rId30" Type="http://schemas.openxmlformats.org/officeDocument/2006/relationships/image" Target="../media/image131.wmf"/><Relationship Id="rId35" Type="http://schemas.openxmlformats.org/officeDocument/2006/relationships/oleObject" Target="../embeddings/oleObject124.bin"/><Relationship Id="rId43" Type="http://schemas.openxmlformats.org/officeDocument/2006/relationships/image" Target="../media/image152.png"/><Relationship Id="rId48" Type="http://schemas.openxmlformats.org/officeDocument/2006/relationships/image" Target="../media/image157.png"/><Relationship Id="rId56" Type="http://schemas.openxmlformats.org/officeDocument/2006/relationships/image" Target="../media/image226.png"/><Relationship Id="rId51" Type="http://schemas.openxmlformats.org/officeDocument/2006/relationships/image" Target="../media/image1541.png"/><Relationship Id="rId3" Type="http://schemas.openxmlformats.org/officeDocument/2006/relationships/image" Target="../media/image189.png"/><Relationship Id="rId17" Type="http://schemas.openxmlformats.org/officeDocument/2006/relationships/oleObject" Target="../embeddings/oleObject115.bin"/><Relationship Id="rId25" Type="http://schemas.openxmlformats.org/officeDocument/2006/relationships/oleObject" Target="../embeddings/oleObject119.bin"/><Relationship Id="rId33" Type="http://schemas.openxmlformats.org/officeDocument/2006/relationships/oleObject" Target="../embeddings/oleObject123.bin"/><Relationship Id="rId38" Type="http://schemas.openxmlformats.org/officeDocument/2006/relationships/image" Target="../media/image99.wmf"/><Relationship Id="rId46" Type="http://schemas.openxmlformats.org/officeDocument/2006/relationships/image" Target="../media/image155.png"/><Relationship Id="rId59" Type="http://schemas.openxmlformats.org/officeDocument/2006/relationships/image" Target="../media/image160.png"/><Relationship Id="rId20" Type="http://schemas.openxmlformats.org/officeDocument/2006/relationships/image" Target="../media/image126.wmf"/><Relationship Id="rId41" Type="http://schemas.openxmlformats.org/officeDocument/2006/relationships/oleObject" Target="../embeddings/oleObject127.bin"/><Relationship Id="rId54" Type="http://schemas.openxmlformats.org/officeDocument/2006/relationships/image" Target="../media/image224.png"/><Relationship Id="rId1" Type="http://schemas.openxmlformats.org/officeDocument/2006/relationships/slideLayout" Target="../slideLayouts/slideLayout2.xml"/><Relationship Id="rId6" Type="http://schemas.openxmlformats.org/officeDocument/2006/relationships/oleObject" Target="../embeddings/oleObject114.bin"/></Relationships>
</file>

<file path=ppt/slides/_rels/slide18.xml.rels><?xml version="1.0" encoding="UTF-8" standalone="yes"?>
<Relationships xmlns="http://schemas.openxmlformats.org/package/2006/relationships"><Relationship Id="rId8" Type="http://schemas.openxmlformats.org/officeDocument/2006/relationships/image" Target="../media/image139.wmf"/><Relationship Id="rId13" Type="http://schemas.openxmlformats.org/officeDocument/2006/relationships/oleObject" Target="../embeddings/oleObject133.bin"/><Relationship Id="rId18" Type="http://schemas.openxmlformats.org/officeDocument/2006/relationships/image" Target="../media/image144.wmf"/><Relationship Id="rId3" Type="http://schemas.openxmlformats.org/officeDocument/2006/relationships/oleObject" Target="../embeddings/oleObject128.bin"/><Relationship Id="rId21" Type="http://schemas.openxmlformats.org/officeDocument/2006/relationships/image" Target="../media/image1540.png"/><Relationship Id="rId7" Type="http://schemas.openxmlformats.org/officeDocument/2006/relationships/oleObject" Target="../embeddings/oleObject130.bin"/><Relationship Id="rId12" Type="http://schemas.openxmlformats.org/officeDocument/2006/relationships/image" Target="../media/image141.wmf"/><Relationship Id="rId17" Type="http://schemas.openxmlformats.org/officeDocument/2006/relationships/oleObject" Target="../embeddings/oleObject135.bin"/><Relationship Id="rId25" Type="http://schemas.openxmlformats.org/officeDocument/2006/relationships/image" Target="../media/image166.png"/><Relationship Id="rId2" Type="http://schemas.openxmlformats.org/officeDocument/2006/relationships/image" Target="../media/image136.png"/><Relationship Id="rId16" Type="http://schemas.openxmlformats.org/officeDocument/2006/relationships/image" Target="../media/image143.wmf"/><Relationship Id="rId20" Type="http://schemas.openxmlformats.org/officeDocument/2006/relationships/image" Target="../media/image1530.png"/><Relationship Id="rId1" Type="http://schemas.openxmlformats.org/officeDocument/2006/relationships/slideLayout" Target="../slideLayouts/slideLayout2.xml"/><Relationship Id="rId6" Type="http://schemas.openxmlformats.org/officeDocument/2006/relationships/image" Target="../media/image138.wmf"/><Relationship Id="rId11" Type="http://schemas.openxmlformats.org/officeDocument/2006/relationships/oleObject" Target="../embeddings/oleObject132.bin"/><Relationship Id="rId24" Type="http://schemas.openxmlformats.org/officeDocument/2006/relationships/image" Target="../media/image165.png"/><Relationship Id="rId5" Type="http://schemas.openxmlformats.org/officeDocument/2006/relationships/oleObject" Target="../embeddings/oleObject129.bin"/><Relationship Id="rId15" Type="http://schemas.openxmlformats.org/officeDocument/2006/relationships/oleObject" Target="../embeddings/oleObject134.bin"/><Relationship Id="rId23" Type="http://schemas.openxmlformats.org/officeDocument/2006/relationships/image" Target="../media/image162.png"/><Relationship Id="rId10" Type="http://schemas.openxmlformats.org/officeDocument/2006/relationships/image" Target="../media/image140.wmf"/><Relationship Id="rId4" Type="http://schemas.openxmlformats.org/officeDocument/2006/relationships/image" Target="../media/image137.wmf"/><Relationship Id="rId9" Type="http://schemas.openxmlformats.org/officeDocument/2006/relationships/oleObject" Target="../embeddings/oleObject131.bin"/><Relationship Id="rId14" Type="http://schemas.openxmlformats.org/officeDocument/2006/relationships/image" Target="../media/image142.wmf"/><Relationship Id="rId22" Type="http://schemas.openxmlformats.org/officeDocument/2006/relationships/image" Target="../media/image1550.png"/></Relationships>
</file>

<file path=ppt/slides/_rels/slide19.xml.rels><?xml version="1.0" encoding="UTF-8" standalone="yes"?>
<Relationships xmlns="http://schemas.openxmlformats.org/package/2006/relationships"><Relationship Id="rId3" Type="http://schemas.openxmlformats.org/officeDocument/2006/relationships/image" Target="../media/image145.wmf"/><Relationship Id="rId2" Type="http://schemas.openxmlformats.org/officeDocument/2006/relationships/oleObject" Target="../embeddings/oleObject136.bin"/><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37.bin"/><Relationship Id="rId13" Type="http://schemas.openxmlformats.org/officeDocument/2006/relationships/image" Target="../media/image164.wmf"/><Relationship Id="rId7" Type="http://schemas.openxmlformats.org/officeDocument/2006/relationships/image" Target="../media/image167.png"/><Relationship Id="rId12" Type="http://schemas.openxmlformats.org/officeDocument/2006/relationships/oleObject" Target="../embeddings/oleObject139.bin"/><Relationship Id="rId17" Type="http://schemas.openxmlformats.org/officeDocument/2006/relationships/image" Target="../media/image166.wmf"/><Relationship Id="rId2" Type="http://schemas.openxmlformats.org/officeDocument/2006/relationships/image" Target="../media/image161.png"/><Relationship Id="rId16" Type="http://schemas.openxmlformats.org/officeDocument/2006/relationships/oleObject" Target="../embeddings/oleObject141.bin"/><Relationship Id="rId1" Type="http://schemas.openxmlformats.org/officeDocument/2006/relationships/slideLayout" Target="../slideLayouts/slideLayout2.xml"/><Relationship Id="rId6" Type="http://schemas.openxmlformats.org/officeDocument/2006/relationships/image" Target="../media/image1660.png"/><Relationship Id="rId11" Type="http://schemas.openxmlformats.org/officeDocument/2006/relationships/image" Target="../media/image163.wmf"/><Relationship Id="rId5" Type="http://schemas.openxmlformats.org/officeDocument/2006/relationships/image" Target="../media/image1650.png"/><Relationship Id="rId15" Type="http://schemas.openxmlformats.org/officeDocument/2006/relationships/image" Target="../media/image165.wmf"/><Relationship Id="rId10" Type="http://schemas.openxmlformats.org/officeDocument/2006/relationships/oleObject" Target="../embeddings/oleObject138.bin"/><Relationship Id="rId4" Type="http://schemas.openxmlformats.org/officeDocument/2006/relationships/image" Target="../media/image1640.png"/><Relationship Id="rId9" Type="http://schemas.openxmlformats.org/officeDocument/2006/relationships/image" Target="../media/image162.wmf"/><Relationship Id="rId14" Type="http://schemas.openxmlformats.org/officeDocument/2006/relationships/oleObject" Target="../embeddings/oleObject140.bin"/></Relationships>
</file>

<file path=ppt/slides/_rels/slide21.xml.rels><?xml version="1.0" encoding="UTF-8" standalone="yes"?>
<Relationships xmlns="http://schemas.openxmlformats.org/package/2006/relationships"><Relationship Id="rId8" Type="http://schemas.openxmlformats.org/officeDocument/2006/relationships/image" Target="../media/image170.wmf"/><Relationship Id="rId13" Type="http://schemas.openxmlformats.org/officeDocument/2006/relationships/oleObject" Target="../embeddings/oleObject145.bin"/><Relationship Id="rId3" Type="http://schemas.openxmlformats.org/officeDocument/2006/relationships/image" Target="../media/image168.png"/><Relationship Id="rId7" Type="http://schemas.openxmlformats.org/officeDocument/2006/relationships/oleObject" Target="../embeddings/oleObject142.bin"/><Relationship Id="rId12" Type="http://schemas.openxmlformats.org/officeDocument/2006/relationships/image" Target="../media/image172.wm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9.png"/><Relationship Id="rId11" Type="http://schemas.openxmlformats.org/officeDocument/2006/relationships/oleObject" Target="../embeddings/oleObject144.bin"/><Relationship Id="rId10" Type="http://schemas.openxmlformats.org/officeDocument/2006/relationships/image" Target="../media/image171.wmf"/><Relationship Id="rId4" Type="http://schemas.openxmlformats.org/officeDocument/2006/relationships/image" Target="../media/image169.tiff"/><Relationship Id="rId9" Type="http://schemas.openxmlformats.org/officeDocument/2006/relationships/oleObject" Target="../embeddings/oleObject143.bin"/><Relationship Id="rId14" Type="http://schemas.openxmlformats.org/officeDocument/2006/relationships/image" Target="../media/image173.wmf"/></Relationships>
</file>

<file path=ppt/slides/_rels/slide22.xml.rels><?xml version="1.0" encoding="UTF-8" standalone="yes"?>
<Relationships xmlns="http://schemas.openxmlformats.org/package/2006/relationships"><Relationship Id="rId8" Type="http://schemas.openxmlformats.org/officeDocument/2006/relationships/image" Target="../media/image177.wmf"/><Relationship Id="rId3" Type="http://schemas.openxmlformats.org/officeDocument/2006/relationships/image" Target="../media/image174.wmf"/><Relationship Id="rId7" Type="http://schemas.openxmlformats.org/officeDocument/2006/relationships/oleObject" Target="../embeddings/oleObject148.bin"/><Relationship Id="rId2" Type="http://schemas.openxmlformats.org/officeDocument/2006/relationships/oleObject" Target="../embeddings/oleObject146.bin"/><Relationship Id="rId1" Type="http://schemas.openxmlformats.org/officeDocument/2006/relationships/slideLayout" Target="../slideLayouts/slideLayout2.xml"/><Relationship Id="rId6" Type="http://schemas.openxmlformats.org/officeDocument/2006/relationships/image" Target="../media/image176.png"/><Relationship Id="rId5" Type="http://schemas.openxmlformats.org/officeDocument/2006/relationships/image" Target="../media/image175.wmf"/><Relationship Id="rId4" Type="http://schemas.openxmlformats.org/officeDocument/2006/relationships/oleObject" Target="../embeddings/oleObject147.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50.bin"/><Relationship Id="rId13" Type="http://schemas.openxmlformats.org/officeDocument/2006/relationships/image" Target="../media/image183.wmf"/><Relationship Id="rId18" Type="http://schemas.openxmlformats.org/officeDocument/2006/relationships/oleObject" Target="../embeddings/oleObject155.bin"/><Relationship Id="rId3" Type="http://schemas.openxmlformats.org/officeDocument/2006/relationships/image" Target="../media/image187.png"/><Relationship Id="rId21" Type="http://schemas.openxmlformats.org/officeDocument/2006/relationships/image" Target="../media/image187.wmf"/><Relationship Id="rId7" Type="http://schemas.openxmlformats.org/officeDocument/2006/relationships/image" Target="../media/image180.png"/><Relationship Id="rId12" Type="http://schemas.openxmlformats.org/officeDocument/2006/relationships/oleObject" Target="../embeddings/oleObject152.bin"/><Relationship Id="rId17" Type="http://schemas.openxmlformats.org/officeDocument/2006/relationships/image" Target="../media/image185.wmf"/><Relationship Id="rId16" Type="http://schemas.openxmlformats.org/officeDocument/2006/relationships/oleObject" Target="../embeddings/oleObject154.bin"/><Relationship Id="rId20" Type="http://schemas.openxmlformats.org/officeDocument/2006/relationships/oleObject" Target="../embeddings/oleObject156.bin"/><Relationship Id="rId1" Type="http://schemas.openxmlformats.org/officeDocument/2006/relationships/slideLayout" Target="../slideLayouts/slideLayout2.xml"/><Relationship Id="rId6" Type="http://schemas.openxmlformats.org/officeDocument/2006/relationships/image" Target="../media/image179.png"/><Relationship Id="rId11" Type="http://schemas.openxmlformats.org/officeDocument/2006/relationships/image" Target="../media/image182.wmf"/><Relationship Id="rId5" Type="http://schemas.openxmlformats.org/officeDocument/2006/relationships/image" Target="../media/image178.wmf"/><Relationship Id="rId15" Type="http://schemas.openxmlformats.org/officeDocument/2006/relationships/image" Target="../media/image184.wmf"/><Relationship Id="rId10" Type="http://schemas.openxmlformats.org/officeDocument/2006/relationships/oleObject" Target="../embeddings/oleObject151.bin"/><Relationship Id="rId19" Type="http://schemas.openxmlformats.org/officeDocument/2006/relationships/image" Target="../media/image186.wmf"/><Relationship Id="rId4" Type="http://schemas.openxmlformats.org/officeDocument/2006/relationships/oleObject" Target="../embeddings/oleObject149.bin"/><Relationship Id="rId9" Type="http://schemas.openxmlformats.org/officeDocument/2006/relationships/image" Target="../media/image181.wmf"/><Relationship Id="rId14" Type="http://schemas.openxmlformats.org/officeDocument/2006/relationships/oleObject" Target="../embeddings/oleObject153.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灯片编号占位符 6">
            <a:extLst>
              <a:ext uri="{FF2B5EF4-FFF2-40B4-BE49-F238E27FC236}">
                <a16:creationId xmlns:a16="http://schemas.microsoft.com/office/drawing/2014/main" id="{56AE48F8-EEF8-4085-A33D-D4E632D164D8}"/>
              </a:ext>
            </a:extLst>
          </p:cNvPr>
          <p:cNvSpPr>
            <a:spLocks noGrp="1"/>
          </p:cNvSpPr>
          <p:nvPr>
            <p:ph type="sldNum" sz="quarter" idx="10"/>
          </p:nvPr>
        </p:nvSpPr>
        <p:spPr bwMode="auto">
          <a:xfrm>
            <a:off x="6588224" y="645823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B61916C-39C7-4F35-A5F7-174ADC8467C8}" type="slidenum">
              <a:rPr lang="zh-CN" altLang="en-US" smtClean="0">
                <a:solidFill>
                  <a:srgbClr val="898989"/>
                </a:solidFill>
              </a:rPr>
              <a:pPr/>
              <a:t>1</a:t>
            </a:fld>
            <a:endParaRPr lang="zh-CN" altLang="en-US" dirty="0">
              <a:solidFill>
                <a:srgbClr val="898989"/>
              </a:solidFill>
            </a:endParaRPr>
          </a:p>
        </p:txBody>
      </p:sp>
      <p:sp>
        <p:nvSpPr>
          <p:cNvPr id="8198" name="TextBox 11">
            <a:extLst>
              <a:ext uri="{FF2B5EF4-FFF2-40B4-BE49-F238E27FC236}">
                <a16:creationId xmlns:a16="http://schemas.microsoft.com/office/drawing/2014/main" id="{516A528F-D8C9-462B-AB77-442A58E216A3}"/>
              </a:ext>
            </a:extLst>
          </p:cNvPr>
          <p:cNvSpPr txBox="1">
            <a:spLocks noChangeArrowheads="1"/>
          </p:cNvSpPr>
          <p:nvPr/>
        </p:nvSpPr>
        <p:spPr bwMode="auto">
          <a:xfrm>
            <a:off x="1136" y="1347821"/>
            <a:ext cx="9144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7200" b="1" dirty="0">
                <a:solidFill>
                  <a:srgbClr val="1A44A1"/>
                </a:solidFill>
                <a:latin typeface="Times New Roman" panose="02020603050405020304" pitchFamily="18" charset="0"/>
                <a:cs typeface="Times New Roman" panose="02020603050405020304" pitchFamily="18" charset="0"/>
              </a:rPr>
              <a:t>理论力学习题讲解</a:t>
            </a:r>
          </a:p>
        </p:txBody>
      </p:sp>
      <p:sp>
        <p:nvSpPr>
          <p:cNvPr id="2" name="文本框 1">
            <a:extLst>
              <a:ext uri="{FF2B5EF4-FFF2-40B4-BE49-F238E27FC236}">
                <a16:creationId xmlns:a16="http://schemas.microsoft.com/office/drawing/2014/main" id="{1EC8712D-A0CE-471E-BF61-4C6C6F72B4B9}"/>
              </a:ext>
            </a:extLst>
          </p:cNvPr>
          <p:cNvSpPr txBox="1"/>
          <p:nvPr/>
        </p:nvSpPr>
        <p:spPr>
          <a:xfrm>
            <a:off x="0" y="3889558"/>
            <a:ext cx="9144000" cy="1025922"/>
          </a:xfrm>
          <a:prstGeom prst="rect">
            <a:avLst/>
          </a:prstGeom>
          <a:noFill/>
        </p:spPr>
        <p:txBody>
          <a:bodyPr wrap="square" rtlCol="0">
            <a:spAutoFit/>
          </a:bodyPr>
          <a:lstStyle/>
          <a:p>
            <a:pPr algn="ctr">
              <a:lnSpc>
                <a:spcPct val="200000"/>
              </a:lnSpc>
            </a:pPr>
            <a:r>
              <a:rPr lang="zh-CN" altLang="en-US" sz="3600" dirty="0">
                <a:solidFill>
                  <a:srgbClr val="1A44A1"/>
                </a:solidFill>
                <a:latin typeface="Times New Roman" panose="02020603050405020304" pitchFamily="18" charset="0"/>
                <a:cs typeface="Times New Roman" panose="02020603050405020304" pitchFamily="18" charset="0"/>
              </a:rPr>
              <a:t>梁佳宇</a:t>
            </a:r>
            <a:endParaRPr lang="en-US" altLang="zh-CN" sz="3600" dirty="0">
              <a:solidFill>
                <a:srgbClr val="1A44A1"/>
              </a:solidFill>
              <a:latin typeface="Times New Roman" panose="02020603050405020304" pitchFamily="18" charset="0"/>
              <a:cs typeface="Times New Roman" panose="02020603050405020304" pitchFamily="18" charset="0"/>
            </a:endParaRPr>
          </a:p>
        </p:txBody>
      </p:sp>
      <p:sp>
        <p:nvSpPr>
          <p:cNvPr id="3" name="矩形 2"/>
          <p:cNvSpPr/>
          <p:nvPr/>
        </p:nvSpPr>
        <p:spPr>
          <a:xfrm>
            <a:off x="323528" y="2703773"/>
            <a:ext cx="8496944"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6">
            <a:extLst>
              <a:ext uri="{FF2B5EF4-FFF2-40B4-BE49-F238E27FC236}">
                <a16:creationId xmlns:a16="http://schemas.microsoft.com/office/drawing/2014/main" id="{56AE48F8-EEF8-4085-A33D-D4E632D164D8}"/>
              </a:ext>
            </a:extLst>
          </p:cNvPr>
          <p:cNvSpPr>
            <a:spLocks noGrp="1"/>
          </p:cNvSpPr>
          <p:nvPr>
            <p:ph type="sldNum" sz="quarter" idx="10"/>
          </p:nvPr>
        </p:nvSpPr>
        <p:spPr bwMode="auto">
          <a:xfrm>
            <a:off x="6588224" y="645823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B61916C-39C7-4F35-A5F7-174ADC8467C8}" type="slidenum">
              <a:rPr lang="zh-CN" altLang="en-US" smtClean="0">
                <a:solidFill>
                  <a:srgbClr val="898989"/>
                </a:solidFill>
              </a:rPr>
              <a:pPr/>
              <a:t>2</a:t>
            </a:fld>
            <a:endParaRPr lang="zh-CN" altLang="en-US" dirty="0">
              <a:solidFill>
                <a:srgbClr val="898989"/>
              </a:solidFill>
            </a:endParaRPr>
          </a:p>
        </p:txBody>
      </p:sp>
      <p:sp>
        <p:nvSpPr>
          <p:cNvPr id="3" name="文本框 2"/>
          <p:cNvSpPr txBox="1"/>
          <p:nvPr/>
        </p:nvSpPr>
        <p:spPr>
          <a:xfrm>
            <a:off x="0" y="-27384"/>
            <a:ext cx="3214076" cy="461665"/>
          </a:xfrm>
          <a:prstGeom prst="rect">
            <a:avLst/>
          </a:prstGeom>
          <a:noFill/>
        </p:spPr>
        <p:txBody>
          <a:bodyPr wrap="square" rtlCol="0">
            <a:spAutoFit/>
          </a:bodyPr>
          <a:lstStyle/>
          <a:p>
            <a:r>
              <a:rPr lang="zh-CN" altLang="en-US" sz="2400" b="1" dirty="0">
                <a:solidFill>
                  <a:srgbClr val="1A44A1"/>
                </a:solidFill>
                <a:latin typeface="Times New Roman" panose="02020603050405020304" pitchFamily="18" charset="0"/>
              </a:rPr>
              <a:t>第</a:t>
            </a:r>
            <a:r>
              <a:rPr lang="en-US" altLang="zh-CN" sz="2400" b="1" dirty="0">
                <a:solidFill>
                  <a:srgbClr val="1A44A1"/>
                </a:solidFill>
                <a:latin typeface="Times New Roman" panose="02020603050405020304" pitchFamily="18" charset="0"/>
              </a:rPr>
              <a:t>7</a:t>
            </a:r>
            <a:r>
              <a:rPr lang="zh-CN" altLang="en-US" sz="2400" b="1" dirty="0">
                <a:solidFill>
                  <a:srgbClr val="1A44A1"/>
                </a:solidFill>
                <a:latin typeface="Times New Roman" panose="02020603050405020304" pitchFamily="18" charset="0"/>
              </a:rPr>
              <a:t>章 动力学基础</a:t>
            </a:r>
            <a:endParaRPr lang="en-US" altLang="zh-CN" sz="2400" b="1" dirty="0">
              <a:solidFill>
                <a:srgbClr val="1A44A1"/>
              </a:solidFill>
              <a:latin typeface="Times New Roman" panose="02020603050405020304" pitchFamily="18" charset="0"/>
            </a:endParaRPr>
          </a:p>
        </p:txBody>
      </p:sp>
      <p:sp>
        <p:nvSpPr>
          <p:cNvPr id="2" name="文本框 1">
            <a:extLst>
              <a:ext uri="{FF2B5EF4-FFF2-40B4-BE49-F238E27FC236}">
                <a16:creationId xmlns:a16="http://schemas.microsoft.com/office/drawing/2014/main" id="{49380ABA-76FD-3EA4-DD26-D8A2931D58AB}"/>
              </a:ext>
            </a:extLst>
          </p:cNvPr>
          <p:cNvSpPr txBox="1"/>
          <p:nvPr/>
        </p:nvSpPr>
        <p:spPr>
          <a:xfrm>
            <a:off x="323528" y="545656"/>
            <a:ext cx="6588224"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一 、动力学基本定律：牛顿运动定律</a:t>
            </a:r>
            <a:endParaRPr lang="en-US" altLang="zh-CN" sz="2000" dirty="0">
              <a:solidFill>
                <a:srgbClr val="1A44A1"/>
              </a:solidFill>
              <a:latin typeface="Times New Roman" panose="02020603050405020304" pitchFamily="18" charset="0"/>
            </a:endParaRPr>
          </a:p>
        </p:txBody>
      </p:sp>
      <p:sp>
        <p:nvSpPr>
          <p:cNvPr id="44" name="文本框 1">
            <a:extLst>
              <a:ext uri="{FF2B5EF4-FFF2-40B4-BE49-F238E27FC236}">
                <a16:creationId xmlns:a16="http://schemas.microsoft.com/office/drawing/2014/main" id="{49380ABA-76FD-3EA4-DD26-D8A2931D58AB}"/>
              </a:ext>
            </a:extLst>
          </p:cNvPr>
          <p:cNvSpPr txBox="1"/>
          <p:nvPr/>
        </p:nvSpPr>
        <p:spPr>
          <a:xfrm>
            <a:off x="323528" y="2593415"/>
            <a:ext cx="6588224"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二 、质点运动微分方程</a:t>
            </a:r>
            <a:endParaRPr lang="en-US" altLang="zh-CN" sz="2000" dirty="0">
              <a:solidFill>
                <a:srgbClr val="1A44A1"/>
              </a:solidFill>
              <a:latin typeface="Times New Roman" panose="02020603050405020304" pitchFamily="18" charset="0"/>
            </a:endParaRPr>
          </a:p>
        </p:txBody>
      </p:sp>
      <p:sp>
        <p:nvSpPr>
          <p:cNvPr id="45" name="文本框 23">
            <a:extLst>
              <a:ext uri="{FF2B5EF4-FFF2-40B4-BE49-F238E27FC236}">
                <a16:creationId xmlns:a16="http://schemas.microsoft.com/office/drawing/2014/main" id="{BD49DF9C-0BD4-7EF8-A452-13BE98E68716}"/>
              </a:ext>
            </a:extLst>
          </p:cNvPr>
          <p:cNvSpPr txBox="1"/>
          <p:nvPr/>
        </p:nvSpPr>
        <p:spPr>
          <a:xfrm>
            <a:off x="716342" y="980728"/>
            <a:ext cx="6879993" cy="1477328"/>
          </a:xfrm>
          <a:prstGeom prst="rect">
            <a:avLst/>
          </a:prstGeom>
          <a:noFill/>
        </p:spPr>
        <p:txBody>
          <a:bodyPr wrap="square" rtlCol="0">
            <a:spAutoFit/>
          </a:bodyPr>
          <a:lstStyle/>
          <a:p>
            <a:pPr marL="342900" indent="-342900">
              <a:lnSpc>
                <a:spcPct val="150000"/>
              </a:lnSpc>
              <a:buFont typeface="Wingdings" pitchFamily="2" charset="2"/>
              <a:buChar char="Ø"/>
            </a:pPr>
            <a:r>
              <a:rPr lang="zh-CN" altLang="en-US" sz="2000" dirty="0">
                <a:solidFill>
                  <a:srgbClr val="1A44A1"/>
                </a:solidFill>
                <a:latin typeface="Times New Roman" panose="02020603050405020304" pitchFamily="18" charset="0"/>
              </a:rPr>
              <a:t>牛顿第一定律</a:t>
            </a:r>
            <a:endParaRPr lang="en-US" altLang="zh-CN" sz="2000" dirty="0">
              <a:solidFill>
                <a:srgbClr val="1A44A1"/>
              </a:solidFill>
              <a:latin typeface="Times New Roman" panose="02020603050405020304" pitchFamily="18" charset="0"/>
            </a:endParaRPr>
          </a:p>
          <a:p>
            <a:pPr marL="342900" indent="-342900">
              <a:lnSpc>
                <a:spcPct val="150000"/>
              </a:lnSpc>
              <a:buFont typeface="Wingdings" pitchFamily="2" charset="2"/>
              <a:buChar char="Ø"/>
            </a:pPr>
            <a:r>
              <a:rPr lang="zh-CN" altLang="en-US" sz="2000" dirty="0">
                <a:solidFill>
                  <a:srgbClr val="1A44A1"/>
                </a:solidFill>
                <a:latin typeface="Times New Roman" panose="02020603050405020304" pitchFamily="18" charset="0"/>
              </a:rPr>
              <a:t>牛顿第二定律</a:t>
            </a:r>
            <a:endParaRPr lang="en-US" altLang="zh-CN" sz="2000" dirty="0">
              <a:solidFill>
                <a:srgbClr val="1A44A1"/>
              </a:solidFill>
              <a:latin typeface="Times New Roman" panose="02020603050405020304" pitchFamily="18" charset="0"/>
            </a:endParaRPr>
          </a:p>
          <a:p>
            <a:pPr marL="342900" indent="-342900">
              <a:lnSpc>
                <a:spcPct val="150000"/>
              </a:lnSpc>
              <a:buFont typeface="Wingdings" pitchFamily="2" charset="2"/>
              <a:buChar char="Ø"/>
            </a:pPr>
            <a:r>
              <a:rPr lang="zh-CN" altLang="en-US" sz="2000" dirty="0">
                <a:solidFill>
                  <a:srgbClr val="1A44A1"/>
                </a:solidFill>
                <a:latin typeface="Times New Roman" panose="02020603050405020304" pitchFamily="18" charset="0"/>
              </a:rPr>
              <a:t>牛顿第三定律</a:t>
            </a:r>
            <a:endParaRPr lang="en-US" altLang="zh-CN" sz="2000" dirty="0">
              <a:solidFill>
                <a:srgbClr val="1A44A1"/>
              </a:solidFill>
              <a:latin typeface="Times New Roman" panose="02020603050405020304" pitchFamily="18" charset="0"/>
            </a:endParaRPr>
          </a:p>
        </p:txBody>
      </p:sp>
      <p:sp>
        <p:nvSpPr>
          <p:cNvPr id="46" name="文本框 23">
            <a:extLst>
              <a:ext uri="{FF2B5EF4-FFF2-40B4-BE49-F238E27FC236}">
                <a16:creationId xmlns:a16="http://schemas.microsoft.com/office/drawing/2014/main" id="{BD49DF9C-0BD4-7EF8-A452-13BE98E68716}"/>
              </a:ext>
            </a:extLst>
          </p:cNvPr>
          <p:cNvSpPr txBox="1"/>
          <p:nvPr/>
        </p:nvSpPr>
        <p:spPr>
          <a:xfrm>
            <a:off x="716341" y="3068960"/>
            <a:ext cx="6879993" cy="1015663"/>
          </a:xfrm>
          <a:prstGeom prst="rect">
            <a:avLst/>
          </a:prstGeom>
          <a:noFill/>
        </p:spPr>
        <p:txBody>
          <a:bodyPr wrap="square" rtlCol="0">
            <a:spAutoFit/>
          </a:bodyPr>
          <a:lstStyle/>
          <a:p>
            <a:pPr marL="342900" indent="-342900">
              <a:lnSpc>
                <a:spcPct val="150000"/>
              </a:lnSpc>
              <a:buFont typeface="Wingdings" pitchFamily="2" charset="2"/>
              <a:buChar char="Ø"/>
            </a:pPr>
            <a:r>
              <a:rPr lang="zh-CN" altLang="en-US" sz="2000" dirty="0">
                <a:solidFill>
                  <a:srgbClr val="1A44A1"/>
                </a:solidFill>
                <a:latin typeface="Times New Roman" panose="02020603050405020304" pitchFamily="18" charset="0"/>
              </a:rPr>
              <a:t>直角坐标形式的质点运动微分方程</a:t>
            </a:r>
            <a:endParaRPr lang="en-US" altLang="zh-CN" sz="2000" dirty="0">
              <a:solidFill>
                <a:srgbClr val="1A44A1"/>
              </a:solidFill>
              <a:latin typeface="Times New Roman" panose="02020603050405020304" pitchFamily="18" charset="0"/>
            </a:endParaRPr>
          </a:p>
          <a:p>
            <a:pPr marL="342900" indent="-342900">
              <a:lnSpc>
                <a:spcPct val="150000"/>
              </a:lnSpc>
              <a:buFont typeface="Wingdings" pitchFamily="2" charset="2"/>
              <a:buChar char="Ø"/>
            </a:pPr>
            <a:r>
              <a:rPr lang="zh-CN" altLang="en-US" sz="2000" dirty="0">
                <a:solidFill>
                  <a:srgbClr val="1A44A1"/>
                </a:solidFill>
                <a:latin typeface="Times New Roman" panose="02020603050405020304" pitchFamily="18" charset="0"/>
              </a:rPr>
              <a:t>自然坐标形式的质点运动微分方程</a:t>
            </a:r>
            <a:endParaRPr lang="en-US" altLang="zh-CN" sz="2000" dirty="0">
              <a:solidFill>
                <a:srgbClr val="1A44A1"/>
              </a:solidFill>
              <a:latin typeface="Times New Roman" panose="02020603050405020304" pitchFamily="18" charset="0"/>
            </a:endParaRPr>
          </a:p>
        </p:txBody>
      </p:sp>
    </p:spTree>
    <p:extLst>
      <p:ext uri="{BB962C8B-B14F-4D97-AF65-F5344CB8AC3E}">
        <p14:creationId xmlns:p14="http://schemas.microsoft.com/office/powerpoint/2010/main" val="4025258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4" grpId="0"/>
      <p:bldP spid="45" grpId="0"/>
      <p:bldP spid="4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6">
            <a:extLst>
              <a:ext uri="{FF2B5EF4-FFF2-40B4-BE49-F238E27FC236}">
                <a16:creationId xmlns:a16="http://schemas.microsoft.com/office/drawing/2014/main" id="{56AE48F8-EEF8-4085-A33D-D4E632D164D8}"/>
              </a:ext>
            </a:extLst>
          </p:cNvPr>
          <p:cNvSpPr>
            <a:spLocks noGrp="1"/>
          </p:cNvSpPr>
          <p:nvPr>
            <p:ph type="sldNum" sz="quarter" idx="10"/>
          </p:nvPr>
        </p:nvSpPr>
        <p:spPr bwMode="auto">
          <a:xfrm>
            <a:off x="6588224" y="645823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B61916C-39C7-4F35-A5F7-174ADC8467C8}" type="slidenum">
              <a:rPr lang="zh-CN" altLang="en-US" smtClean="0">
                <a:solidFill>
                  <a:srgbClr val="898989"/>
                </a:solidFill>
              </a:rPr>
              <a:pPr/>
              <a:t>3</a:t>
            </a:fld>
            <a:endParaRPr lang="zh-CN" altLang="en-US" dirty="0">
              <a:solidFill>
                <a:srgbClr val="898989"/>
              </a:solidFill>
            </a:endParaRPr>
          </a:p>
        </p:txBody>
      </p:sp>
      <p:sp>
        <p:nvSpPr>
          <p:cNvPr id="3" name="文本框 2"/>
          <p:cNvSpPr txBox="1"/>
          <p:nvPr/>
        </p:nvSpPr>
        <p:spPr>
          <a:xfrm>
            <a:off x="0" y="-27384"/>
            <a:ext cx="3214076" cy="461665"/>
          </a:xfrm>
          <a:prstGeom prst="rect">
            <a:avLst/>
          </a:prstGeom>
          <a:noFill/>
        </p:spPr>
        <p:txBody>
          <a:bodyPr wrap="square" rtlCol="0">
            <a:spAutoFit/>
          </a:bodyPr>
          <a:lstStyle/>
          <a:p>
            <a:r>
              <a:rPr lang="zh-CN" altLang="en-US" sz="2400" b="1" dirty="0">
                <a:solidFill>
                  <a:srgbClr val="1A44A1"/>
                </a:solidFill>
                <a:latin typeface="Times New Roman" panose="02020603050405020304" pitchFamily="18" charset="0"/>
              </a:rPr>
              <a:t>第</a:t>
            </a:r>
            <a:r>
              <a:rPr lang="en-US" altLang="zh-CN" sz="2400" b="1" dirty="0">
                <a:solidFill>
                  <a:srgbClr val="1A44A1"/>
                </a:solidFill>
                <a:latin typeface="Times New Roman" panose="02020603050405020304" pitchFamily="18" charset="0"/>
              </a:rPr>
              <a:t>8</a:t>
            </a:r>
            <a:r>
              <a:rPr lang="zh-CN" altLang="en-US" sz="2400" b="1" dirty="0">
                <a:solidFill>
                  <a:srgbClr val="1A44A1"/>
                </a:solidFill>
                <a:latin typeface="Times New Roman" panose="02020603050405020304" pitchFamily="18" charset="0"/>
              </a:rPr>
              <a:t>章 动量原理</a:t>
            </a:r>
            <a:endParaRPr lang="en-US" altLang="zh-CN" sz="2400" b="1" dirty="0">
              <a:solidFill>
                <a:srgbClr val="1A44A1"/>
              </a:solidFill>
              <a:latin typeface="Times New Roman" panose="02020603050405020304" pitchFamily="18" charset="0"/>
            </a:endParaRPr>
          </a:p>
        </p:txBody>
      </p:sp>
      <p:sp>
        <p:nvSpPr>
          <p:cNvPr id="2" name="文本框 1">
            <a:extLst>
              <a:ext uri="{FF2B5EF4-FFF2-40B4-BE49-F238E27FC236}">
                <a16:creationId xmlns:a16="http://schemas.microsoft.com/office/drawing/2014/main" id="{49380ABA-76FD-3EA4-DD26-D8A2931D58AB}"/>
              </a:ext>
            </a:extLst>
          </p:cNvPr>
          <p:cNvSpPr txBox="1"/>
          <p:nvPr/>
        </p:nvSpPr>
        <p:spPr>
          <a:xfrm>
            <a:off x="323528" y="545656"/>
            <a:ext cx="6588224"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一 、质心和转动惯量</a:t>
            </a:r>
            <a:endParaRPr lang="en-US" altLang="zh-CN" sz="2000" dirty="0">
              <a:solidFill>
                <a:srgbClr val="1A44A1"/>
              </a:solidFill>
              <a:latin typeface="Times New Roman" panose="02020603050405020304" pitchFamily="18" charset="0"/>
            </a:endParaRPr>
          </a:p>
        </p:txBody>
      </p:sp>
      <p:graphicFrame>
        <p:nvGraphicFramePr>
          <p:cNvPr id="7" name="对象 6">
            <a:extLst>
              <a:ext uri="{FF2B5EF4-FFF2-40B4-BE49-F238E27FC236}">
                <a16:creationId xmlns:a16="http://schemas.microsoft.com/office/drawing/2014/main" id="{766E8CE7-4E48-E0B1-1C21-B02D6D5D23CF}"/>
              </a:ext>
            </a:extLst>
          </p:cNvPr>
          <p:cNvGraphicFramePr>
            <a:graphicFrameLocks noChangeAspect="1"/>
          </p:cNvGraphicFramePr>
          <p:nvPr>
            <p:extLst>
              <p:ext uri="{D42A27DB-BD31-4B8C-83A1-F6EECF244321}">
                <p14:modId xmlns:p14="http://schemas.microsoft.com/office/powerpoint/2010/main" val="4229486312"/>
              </p:ext>
            </p:extLst>
          </p:nvPr>
        </p:nvGraphicFramePr>
        <p:xfrm>
          <a:off x="2084388" y="908050"/>
          <a:ext cx="1354137" cy="774700"/>
        </p:xfrm>
        <a:graphic>
          <a:graphicData uri="http://schemas.openxmlformats.org/presentationml/2006/ole">
            <mc:AlternateContent xmlns:mc="http://schemas.openxmlformats.org/markup-compatibility/2006">
              <mc:Choice xmlns:v="urn:schemas-microsoft-com:vml" Requires="v">
                <p:oleObj name="Equation" r:id="rId2" imgW="596880" imgH="342720" progId="Equation.DSMT4">
                  <p:embed/>
                </p:oleObj>
              </mc:Choice>
              <mc:Fallback>
                <p:oleObj name="Equation" r:id="rId2" imgW="596880" imgH="342720" progId="Equation.DSMT4">
                  <p:embed/>
                  <p:pic>
                    <p:nvPicPr>
                      <p:cNvPr id="0" name=""/>
                      <p:cNvPicPr/>
                      <p:nvPr/>
                    </p:nvPicPr>
                    <p:blipFill>
                      <a:blip r:embed="rId3"/>
                      <a:stretch>
                        <a:fillRect/>
                      </a:stretch>
                    </p:blipFill>
                    <p:spPr>
                      <a:xfrm>
                        <a:off x="2084388" y="908050"/>
                        <a:ext cx="1354137" cy="774700"/>
                      </a:xfrm>
                      <a:prstGeom prst="rect">
                        <a:avLst/>
                      </a:prstGeom>
                    </p:spPr>
                  </p:pic>
                </p:oleObj>
              </mc:Fallback>
            </mc:AlternateContent>
          </a:graphicData>
        </a:graphic>
      </p:graphicFrame>
      <p:sp>
        <p:nvSpPr>
          <p:cNvPr id="9" name="文本框 8">
            <a:extLst>
              <a:ext uri="{FF2B5EF4-FFF2-40B4-BE49-F238E27FC236}">
                <a16:creationId xmlns:a16="http://schemas.microsoft.com/office/drawing/2014/main" id="{6032A5F6-C10B-2961-C9CB-F959901D089E}"/>
              </a:ext>
            </a:extLst>
          </p:cNvPr>
          <p:cNvSpPr txBox="1"/>
          <p:nvPr/>
        </p:nvSpPr>
        <p:spPr>
          <a:xfrm>
            <a:off x="451711" y="1178334"/>
            <a:ext cx="1910956" cy="369332"/>
          </a:xfrm>
          <a:prstGeom prst="rect">
            <a:avLst/>
          </a:prstGeom>
          <a:noFill/>
        </p:spPr>
        <p:txBody>
          <a:bodyPr wrap="square" rtlCol="0">
            <a:spAutoFit/>
          </a:bodyPr>
          <a:lstStyle/>
          <a:p>
            <a:r>
              <a:rPr lang="zh-CN" altLang="en-US" dirty="0">
                <a:solidFill>
                  <a:srgbClr val="1A44A1"/>
                </a:solidFill>
                <a:latin typeface="Times New Roman" panose="02020603050405020304" pitchFamily="18" charset="0"/>
              </a:rPr>
              <a:t>质点系质心：</a:t>
            </a:r>
            <a:endParaRPr lang="en-US" altLang="zh-CN" dirty="0">
              <a:solidFill>
                <a:srgbClr val="1A44A1"/>
              </a:solidFill>
              <a:latin typeface="Times New Roman" panose="02020603050405020304" pitchFamily="18" charset="0"/>
            </a:endParaRPr>
          </a:p>
        </p:txBody>
      </p:sp>
      <p:sp>
        <p:nvSpPr>
          <p:cNvPr id="11" name="文本框 10">
            <a:extLst>
              <a:ext uri="{FF2B5EF4-FFF2-40B4-BE49-F238E27FC236}">
                <a16:creationId xmlns:a16="http://schemas.microsoft.com/office/drawing/2014/main" id="{54A0F1A0-D74E-52B4-3BD8-FB63F3A7DC65}"/>
              </a:ext>
            </a:extLst>
          </p:cNvPr>
          <p:cNvSpPr txBox="1"/>
          <p:nvPr/>
        </p:nvSpPr>
        <p:spPr>
          <a:xfrm>
            <a:off x="451711" y="1756081"/>
            <a:ext cx="2376264" cy="369332"/>
          </a:xfrm>
          <a:prstGeom prst="rect">
            <a:avLst/>
          </a:prstGeom>
          <a:noFill/>
        </p:spPr>
        <p:txBody>
          <a:bodyPr wrap="square" rtlCol="0">
            <a:spAutoFit/>
          </a:bodyPr>
          <a:lstStyle/>
          <a:p>
            <a:r>
              <a:rPr lang="zh-CN" altLang="en-US" dirty="0">
                <a:solidFill>
                  <a:srgbClr val="1A44A1"/>
                </a:solidFill>
                <a:latin typeface="Times New Roman" panose="02020603050405020304" pitchFamily="18" charset="0"/>
              </a:rPr>
              <a:t>刚体转动惯量：</a:t>
            </a:r>
            <a:endParaRPr lang="en-US" altLang="zh-CN" dirty="0">
              <a:solidFill>
                <a:srgbClr val="1A44A1"/>
              </a:solidFill>
              <a:latin typeface="Times New Roman" panose="02020603050405020304" pitchFamily="18" charset="0"/>
            </a:endParaRPr>
          </a:p>
        </p:txBody>
      </p:sp>
      <p:graphicFrame>
        <p:nvGraphicFramePr>
          <p:cNvPr id="12" name="对象 11">
            <a:extLst>
              <a:ext uri="{FF2B5EF4-FFF2-40B4-BE49-F238E27FC236}">
                <a16:creationId xmlns:a16="http://schemas.microsoft.com/office/drawing/2014/main" id="{4D206A6C-6B32-D90A-2BE9-17E5BD1E6F1C}"/>
              </a:ext>
            </a:extLst>
          </p:cNvPr>
          <p:cNvGraphicFramePr>
            <a:graphicFrameLocks noChangeAspect="1"/>
          </p:cNvGraphicFramePr>
          <p:nvPr>
            <p:extLst>
              <p:ext uri="{D42A27DB-BD31-4B8C-83A1-F6EECF244321}">
                <p14:modId xmlns:p14="http://schemas.microsoft.com/office/powerpoint/2010/main" val="1404400913"/>
              </p:ext>
            </p:extLst>
          </p:nvPr>
        </p:nvGraphicFramePr>
        <p:xfrm>
          <a:off x="2233340" y="1739388"/>
          <a:ext cx="1384300" cy="460375"/>
        </p:xfrm>
        <a:graphic>
          <a:graphicData uri="http://schemas.openxmlformats.org/presentationml/2006/ole">
            <mc:AlternateContent xmlns:mc="http://schemas.openxmlformats.org/markup-compatibility/2006">
              <mc:Choice xmlns:v="urn:schemas-microsoft-com:vml" Requires="v">
                <p:oleObj name="Equation" r:id="rId4" imgW="609480" imgH="203040" progId="Equation.DSMT4">
                  <p:embed/>
                </p:oleObj>
              </mc:Choice>
              <mc:Fallback>
                <p:oleObj name="Equation" r:id="rId4" imgW="609480" imgH="203040" progId="Equation.DSMT4">
                  <p:embed/>
                  <p:pic>
                    <p:nvPicPr>
                      <p:cNvPr id="0" name=""/>
                      <p:cNvPicPr/>
                      <p:nvPr/>
                    </p:nvPicPr>
                    <p:blipFill>
                      <a:blip r:embed="rId5"/>
                      <a:stretch>
                        <a:fillRect/>
                      </a:stretch>
                    </p:blipFill>
                    <p:spPr>
                      <a:xfrm>
                        <a:off x="2233340" y="1739388"/>
                        <a:ext cx="1384300" cy="460375"/>
                      </a:xfrm>
                      <a:prstGeom prst="rect">
                        <a:avLst/>
                      </a:prstGeom>
                    </p:spPr>
                  </p:pic>
                </p:oleObj>
              </mc:Fallback>
            </mc:AlternateContent>
          </a:graphicData>
        </a:graphic>
      </p:graphicFrame>
      <p:sp>
        <p:nvSpPr>
          <p:cNvPr id="13" name="文本框 12">
            <a:extLst>
              <a:ext uri="{FF2B5EF4-FFF2-40B4-BE49-F238E27FC236}">
                <a16:creationId xmlns:a16="http://schemas.microsoft.com/office/drawing/2014/main" id="{C2F07ED3-FF5A-F2A1-3BE2-D1D278EE102D}"/>
              </a:ext>
            </a:extLst>
          </p:cNvPr>
          <p:cNvSpPr txBox="1"/>
          <p:nvPr/>
        </p:nvSpPr>
        <p:spPr>
          <a:xfrm>
            <a:off x="427943" y="2276872"/>
            <a:ext cx="4529214" cy="369332"/>
          </a:xfrm>
          <a:prstGeom prst="rect">
            <a:avLst/>
          </a:prstGeom>
          <a:noFill/>
        </p:spPr>
        <p:txBody>
          <a:bodyPr wrap="square" rtlCol="0">
            <a:spAutoFit/>
          </a:bodyPr>
          <a:lstStyle/>
          <a:p>
            <a:r>
              <a:rPr lang="zh-CN" altLang="en-US" dirty="0">
                <a:solidFill>
                  <a:srgbClr val="1A44A1"/>
                </a:solidFill>
                <a:latin typeface="Times New Roman" panose="02020603050405020304" pitchFamily="18" charset="0"/>
              </a:rPr>
              <a:t>常见规则形状匀质刚体的转动惯量：</a:t>
            </a:r>
            <a:endParaRPr lang="en-US" altLang="zh-CN" dirty="0">
              <a:solidFill>
                <a:srgbClr val="1A44A1"/>
              </a:solidFill>
              <a:latin typeface="Times New Roman" panose="02020603050405020304" pitchFamily="18" charset="0"/>
            </a:endParaRPr>
          </a:p>
        </p:txBody>
      </p:sp>
      <p:grpSp>
        <p:nvGrpSpPr>
          <p:cNvPr id="4" name="组合 3"/>
          <p:cNvGrpSpPr/>
          <p:nvPr/>
        </p:nvGrpSpPr>
        <p:grpSpPr>
          <a:xfrm>
            <a:off x="470957" y="2563162"/>
            <a:ext cx="5295923" cy="804863"/>
            <a:chOff x="470957" y="2563162"/>
            <a:chExt cx="5295923" cy="804863"/>
          </a:xfrm>
        </p:grpSpPr>
        <p:sp>
          <p:nvSpPr>
            <p:cNvPr id="14" name="文本框 13">
              <a:extLst>
                <a:ext uri="{FF2B5EF4-FFF2-40B4-BE49-F238E27FC236}">
                  <a16:creationId xmlns:a16="http://schemas.microsoft.com/office/drawing/2014/main" id="{51FD3757-0A90-AE50-6039-7CDAB5122B6B}"/>
                </a:ext>
              </a:extLst>
            </p:cNvPr>
            <p:cNvSpPr txBox="1"/>
            <p:nvPr/>
          </p:nvSpPr>
          <p:spPr>
            <a:xfrm>
              <a:off x="470957" y="2780928"/>
              <a:ext cx="4486200"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细直杆对通过杆端点</a:t>
              </a:r>
              <a:r>
                <a:rPr lang="en-US" altLang="zh-CN" dirty="0">
                  <a:solidFill>
                    <a:srgbClr val="C00000"/>
                  </a:solidFill>
                  <a:latin typeface="Times New Roman" panose="02020603050405020304" pitchFamily="18" charset="0"/>
                </a:rPr>
                <a:t>z</a:t>
              </a:r>
              <a:r>
                <a:rPr lang="zh-CN" altLang="en-US" dirty="0">
                  <a:solidFill>
                    <a:srgbClr val="C00000"/>
                  </a:solidFill>
                  <a:latin typeface="Times New Roman" panose="02020603050405020304" pitchFamily="18" charset="0"/>
                </a:rPr>
                <a:t>轴：</a:t>
              </a:r>
              <a:endParaRPr lang="en-US" altLang="zh-CN" dirty="0">
                <a:solidFill>
                  <a:srgbClr val="C00000"/>
                </a:solidFill>
                <a:latin typeface="Times New Roman" panose="02020603050405020304" pitchFamily="18" charset="0"/>
              </a:endParaRPr>
            </a:p>
          </p:txBody>
        </p:sp>
        <p:graphicFrame>
          <p:nvGraphicFramePr>
            <p:cNvPr id="18" name="对象 17">
              <a:extLst>
                <a:ext uri="{FF2B5EF4-FFF2-40B4-BE49-F238E27FC236}">
                  <a16:creationId xmlns:a16="http://schemas.microsoft.com/office/drawing/2014/main" id="{E319A8BD-842D-3B34-F8EA-480378FE44D0}"/>
                </a:ext>
              </a:extLst>
            </p:cNvPr>
            <p:cNvGraphicFramePr>
              <a:graphicFrameLocks noChangeAspect="1"/>
            </p:cNvGraphicFramePr>
            <p:nvPr>
              <p:extLst>
                <p:ext uri="{D42A27DB-BD31-4B8C-83A1-F6EECF244321}">
                  <p14:modId xmlns:p14="http://schemas.microsoft.com/office/powerpoint/2010/main" val="3351080307"/>
                </p:ext>
              </p:extLst>
            </p:nvPr>
          </p:nvGraphicFramePr>
          <p:xfrm>
            <a:off x="3491880" y="2563162"/>
            <a:ext cx="720725" cy="804863"/>
          </p:xfrm>
          <a:graphic>
            <a:graphicData uri="http://schemas.openxmlformats.org/presentationml/2006/ole">
              <mc:AlternateContent xmlns:mc="http://schemas.openxmlformats.org/markup-compatibility/2006">
                <mc:Choice xmlns:v="urn:schemas-microsoft-com:vml" Requires="v">
                  <p:oleObj name="Equation" r:id="rId6" imgW="317160" imgH="355320" progId="Equation.DSMT4">
                    <p:embed/>
                  </p:oleObj>
                </mc:Choice>
                <mc:Fallback>
                  <p:oleObj name="Equation" r:id="rId6" imgW="317160" imgH="355320" progId="Equation.DSMT4">
                    <p:embed/>
                    <p:pic>
                      <p:nvPicPr>
                        <p:cNvPr id="0" name=""/>
                        <p:cNvPicPr/>
                        <p:nvPr/>
                      </p:nvPicPr>
                      <p:blipFill>
                        <a:blip r:embed="rId7"/>
                        <a:stretch>
                          <a:fillRect/>
                        </a:stretch>
                      </p:blipFill>
                      <p:spPr>
                        <a:xfrm>
                          <a:off x="3491880" y="2563162"/>
                          <a:ext cx="720725" cy="804863"/>
                        </a:xfrm>
                        <a:prstGeom prst="rect">
                          <a:avLst/>
                        </a:prstGeom>
                      </p:spPr>
                    </p:pic>
                  </p:oleObj>
                </mc:Fallback>
              </mc:AlternateContent>
            </a:graphicData>
          </a:graphic>
        </p:graphicFrame>
        <p:grpSp>
          <p:nvGrpSpPr>
            <p:cNvPr id="6" name="Group 26"/>
            <p:cNvGrpSpPr>
              <a:grpSpLocks noChangeAspect="1"/>
            </p:cNvGrpSpPr>
            <p:nvPr/>
          </p:nvGrpSpPr>
          <p:grpSpPr bwMode="auto">
            <a:xfrm>
              <a:off x="4690800" y="2609865"/>
              <a:ext cx="1076080" cy="711458"/>
              <a:chOff x="2909" y="1678"/>
              <a:chExt cx="1452" cy="960"/>
            </a:xfrm>
          </p:grpSpPr>
          <p:sp>
            <p:nvSpPr>
              <p:cNvPr id="8" name="AutoShape 25"/>
              <p:cNvSpPr>
                <a:spLocks noChangeAspect="1" noChangeArrowheads="1" noTextEdit="1"/>
              </p:cNvSpPr>
              <p:nvPr/>
            </p:nvSpPr>
            <p:spPr bwMode="auto">
              <a:xfrm>
                <a:off x="2909" y="1678"/>
                <a:ext cx="1452"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pic>
            <p:nvPicPr>
              <p:cNvPr id="1051" name="Picture 27"/>
              <p:cNvPicPr>
                <a:picLocks noChangeAspect="1" noChangeArrowheads="1"/>
              </p:cNvPicPr>
              <p:nvPr/>
            </p:nvPicPr>
            <p:blipFill>
              <a:blip r:embed="rId8"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909" y="1678"/>
                <a:ext cx="1452" cy="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5" name="组合 4"/>
          <p:cNvGrpSpPr/>
          <p:nvPr/>
        </p:nvGrpSpPr>
        <p:grpSpPr>
          <a:xfrm>
            <a:off x="467544" y="3326105"/>
            <a:ext cx="6336704" cy="719138"/>
            <a:chOff x="467544" y="3326105"/>
            <a:chExt cx="6336704" cy="719138"/>
          </a:xfrm>
        </p:grpSpPr>
        <p:sp>
          <p:nvSpPr>
            <p:cNvPr id="29" name="文本框 13">
              <a:extLst>
                <a:ext uri="{FF2B5EF4-FFF2-40B4-BE49-F238E27FC236}">
                  <a16:creationId xmlns:a16="http://schemas.microsoft.com/office/drawing/2014/main" id="{51FD3757-0A90-AE50-6039-7CDAB5122B6B}"/>
                </a:ext>
              </a:extLst>
            </p:cNvPr>
            <p:cNvSpPr txBox="1"/>
            <p:nvPr/>
          </p:nvSpPr>
          <p:spPr>
            <a:xfrm>
              <a:off x="467544" y="3501008"/>
              <a:ext cx="5162747"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细直杆对通过杆中心点</a:t>
              </a:r>
              <a:r>
                <a:rPr lang="en-US" altLang="zh-CN" dirty="0">
                  <a:solidFill>
                    <a:srgbClr val="C00000"/>
                  </a:solidFill>
                  <a:latin typeface="Times New Roman" panose="02020603050405020304" pitchFamily="18" charset="0"/>
                </a:rPr>
                <a:t>z</a:t>
              </a:r>
              <a:r>
                <a:rPr lang="zh-CN" altLang="en-US" dirty="0">
                  <a:solidFill>
                    <a:srgbClr val="C00000"/>
                  </a:solidFill>
                  <a:latin typeface="Times New Roman" panose="02020603050405020304" pitchFamily="18" charset="0"/>
                </a:rPr>
                <a:t>轴：</a:t>
              </a:r>
              <a:endParaRPr lang="en-US" altLang="zh-CN" dirty="0">
                <a:solidFill>
                  <a:srgbClr val="C00000"/>
                </a:solidFill>
                <a:latin typeface="Times New Roman" panose="02020603050405020304" pitchFamily="18" charset="0"/>
              </a:endParaRPr>
            </a:p>
          </p:txBody>
        </p:sp>
        <p:graphicFrame>
          <p:nvGraphicFramePr>
            <p:cNvPr id="30" name="对象 29">
              <a:extLst>
                <a:ext uri="{FF2B5EF4-FFF2-40B4-BE49-F238E27FC236}">
                  <a16:creationId xmlns:a16="http://schemas.microsoft.com/office/drawing/2014/main" id="{E319A8BD-842D-3B34-F8EA-480378FE44D0}"/>
                </a:ext>
              </a:extLst>
            </p:cNvPr>
            <p:cNvGraphicFramePr>
              <a:graphicFrameLocks noChangeAspect="1"/>
            </p:cNvGraphicFramePr>
            <p:nvPr>
              <p:extLst>
                <p:ext uri="{D42A27DB-BD31-4B8C-83A1-F6EECF244321}">
                  <p14:modId xmlns:p14="http://schemas.microsoft.com/office/powerpoint/2010/main" val="1026939346"/>
                </p:ext>
              </p:extLst>
            </p:nvPr>
          </p:nvGraphicFramePr>
          <p:xfrm>
            <a:off x="3563888" y="3326105"/>
            <a:ext cx="777875" cy="719138"/>
          </p:xfrm>
          <a:graphic>
            <a:graphicData uri="http://schemas.openxmlformats.org/presentationml/2006/ole">
              <mc:AlternateContent xmlns:mc="http://schemas.openxmlformats.org/markup-compatibility/2006">
                <mc:Choice xmlns:v="urn:schemas-microsoft-com:vml" Requires="v">
                  <p:oleObj name="Equation" r:id="rId9" imgW="342720" imgH="317160" progId="Equation.DSMT4">
                    <p:embed/>
                  </p:oleObj>
                </mc:Choice>
                <mc:Fallback>
                  <p:oleObj name="Equation" r:id="rId9" imgW="342720" imgH="317160" progId="Equation.DSMT4">
                    <p:embed/>
                    <p:pic>
                      <p:nvPicPr>
                        <p:cNvPr id="0" name=""/>
                        <p:cNvPicPr/>
                        <p:nvPr/>
                      </p:nvPicPr>
                      <p:blipFill>
                        <a:blip r:embed="rId10"/>
                        <a:stretch>
                          <a:fillRect/>
                        </a:stretch>
                      </p:blipFill>
                      <p:spPr>
                        <a:xfrm>
                          <a:off x="3563888" y="3326105"/>
                          <a:ext cx="777875" cy="719138"/>
                        </a:xfrm>
                        <a:prstGeom prst="rect">
                          <a:avLst/>
                        </a:prstGeom>
                      </p:spPr>
                    </p:pic>
                  </p:oleObj>
                </mc:Fallback>
              </mc:AlternateContent>
            </a:graphicData>
          </a:graphic>
        </p:graphicFrame>
        <p:pic>
          <p:nvPicPr>
            <p:cNvPr id="1052" name="Picture 28"/>
            <p:cNvPicPr>
              <a:picLocks noChangeAspect="1" noChangeArrowheads="1"/>
            </p:cNvPicPr>
            <p:nvPr/>
          </p:nvPicPr>
          <p:blipFill>
            <a:blip r:embed="rId11"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868144" y="3329529"/>
              <a:ext cx="936104" cy="712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0" name="组合 9"/>
          <p:cNvGrpSpPr/>
          <p:nvPr/>
        </p:nvGrpSpPr>
        <p:grpSpPr>
          <a:xfrm>
            <a:off x="461459" y="3970716"/>
            <a:ext cx="5118457" cy="870076"/>
            <a:chOff x="461459" y="3970716"/>
            <a:chExt cx="5118457" cy="870076"/>
          </a:xfrm>
        </p:grpSpPr>
        <p:sp>
          <p:nvSpPr>
            <p:cNvPr id="20" name="文本框 19">
              <a:extLst>
                <a:ext uri="{FF2B5EF4-FFF2-40B4-BE49-F238E27FC236}">
                  <a16:creationId xmlns:a16="http://schemas.microsoft.com/office/drawing/2014/main" id="{D70E8DB9-1678-949D-0316-E485A580966F}"/>
                </a:ext>
              </a:extLst>
            </p:cNvPr>
            <p:cNvSpPr txBox="1"/>
            <p:nvPr/>
          </p:nvSpPr>
          <p:spPr>
            <a:xfrm>
              <a:off x="461459" y="4221088"/>
              <a:ext cx="4240622"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薄圆环对通过圆心</a:t>
              </a:r>
              <a:r>
                <a:rPr lang="en-US" altLang="zh-CN" dirty="0">
                  <a:solidFill>
                    <a:srgbClr val="C00000"/>
                  </a:solidFill>
                  <a:latin typeface="Times New Roman" panose="02020603050405020304" pitchFamily="18" charset="0"/>
                </a:rPr>
                <a:t>O</a:t>
              </a:r>
              <a:r>
                <a:rPr lang="zh-CN" altLang="en-US" dirty="0">
                  <a:solidFill>
                    <a:srgbClr val="C00000"/>
                  </a:solidFill>
                  <a:latin typeface="Times New Roman" panose="02020603050405020304" pitchFamily="18" charset="0"/>
                </a:rPr>
                <a:t>轴</a:t>
              </a:r>
              <a:r>
                <a:rPr lang="en-US" altLang="zh-CN" dirty="0">
                  <a:solidFill>
                    <a:srgbClr val="C00000"/>
                  </a:solidFill>
                  <a:latin typeface="Times New Roman" panose="02020603050405020304" pitchFamily="18" charset="0"/>
                </a:rPr>
                <a:t>z</a:t>
              </a:r>
              <a:r>
                <a:rPr lang="zh-CN" altLang="en-US" dirty="0">
                  <a:solidFill>
                    <a:srgbClr val="C00000"/>
                  </a:solidFill>
                  <a:latin typeface="Times New Roman" panose="02020603050405020304" pitchFamily="18" charset="0"/>
                </a:rPr>
                <a:t>：</a:t>
              </a:r>
              <a:endParaRPr lang="en-US" altLang="zh-CN" dirty="0">
                <a:solidFill>
                  <a:srgbClr val="C00000"/>
                </a:solidFill>
                <a:latin typeface="Times New Roman" panose="02020603050405020304" pitchFamily="18" charset="0"/>
              </a:endParaRPr>
            </a:p>
          </p:txBody>
        </p:sp>
        <p:graphicFrame>
          <p:nvGraphicFramePr>
            <p:cNvPr id="21" name="对象 20">
              <a:extLst>
                <a:ext uri="{FF2B5EF4-FFF2-40B4-BE49-F238E27FC236}">
                  <a16:creationId xmlns:a16="http://schemas.microsoft.com/office/drawing/2014/main" id="{912C6D50-4CCA-D57D-C70E-CBD0219BB0FB}"/>
                </a:ext>
              </a:extLst>
            </p:cNvPr>
            <p:cNvGraphicFramePr>
              <a:graphicFrameLocks noChangeAspect="1"/>
            </p:cNvGraphicFramePr>
            <p:nvPr>
              <p:extLst>
                <p:ext uri="{D42A27DB-BD31-4B8C-83A1-F6EECF244321}">
                  <p14:modId xmlns:p14="http://schemas.microsoft.com/office/powerpoint/2010/main" val="74802046"/>
                </p:ext>
              </p:extLst>
            </p:nvPr>
          </p:nvGraphicFramePr>
          <p:xfrm>
            <a:off x="3438321" y="4188783"/>
            <a:ext cx="604838" cy="401637"/>
          </p:xfrm>
          <a:graphic>
            <a:graphicData uri="http://schemas.openxmlformats.org/presentationml/2006/ole">
              <mc:AlternateContent xmlns:mc="http://schemas.openxmlformats.org/markup-compatibility/2006">
                <mc:Choice xmlns:v="urn:schemas-microsoft-com:vml" Requires="v">
                  <p:oleObj name="Equation" r:id="rId12" imgW="266400" imgH="177480" progId="Equation.DSMT4">
                    <p:embed/>
                  </p:oleObj>
                </mc:Choice>
                <mc:Fallback>
                  <p:oleObj name="Equation" r:id="rId12" imgW="266400" imgH="177480" progId="Equation.DSMT4">
                    <p:embed/>
                    <p:pic>
                      <p:nvPicPr>
                        <p:cNvPr id="0" name=""/>
                        <p:cNvPicPr/>
                        <p:nvPr/>
                      </p:nvPicPr>
                      <p:blipFill>
                        <a:blip r:embed="rId13"/>
                        <a:stretch>
                          <a:fillRect/>
                        </a:stretch>
                      </p:blipFill>
                      <p:spPr>
                        <a:xfrm>
                          <a:off x="3438321" y="4188783"/>
                          <a:ext cx="604838" cy="401637"/>
                        </a:xfrm>
                        <a:prstGeom prst="rect">
                          <a:avLst/>
                        </a:prstGeom>
                      </p:spPr>
                    </p:pic>
                  </p:oleObj>
                </mc:Fallback>
              </mc:AlternateContent>
            </a:graphicData>
          </a:graphic>
        </p:graphicFrame>
        <p:pic>
          <p:nvPicPr>
            <p:cNvPr id="16395" name="Picture 11"/>
            <p:cNvPicPr>
              <a:picLocks noChangeAspect="1" noChangeArrowheads="1"/>
            </p:cNvPicPr>
            <p:nvPr/>
          </p:nvPicPr>
          <p:blipFill>
            <a:blip r:embed="rId1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73046" y="3970716"/>
              <a:ext cx="806870" cy="870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4" name="文本框 10">
            <a:extLst>
              <a:ext uri="{FF2B5EF4-FFF2-40B4-BE49-F238E27FC236}">
                <a16:creationId xmlns:a16="http://schemas.microsoft.com/office/drawing/2014/main" id="{54A0F1A0-D74E-52B4-3BD8-FB63F3A7DC65}"/>
              </a:ext>
            </a:extLst>
          </p:cNvPr>
          <p:cNvSpPr txBox="1"/>
          <p:nvPr/>
        </p:nvSpPr>
        <p:spPr>
          <a:xfrm>
            <a:off x="3780341" y="1756081"/>
            <a:ext cx="3699900"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质量连续分布刚体转动惯量：</a:t>
            </a:r>
            <a:endParaRPr lang="en-US" altLang="zh-CN" dirty="0">
              <a:solidFill>
                <a:srgbClr val="C00000"/>
              </a:solidFill>
              <a:latin typeface="Times New Roman" panose="02020603050405020304" pitchFamily="18" charset="0"/>
            </a:endParaRPr>
          </a:p>
        </p:txBody>
      </p:sp>
      <p:graphicFrame>
        <p:nvGraphicFramePr>
          <p:cNvPr id="35" name="对象 34">
            <a:extLst>
              <a:ext uri="{FF2B5EF4-FFF2-40B4-BE49-F238E27FC236}">
                <a16:creationId xmlns:a16="http://schemas.microsoft.com/office/drawing/2014/main" id="{4D206A6C-6B32-D90A-2BE9-17E5BD1E6F1C}"/>
              </a:ext>
            </a:extLst>
          </p:cNvPr>
          <p:cNvGraphicFramePr>
            <a:graphicFrameLocks noChangeAspect="1"/>
          </p:cNvGraphicFramePr>
          <p:nvPr>
            <p:extLst>
              <p:ext uri="{D42A27DB-BD31-4B8C-83A1-F6EECF244321}">
                <p14:modId xmlns:p14="http://schemas.microsoft.com/office/powerpoint/2010/main" val="607983363"/>
              </p:ext>
            </p:extLst>
          </p:nvPr>
        </p:nvGraphicFramePr>
        <p:xfrm>
          <a:off x="6911752" y="1681191"/>
          <a:ext cx="1384300" cy="519112"/>
        </p:xfrm>
        <a:graphic>
          <a:graphicData uri="http://schemas.openxmlformats.org/presentationml/2006/ole">
            <mc:AlternateContent xmlns:mc="http://schemas.openxmlformats.org/markup-compatibility/2006">
              <mc:Choice xmlns:v="urn:schemas-microsoft-com:vml" Requires="v">
                <p:oleObj name="Equation" r:id="rId15" imgW="609480" imgH="228600" progId="Equation.DSMT4">
                  <p:embed/>
                </p:oleObj>
              </mc:Choice>
              <mc:Fallback>
                <p:oleObj name="Equation" r:id="rId15" imgW="609480" imgH="228600" progId="Equation.DSMT4">
                  <p:embed/>
                  <p:pic>
                    <p:nvPicPr>
                      <p:cNvPr id="0" name=""/>
                      <p:cNvPicPr/>
                      <p:nvPr/>
                    </p:nvPicPr>
                    <p:blipFill>
                      <a:blip r:embed="rId16"/>
                      <a:stretch>
                        <a:fillRect/>
                      </a:stretch>
                    </p:blipFill>
                    <p:spPr>
                      <a:xfrm>
                        <a:off x="6911752" y="1681191"/>
                        <a:ext cx="1384300" cy="519112"/>
                      </a:xfrm>
                      <a:prstGeom prst="rect">
                        <a:avLst/>
                      </a:prstGeom>
                    </p:spPr>
                  </p:pic>
                </p:oleObj>
              </mc:Fallback>
            </mc:AlternateContent>
          </a:graphicData>
        </a:graphic>
      </p:graphicFrame>
      <p:grpSp>
        <p:nvGrpSpPr>
          <p:cNvPr id="15" name="组合 14"/>
          <p:cNvGrpSpPr/>
          <p:nvPr/>
        </p:nvGrpSpPr>
        <p:grpSpPr>
          <a:xfrm>
            <a:off x="454407" y="4614297"/>
            <a:ext cx="6001280" cy="758919"/>
            <a:chOff x="454407" y="4616658"/>
            <a:chExt cx="6001280" cy="758919"/>
          </a:xfrm>
        </p:grpSpPr>
        <p:graphicFrame>
          <p:nvGraphicFramePr>
            <p:cNvPr id="25" name="对象 24">
              <a:extLst>
                <a:ext uri="{FF2B5EF4-FFF2-40B4-BE49-F238E27FC236}">
                  <a16:creationId xmlns:a16="http://schemas.microsoft.com/office/drawing/2014/main" id="{912C6D50-4CCA-D57D-C70E-CBD0219BB0FB}"/>
                </a:ext>
              </a:extLst>
            </p:cNvPr>
            <p:cNvGraphicFramePr>
              <a:graphicFrameLocks noChangeAspect="1"/>
            </p:cNvGraphicFramePr>
            <p:nvPr>
              <p:extLst>
                <p:ext uri="{D42A27DB-BD31-4B8C-83A1-F6EECF244321}">
                  <p14:modId xmlns:p14="http://schemas.microsoft.com/office/powerpoint/2010/main" val="2360094158"/>
                </p:ext>
              </p:extLst>
            </p:nvPr>
          </p:nvGraphicFramePr>
          <p:xfrm>
            <a:off x="3366090" y="4658027"/>
            <a:ext cx="749300" cy="717550"/>
          </p:xfrm>
          <a:graphic>
            <a:graphicData uri="http://schemas.openxmlformats.org/presentationml/2006/ole">
              <mc:AlternateContent xmlns:mc="http://schemas.openxmlformats.org/markup-compatibility/2006">
                <mc:Choice xmlns:v="urn:schemas-microsoft-com:vml" Requires="v">
                  <p:oleObj name="Equation" r:id="rId17" imgW="330120" imgH="317160" progId="Equation.DSMT4">
                    <p:embed/>
                  </p:oleObj>
                </mc:Choice>
                <mc:Fallback>
                  <p:oleObj name="Equation" r:id="rId17" imgW="330120" imgH="317160" progId="Equation.DSMT4">
                    <p:embed/>
                    <p:pic>
                      <p:nvPicPr>
                        <p:cNvPr id="0" name=""/>
                        <p:cNvPicPr/>
                        <p:nvPr/>
                      </p:nvPicPr>
                      <p:blipFill>
                        <a:blip r:embed="rId18"/>
                        <a:stretch>
                          <a:fillRect/>
                        </a:stretch>
                      </p:blipFill>
                      <p:spPr>
                        <a:xfrm>
                          <a:off x="3366090" y="4658027"/>
                          <a:ext cx="749300" cy="717550"/>
                        </a:xfrm>
                        <a:prstGeom prst="rect">
                          <a:avLst/>
                        </a:prstGeom>
                      </p:spPr>
                    </p:pic>
                  </p:oleObj>
                </mc:Fallback>
              </mc:AlternateContent>
            </a:graphicData>
          </a:graphic>
        </p:graphicFrame>
        <p:sp>
          <p:nvSpPr>
            <p:cNvPr id="27" name="文本框 19">
              <a:extLst>
                <a:ext uri="{FF2B5EF4-FFF2-40B4-BE49-F238E27FC236}">
                  <a16:creationId xmlns:a16="http://schemas.microsoft.com/office/drawing/2014/main" id="{D70E8DB9-1678-949D-0316-E485A580966F}"/>
                </a:ext>
              </a:extLst>
            </p:cNvPr>
            <p:cNvSpPr txBox="1"/>
            <p:nvPr/>
          </p:nvSpPr>
          <p:spPr>
            <a:xfrm>
              <a:off x="454407" y="4811451"/>
              <a:ext cx="4240622"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薄圆板对通过圆心</a:t>
              </a:r>
              <a:r>
                <a:rPr lang="en-US" altLang="zh-CN" dirty="0">
                  <a:solidFill>
                    <a:srgbClr val="C00000"/>
                  </a:solidFill>
                  <a:latin typeface="Times New Roman" panose="02020603050405020304" pitchFamily="18" charset="0"/>
                </a:rPr>
                <a:t>O</a:t>
              </a:r>
              <a:r>
                <a:rPr lang="zh-CN" altLang="en-US" dirty="0">
                  <a:solidFill>
                    <a:srgbClr val="C00000"/>
                  </a:solidFill>
                  <a:latin typeface="Times New Roman" panose="02020603050405020304" pitchFamily="18" charset="0"/>
                </a:rPr>
                <a:t>轴</a:t>
              </a:r>
              <a:r>
                <a:rPr lang="en-US" altLang="zh-CN" dirty="0">
                  <a:solidFill>
                    <a:srgbClr val="C00000"/>
                  </a:solidFill>
                  <a:latin typeface="Times New Roman" panose="02020603050405020304" pitchFamily="18" charset="0"/>
                </a:rPr>
                <a:t>z</a:t>
              </a:r>
              <a:r>
                <a:rPr lang="zh-CN" altLang="en-US" dirty="0">
                  <a:solidFill>
                    <a:srgbClr val="C00000"/>
                  </a:solidFill>
                  <a:latin typeface="Times New Roman" panose="02020603050405020304" pitchFamily="18" charset="0"/>
                </a:rPr>
                <a:t>：</a:t>
              </a:r>
              <a:endParaRPr lang="en-US" altLang="zh-CN" dirty="0">
                <a:solidFill>
                  <a:srgbClr val="C00000"/>
                </a:solidFill>
                <a:latin typeface="Times New Roman" panose="02020603050405020304" pitchFamily="18" charset="0"/>
              </a:endParaRPr>
            </a:p>
          </p:txBody>
        </p:sp>
        <p:pic>
          <p:nvPicPr>
            <p:cNvPr id="28" name="Picture 2"/>
            <p:cNvPicPr>
              <a:picLocks noChangeAspect="1" noChangeArrowheads="1"/>
            </p:cNvPicPr>
            <p:nvPr/>
          </p:nvPicPr>
          <p:blipFill>
            <a:blip r:embed="rId19"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630290" y="4616658"/>
              <a:ext cx="825397" cy="758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6" name="组合 15"/>
          <p:cNvGrpSpPr/>
          <p:nvPr/>
        </p:nvGrpSpPr>
        <p:grpSpPr>
          <a:xfrm>
            <a:off x="470957" y="5301208"/>
            <a:ext cx="4638413" cy="862207"/>
            <a:chOff x="470957" y="5166382"/>
            <a:chExt cx="4638413" cy="862207"/>
          </a:xfrm>
        </p:grpSpPr>
        <p:sp>
          <p:nvSpPr>
            <p:cNvPr id="24" name="文本框 13">
              <a:extLst>
                <a:ext uri="{FF2B5EF4-FFF2-40B4-BE49-F238E27FC236}">
                  <a16:creationId xmlns:a16="http://schemas.microsoft.com/office/drawing/2014/main" id="{51FD3757-0A90-AE50-6039-7CDAB5122B6B}"/>
                </a:ext>
              </a:extLst>
            </p:cNvPr>
            <p:cNvSpPr txBox="1"/>
            <p:nvPr/>
          </p:nvSpPr>
          <p:spPr>
            <a:xfrm>
              <a:off x="470957" y="5445224"/>
              <a:ext cx="4486200"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空心圆柱对</a:t>
              </a:r>
              <a:r>
                <a:rPr lang="en-US" altLang="zh-CN" dirty="0">
                  <a:solidFill>
                    <a:srgbClr val="C00000"/>
                  </a:solidFill>
                  <a:latin typeface="Times New Roman" panose="02020603050405020304" pitchFamily="18" charset="0"/>
                </a:rPr>
                <a:t>z</a:t>
              </a:r>
              <a:r>
                <a:rPr lang="zh-CN" altLang="en-US" dirty="0">
                  <a:solidFill>
                    <a:srgbClr val="C00000"/>
                  </a:solidFill>
                  <a:latin typeface="Times New Roman" panose="02020603050405020304" pitchFamily="18" charset="0"/>
                </a:rPr>
                <a:t>轴：</a:t>
              </a:r>
              <a:endParaRPr lang="en-US" altLang="zh-CN" dirty="0">
                <a:solidFill>
                  <a:srgbClr val="C00000"/>
                </a:solidFill>
                <a:latin typeface="Times New Roman" panose="02020603050405020304" pitchFamily="18" charset="0"/>
              </a:endParaRPr>
            </a:p>
          </p:txBody>
        </p:sp>
        <p:graphicFrame>
          <p:nvGraphicFramePr>
            <p:cNvPr id="26" name="对象 25">
              <a:extLst>
                <a:ext uri="{FF2B5EF4-FFF2-40B4-BE49-F238E27FC236}">
                  <a16:creationId xmlns:a16="http://schemas.microsoft.com/office/drawing/2014/main" id="{E319A8BD-842D-3B34-F8EA-480378FE44D0}"/>
                </a:ext>
              </a:extLst>
            </p:cNvPr>
            <p:cNvGraphicFramePr>
              <a:graphicFrameLocks noChangeAspect="1"/>
            </p:cNvGraphicFramePr>
            <p:nvPr>
              <p:extLst>
                <p:ext uri="{D42A27DB-BD31-4B8C-83A1-F6EECF244321}">
                  <p14:modId xmlns:p14="http://schemas.microsoft.com/office/powerpoint/2010/main" val="3351093698"/>
                </p:ext>
              </p:extLst>
            </p:nvPr>
          </p:nvGraphicFramePr>
          <p:xfrm>
            <a:off x="2362667" y="5270321"/>
            <a:ext cx="1471613" cy="719137"/>
          </p:xfrm>
          <a:graphic>
            <a:graphicData uri="http://schemas.openxmlformats.org/presentationml/2006/ole">
              <mc:AlternateContent xmlns:mc="http://schemas.openxmlformats.org/markup-compatibility/2006">
                <mc:Choice xmlns:v="urn:schemas-microsoft-com:vml" Requires="v">
                  <p:oleObj name="Equation" r:id="rId20" imgW="647640" imgH="317160" progId="Equation.DSMT4">
                    <p:embed/>
                  </p:oleObj>
                </mc:Choice>
                <mc:Fallback>
                  <p:oleObj name="Equation" r:id="rId20" imgW="647640" imgH="317160" progId="Equation.DSMT4">
                    <p:embed/>
                    <p:pic>
                      <p:nvPicPr>
                        <p:cNvPr id="0" name=""/>
                        <p:cNvPicPr/>
                        <p:nvPr/>
                      </p:nvPicPr>
                      <p:blipFill>
                        <a:blip r:embed="rId21"/>
                        <a:stretch>
                          <a:fillRect/>
                        </a:stretch>
                      </p:blipFill>
                      <p:spPr>
                        <a:xfrm>
                          <a:off x="2362667" y="5270321"/>
                          <a:ext cx="1471613" cy="719137"/>
                        </a:xfrm>
                        <a:prstGeom prst="rect">
                          <a:avLst/>
                        </a:prstGeom>
                      </p:spPr>
                    </p:pic>
                  </p:oleObj>
                </mc:Fallback>
              </mc:AlternateContent>
            </a:graphicData>
          </a:graphic>
        </p:graphicFrame>
        <p:pic>
          <p:nvPicPr>
            <p:cNvPr id="31" name="Picture 5"/>
            <p:cNvPicPr>
              <a:picLocks noChangeAspect="1" noChangeArrowheads="1"/>
            </p:cNvPicPr>
            <p:nvPr/>
          </p:nvPicPr>
          <p:blipFill>
            <a:blip r:embed="rId2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272227" y="5166382"/>
              <a:ext cx="837143" cy="862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7" name="组合 16"/>
          <p:cNvGrpSpPr/>
          <p:nvPr/>
        </p:nvGrpSpPr>
        <p:grpSpPr>
          <a:xfrm>
            <a:off x="447748" y="6224588"/>
            <a:ext cx="4124252" cy="428625"/>
            <a:chOff x="566546" y="6224588"/>
            <a:chExt cx="4124252" cy="428625"/>
          </a:xfrm>
        </p:grpSpPr>
        <mc:AlternateContent xmlns:mc="http://schemas.openxmlformats.org/markup-compatibility/2006" xmlns:a14="http://schemas.microsoft.com/office/drawing/2010/main">
          <mc:Choice Requires="a14">
            <p:sp>
              <p:nvSpPr>
                <p:cNvPr id="36" name="文本框 21">
                  <a:extLst>
                    <a:ext uri="{FF2B5EF4-FFF2-40B4-BE49-F238E27FC236}">
                      <a16:creationId xmlns:a16="http://schemas.microsoft.com/office/drawing/2014/main" id="{E34C5660-7387-78C4-93F9-9A5FD0809C60}"/>
                    </a:ext>
                  </a:extLst>
                </p:cNvPr>
                <p:cNvSpPr txBox="1"/>
                <p:nvPr/>
              </p:nvSpPr>
              <p:spPr>
                <a:xfrm>
                  <a:off x="566546" y="6269250"/>
                  <a:ext cx="4124252"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惯性半径为</a:t>
                  </a:r>
                  <a14:m>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zh-CN" altLang="en-US" i="1" smtClean="0">
                              <a:solidFill>
                                <a:srgbClr val="C00000"/>
                              </a:solidFill>
                              <a:latin typeface="Cambria Math" panose="02040503050406030204" pitchFamily="18" charset="0"/>
                            </a:rPr>
                            <m:t>𝜌</m:t>
                          </m:r>
                        </m:e>
                        <m:sub>
                          <m:r>
                            <a:rPr lang="en-US" altLang="zh-CN" b="0" i="1" smtClean="0">
                              <a:solidFill>
                                <a:srgbClr val="C00000"/>
                              </a:solidFill>
                              <a:latin typeface="Cambria Math" panose="02040503050406030204" pitchFamily="18" charset="0"/>
                            </a:rPr>
                            <m:t>𝑧</m:t>
                          </m:r>
                        </m:sub>
                      </m:sSub>
                    </m:oMath>
                  </a14:m>
                  <a:r>
                    <a:rPr lang="zh-CN" altLang="en-US" dirty="0">
                      <a:solidFill>
                        <a:srgbClr val="C00000"/>
                      </a:solidFill>
                      <a:latin typeface="Times New Roman" panose="02020603050405020304" pitchFamily="18" charset="0"/>
                    </a:rPr>
                    <a:t>的刚体对轴</a:t>
                  </a:r>
                  <a:r>
                    <a:rPr lang="en-US" altLang="zh-CN" dirty="0">
                      <a:solidFill>
                        <a:srgbClr val="C00000"/>
                      </a:solidFill>
                      <a:latin typeface="Times New Roman" panose="02020603050405020304" pitchFamily="18" charset="0"/>
                    </a:rPr>
                    <a:t>z</a:t>
                  </a:r>
                  <a:r>
                    <a:rPr lang="zh-CN" altLang="en-US" dirty="0">
                      <a:solidFill>
                        <a:srgbClr val="C00000"/>
                      </a:solidFill>
                      <a:latin typeface="Times New Roman" panose="02020603050405020304" pitchFamily="18" charset="0"/>
                    </a:rPr>
                    <a:t>：</a:t>
                  </a:r>
                  <a:endParaRPr lang="en-US" altLang="zh-CN" dirty="0">
                    <a:solidFill>
                      <a:srgbClr val="C00000"/>
                    </a:solidFill>
                    <a:latin typeface="Times New Roman" panose="02020603050405020304" pitchFamily="18" charset="0"/>
                  </a:endParaRPr>
                </a:p>
              </p:txBody>
            </p:sp>
          </mc:Choice>
          <mc:Fallback xmlns="">
            <p:sp>
              <p:nvSpPr>
                <p:cNvPr id="36" name="文本框 21">
                  <a:extLst>
                    <a:ext uri="{FF2B5EF4-FFF2-40B4-BE49-F238E27FC236}">
                      <a16:creationId xmlns:a16="http://schemas.microsoft.com/office/drawing/2014/main" xmlns:a14="http://schemas.microsoft.com/office/drawing/2010/main" xmlns="" id="{E34C5660-7387-78C4-93F9-9A5FD0809C60}"/>
                    </a:ext>
                  </a:extLst>
                </p:cNvPr>
                <p:cNvSpPr txBox="1">
                  <a:spLocks noRot="1" noChangeAspect="1" noMove="1" noResize="1" noEditPoints="1" noAdjustHandles="1" noChangeArrowheads="1" noChangeShapeType="1" noTextEdit="1"/>
                </p:cNvSpPr>
                <p:nvPr/>
              </p:nvSpPr>
              <p:spPr>
                <a:xfrm>
                  <a:off x="566546" y="6269250"/>
                  <a:ext cx="4124252" cy="369332"/>
                </a:xfrm>
                <a:prstGeom prst="rect">
                  <a:avLst/>
                </a:prstGeom>
                <a:blipFill rotWithShape="1">
                  <a:blip r:embed="rId24"/>
                  <a:stretch>
                    <a:fillRect l="-1182" t="-11475"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37" name="对象 36">
                  <a:extLst>
                    <a:ext uri="{FF2B5EF4-FFF2-40B4-BE49-F238E27FC236}">
                      <a16:creationId xmlns:a16="http://schemas.microsoft.com/office/drawing/2014/main" id="{55FDCA11-F309-94A7-3D83-DEE4262BB7E5}"/>
                    </a:ext>
                  </a:extLst>
                </p:cNvPr>
                <p:cNvGraphicFramePr>
                  <a:graphicFrameLocks noChangeAspect="1"/>
                </p:cNvGraphicFramePr>
                <p:nvPr>
                  <p:extLst>
                    <p:ext uri="{D42A27DB-BD31-4B8C-83A1-F6EECF244321}">
                      <p14:modId xmlns:p14="http://schemas.microsoft.com/office/powerpoint/2010/main" val="3598961895"/>
                    </p:ext>
                  </p:extLst>
                </p:nvPr>
              </p:nvGraphicFramePr>
              <p:xfrm>
                <a:off x="3682686" y="6224588"/>
                <a:ext cx="547687" cy="428625"/>
              </p:xfrm>
              <a:graphic>
                <a:graphicData uri="http://schemas.openxmlformats.org/presentationml/2006/ole">
                  <mc:AlternateContent>
                    <mc:Choice xmlns:v="urn:schemas-microsoft-com:vml" Requires="v">
                      <p:oleObj name="Equation" r:id="rId25" imgW="241200" imgH="190440" progId="Equation.DSMT4">
                        <p:embed/>
                      </p:oleObj>
                    </mc:Choice>
                    <mc:Fallback>
                      <p:oleObj name="Equation" r:id="rId25" imgW="241200" imgH="190440" progId="Equation.DSMT4">
                        <p:embed/>
                        <p:pic>
                          <p:nvPicPr>
                            <p:cNvPr id="0" name=""/>
                            <p:cNvPicPr/>
                            <p:nvPr/>
                          </p:nvPicPr>
                          <p:blipFill>
                            <a:blip r:embed="rId26"/>
                            <a:stretch>
                              <a:fillRect/>
                            </a:stretch>
                          </p:blipFill>
                          <p:spPr>
                            <a:xfrm>
                              <a:off x="3682686" y="6224588"/>
                              <a:ext cx="547687" cy="428625"/>
                            </a:xfrm>
                            <a:prstGeom prst="rect">
                              <a:avLst/>
                            </a:prstGeom>
                          </p:spPr>
                        </p:pic>
                      </p:oleObj>
                    </mc:Fallback>
                  </mc:AlternateContent>
                </a:graphicData>
              </a:graphic>
            </p:graphicFrame>
          </mc:Choice>
          <mc:Fallback xmlns="">
            <p:graphicFrame>
              <p:nvGraphicFramePr>
                <p:cNvPr id="37" name="对象 36">
                  <a:extLst>
                    <a:ext uri="{FF2B5EF4-FFF2-40B4-BE49-F238E27FC236}">
                      <a16:creationId xmlns:a16="http://schemas.microsoft.com/office/drawing/2014/main" xmlns:a14="http://schemas.microsoft.com/office/drawing/2010/main" xmlns="" id="{55FDCA11-F309-94A7-3D83-DEE4262BB7E5}"/>
                    </a:ext>
                  </a:extLst>
                </p:cNvPr>
                <p:cNvGraphicFramePr>
                  <a:graphicFrameLocks noChangeAspect="1"/>
                </p:cNvGraphicFramePr>
                <p:nvPr>
                  <p:extLst>
                    <p:ext uri="{D42A27DB-BD31-4B8C-83A1-F6EECF244321}">
                      <p14:modId xmlns:p14="http://schemas.microsoft.com/office/powerpoint/2010/main" val="3598961895"/>
                    </p:ext>
                  </p:extLst>
                </p:nvPr>
              </p:nvGraphicFramePr>
              <p:xfrm>
                <a:off x="3682686" y="6224588"/>
                <a:ext cx="547687" cy="428625"/>
              </p:xfrm>
              <a:graphic>
                <a:graphicData uri="http://schemas.openxmlformats.org/presentationml/2006/ole">
                  <mc:AlternateContent>
                    <mc:Choice xmlns:v="urn:schemas-microsoft-com:vml" Requires="v">
                      <p:oleObj spid="_x0000_s16718" name="Equation" r:id="rId27" imgW="241200" imgH="190440" progId="Equation.DSMT4">
                        <p:embed/>
                      </p:oleObj>
                    </mc:Choice>
                    <mc:Fallback>
                      <p:oleObj name="Equation" r:id="rId27" imgW="241200" imgH="190440" progId="Equation.DSMT4">
                        <p:embed/>
                        <p:pic>
                          <p:nvPicPr>
                            <p:cNvPr id="0" name=""/>
                            <p:cNvPicPr/>
                            <p:nvPr/>
                          </p:nvPicPr>
                          <p:blipFill>
                            <a:blip r:embed="rId28"/>
                            <a:stretch>
                              <a:fillRect/>
                            </a:stretch>
                          </p:blipFill>
                          <p:spPr>
                            <a:xfrm>
                              <a:off x="3682686" y="6224588"/>
                              <a:ext cx="547687" cy="428625"/>
                            </a:xfrm>
                            <a:prstGeom prst="rect">
                              <a:avLst/>
                            </a:prstGeom>
                          </p:spPr>
                        </p:pic>
                      </p:oleObj>
                    </mc:Fallback>
                  </mc:AlternateContent>
                </a:graphicData>
              </a:graphic>
            </p:graphicFrame>
          </mc:Fallback>
        </mc:AlternateContent>
      </p:grpSp>
    </p:spTree>
    <p:extLst>
      <p:ext uri="{BB962C8B-B14F-4D97-AF65-F5344CB8AC3E}">
        <p14:creationId xmlns:p14="http://schemas.microsoft.com/office/powerpoint/2010/main" val="2022760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1" grpId="0"/>
      <p:bldP spid="13" grpId="0"/>
      <p:bldP spid="3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6">
            <a:extLst>
              <a:ext uri="{FF2B5EF4-FFF2-40B4-BE49-F238E27FC236}">
                <a16:creationId xmlns:a16="http://schemas.microsoft.com/office/drawing/2014/main" id="{56AE48F8-EEF8-4085-A33D-D4E632D164D8}"/>
              </a:ext>
            </a:extLst>
          </p:cNvPr>
          <p:cNvSpPr>
            <a:spLocks noGrp="1"/>
          </p:cNvSpPr>
          <p:nvPr>
            <p:ph type="sldNum" sz="quarter" idx="10"/>
          </p:nvPr>
        </p:nvSpPr>
        <p:spPr bwMode="auto">
          <a:xfrm>
            <a:off x="6588224" y="645823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B61916C-39C7-4F35-A5F7-174ADC8467C8}" type="slidenum">
              <a:rPr lang="zh-CN" altLang="en-US" smtClean="0">
                <a:solidFill>
                  <a:srgbClr val="898989"/>
                </a:solidFill>
              </a:rPr>
              <a:pPr/>
              <a:t>4</a:t>
            </a:fld>
            <a:endParaRPr lang="zh-CN" altLang="en-US" dirty="0">
              <a:solidFill>
                <a:srgbClr val="898989"/>
              </a:solidFill>
            </a:endParaRPr>
          </a:p>
        </p:txBody>
      </p:sp>
      <p:sp>
        <p:nvSpPr>
          <p:cNvPr id="3" name="文本框 2"/>
          <p:cNvSpPr txBox="1"/>
          <p:nvPr/>
        </p:nvSpPr>
        <p:spPr>
          <a:xfrm>
            <a:off x="0" y="-27384"/>
            <a:ext cx="3214076" cy="461665"/>
          </a:xfrm>
          <a:prstGeom prst="rect">
            <a:avLst/>
          </a:prstGeom>
          <a:noFill/>
        </p:spPr>
        <p:txBody>
          <a:bodyPr wrap="square" rtlCol="0">
            <a:spAutoFit/>
          </a:bodyPr>
          <a:lstStyle/>
          <a:p>
            <a:r>
              <a:rPr lang="zh-CN" altLang="en-US" sz="2400" b="1" dirty="0">
                <a:solidFill>
                  <a:srgbClr val="1A44A1"/>
                </a:solidFill>
                <a:latin typeface="Times New Roman" panose="02020603050405020304" pitchFamily="18" charset="0"/>
              </a:rPr>
              <a:t>第</a:t>
            </a:r>
            <a:r>
              <a:rPr lang="en-US" altLang="zh-CN" sz="2400" b="1" dirty="0">
                <a:solidFill>
                  <a:srgbClr val="1A44A1"/>
                </a:solidFill>
                <a:latin typeface="Times New Roman" panose="02020603050405020304" pitchFamily="18" charset="0"/>
              </a:rPr>
              <a:t>8</a:t>
            </a:r>
            <a:r>
              <a:rPr lang="zh-CN" altLang="en-US" sz="2400" b="1" dirty="0">
                <a:solidFill>
                  <a:srgbClr val="1A44A1"/>
                </a:solidFill>
                <a:latin typeface="Times New Roman" panose="02020603050405020304" pitchFamily="18" charset="0"/>
              </a:rPr>
              <a:t>章 动量原理</a:t>
            </a:r>
            <a:endParaRPr lang="en-US" altLang="zh-CN" sz="2400" b="1" dirty="0">
              <a:solidFill>
                <a:srgbClr val="1A44A1"/>
              </a:solidFill>
              <a:latin typeface="Times New Roman" panose="02020603050405020304" pitchFamily="18" charset="0"/>
            </a:endParaRPr>
          </a:p>
        </p:txBody>
      </p:sp>
      <p:sp>
        <p:nvSpPr>
          <p:cNvPr id="33" name="文本框 23">
            <a:extLst>
              <a:ext uri="{FF2B5EF4-FFF2-40B4-BE49-F238E27FC236}">
                <a16:creationId xmlns:a16="http://schemas.microsoft.com/office/drawing/2014/main" id="{BD49DF9C-0BD4-7EF8-A452-13BE98E68716}"/>
              </a:ext>
            </a:extLst>
          </p:cNvPr>
          <p:cNvSpPr txBox="1"/>
          <p:nvPr/>
        </p:nvSpPr>
        <p:spPr>
          <a:xfrm>
            <a:off x="424776" y="620688"/>
            <a:ext cx="8496944" cy="646331"/>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平行轴定理：刚体对任一轴的转动惯量，等于刚体对该轴平行的质心轴的转动惯量加上刚体的质量与两轴间的距离平方的乘积，即</a:t>
            </a:r>
            <a:endParaRPr lang="en-US" altLang="zh-CN" dirty="0">
              <a:solidFill>
                <a:srgbClr val="C00000"/>
              </a:solidFill>
              <a:latin typeface="Times New Roman" panose="02020603050405020304" pitchFamily="18" charset="0"/>
            </a:endParaRPr>
          </a:p>
        </p:txBody>
      </p:sp>
      <p:graphicFrame>
        <p:nvGraphicFramePr>
          <p:cNvPr id="34" name="对象 33">
            <a:extLst>
              <a:ext uri="{FF2B5EF4-FFF2-40B4-BE49-F238E27FC236}">
                <a16:creationId xmlns:a16="http://schemas.microsoft.com/office/drawing/2014/main" id="{FA1BB9A8-9393-79A1-7B79-99F45477E18A}"/>
              </a:ext>
            </a:extLst>
          </p:cNvPr>
          <p:cNvGraphicFramePr>
            <a:graphicFrameLocks noChangeAspect="1"/>
          </p:cNvGraphicFramePr>
          <p:nvPr>
            <p:extLst>
              <p:ext uri="{D42A27DB-BD31-4B8C-83A1-F6EECF244321}">
                <p14:modId xmlns:p14="http://schemas.microsoft.com/office/powerpoint/2010/main" val="1609436898"/>
              </p:ext>
            </p:extLst>
          </p:nvPr>
        </p:nvGraphicFramePr>
        <p:xfrm>
          <a:off x="3852510" y="1196752"/>
          <a:ext cx="1641475" cy="430212"/>
        </p:xfrm>
        <a:graphic>
          <a:graphicData uri="http://schemas.openxmlformats.org/presentationml/2006/ole">
            <mc:AlternateContent xmlns:mc="http://schemas.openxmlformats.org/markup-compatibility/2006">
              <mc:Choice xmlns:v="urn:schemas-microsoft-com:vml" Requires="v">
                <p:oleObj name="Equation" r:id="rId3" imgW="723600" imgH="190440" progId="Equation.DSMT4">
                  <p:embed/>
                </p:oleObj>
              </mc:Choice>
              <mc:Fallback>
                <p:oleObj name="Equation" r:id="rId3" imgW="723600" imgH="190440" progId="Equation.DSMT4">
                  <p:embed/>
                  <p:pic>
                    <p:nvPicPr>
                      <p:cNvPr id="0" name=""/>
                      <p:cNvPicPr/>
                      <p:nvPr/>
                    </p:nvPicPr>
                    <p:blipFill>
                      <a:blip r:embed="rId4"/>
                      <a:stretch>
                        <a:fillRect/>
                      </a:stretch>
                    </p:blipFill>
                    <p:spPr>
                      <a:xfrm>
                        <a:off x="3852510" y="1196752"/>
                        <a:ext cx="1641475" cy="430212"/>
                      </a:xfrm>
                      <a:prstGeom prst="rect">
                        <a:avLst/>
                      </a:prstGeom>
                    </p:spPr>
                  </p:pic>
                </p:oleObj>
              </mc:Fallback>
            </mc:AlternateContent>
          </a:graphicData>
        </a:graphic>
      </p:graphicFrame>
      <p:sp>
        <p:nvSpPr>
          <p:cNvPr id="35" name="文本框 7">
            <a:extLst>
              <a:ext uri="{FF2B5EF4-FFF2-40B4-BE49-F238E27FC236}">
                <a16:creationId xmlns:a16="http://schemas.microsoft.com/office/drawing/2014/main" id="{747B48E9-CD7B-0AA2-51AD-FEA39ECB2A50}"/>
              </a:ext>
            </a:extLst>
          </p:cNvPr>
          <p:cNvSpPr txBox="1"/>
          <p:nvPr/>
        </p:nvSpPr>
        <p:spPr>
          <a:xfrm>
            <a:off x="434298" y="1588730"/>
            <a:ext cx="6588224" cy="400110"/>
          </a:xfrm>
          <a:prstGeom prst="rect">
            <a:avLst/>
          </a:prstGeom>
          <a:noFill/>
        </p:spPr>
        <p:txBody>
          <a:bodyPr wrap="square" rtlCol="0">
            <a:spAutoFit/>
          </a:bodyPr>
          <a:lstStyle/>
          <a:p>
            <a:r>
              <a:rPr lang="zh-CN" altLang="en-US" sz="2000" dirty="0">
                <a:solidFill>
                  <a:srgbClr val="C00000"/>
                </a:solidFill>
                <a:latin typeface="Times New Roman" panose="02020603050405020304" pitchFamily="18" charset="0"/>
              </a:rPr>
              <a:t>二、动量、动量矩和冲量</a:t>
            </a:r>
            <a:endParaRPr lang="en-US" altLang="zh-CN" sz="2000" dirty="0">
              <a:solidFill>
                <a:srgbClr val="C00000"/>
              </a:solidFill>
              <a:latin typeface="Times New Roman" panose="02020603050405020304" pitchFamily="18" charset="0"/>
            </a:endParaRPr>
          </a:p>
        </p:txBody>
      </p:sp>
      <p:grpSp>
        <p:nvGrpSpPr>
          <p:cNvPr id="9" name="组合 8"/>
          <p:cNvGrpSpPr/>
          <p:nvPr/>
        </p:nvGrpSpPr>
        <p:grpSpPr>
          <a:xfrm>
            <a:off x="3651026" y="2348880"/>
            <a:ext cx="3528269" cy="403225"/>
            <a:chOff x="3651026" y="2348880"/>
            <a:chExt cx="3528269" cy="403225"/>
          </a:xfrm>
        </p:grpSpPr>
        <p:sp>
          <p:nvSpPr>
            <p:cNvPr id="39" name="文本框 27">
              <a:extLst>
                <a:ext uri="{FF2B5EF4-FFF2-40B4-BE49-F238E27FC236}">
                  <a16:creationId xmlns:a16="http://schemas.microsoft.com/office/drawing/2014/main" id="{29BC7041-32FF-7F54-02FE-7D37CCA3D523}"/>
                </a:ext>
              </a:extLst>
            </p:cNvPr>
            <p:cNvSpPr txBox="1"/>
            <p:nvPr/>
          </p:nvSpPr>
          <p:spPr>
            <a:xfrm>
              <a:off x="3651026" y="2361116"/>
              <a:ext cx="2577158"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平动刚体动量矩：</a:t>
              </a:r>
              <a:endParaRPr lang="en-US" altLang="zh-CN" dirty="0">
                <a:solidFill>
                  <a:srgbClr val="C00000"/>
                </a:solidFill>
                <a:latin typeface="Times New Roman" panose="02020603050405020304" pitchFamily="18" charset="0"/>
              </a:endParaRPr>
            </a:p>
          </p:txBody>
        </p:sp>
        <p:graphicFrame>
          <p:nvGraphicFramePr>
            <p:cNvPr id="40" name="对象 39">
              <a:extLst>
                <a:ext uri="{FF2B5EF4-FFF2-40B4-BE49-F238E27FC236}">
                  <a16:creationId xmlns:a16="http://schemas.microsoft.com/office/drawing/2014/main" id="{CA4E6305-5EDB-4738-E3F2-9ADE687ADD6B}"/>
                </a:ext>
              </a:extLst>
            </p:cNvPr>
            <p:cNvGraphicFramePr>
              <a:graphicFrameLocks noChangeAspect="1"/>
            </p:cNvGraphicFramePr>
            <p:nvPr>
              <p:extLst>
                <p:ext uri="{D42A27DB-BD31-4B8C-83A1-F6EECF244321}">
                  <p14:modId xmlns:p14="http://schemas.microsoft.com/office/powerpoint/2010/main" val="3900768946"/>
                </p:ext>
              </p:extLst>
            </p:nvPr>
          </p:nvGraphicFramePr>
          <p:xfrm>
            <a:off x="5652120" y="2348880"/>
            <a:ext cx="1527175" cy="403225"/>
          </p:xfrm>
          <a:graphic>
            <a:graphicData uri="http://schemas.openxmlformats.org/presentationml/2006/ole">
              <mc:AlternateContent xmlns:mc="http://schemas.openxmlformats.org/markup-compatibility/2006">
                <mc:Choice xmlns:v="urn:schemas-microsoft-com:vml" Requires="v">
                  <p:oleObj name="Equation" r:id="rId5" imgW="672840" imgH="177480" progId="Equation.DSMT4">
                    <p:embed/>
                  </p:oleObj>
                </mc:Choice>
                <mc:Fallback>
                  <p:oleObj name="Equation" r:id="rId5" imgW="672840" imgH="177480" progId="Equation.DSMT4">
                    <p:embed/>
                    <p:pic>
                      <p:nvPicPr>
                        <p:cNvPr id="0" name=""/>
                        <p:cNvPicPr/>
                        <p:nvPr/>
                      </p:nvPicPr>
                      <p:blipFill>
                        <a:blip r:embed="rId6"/>
                        <a:stretch>
                          <a:fillRect/>
                        </a:stretch>
                      </p:blipFill>
                      <p:spPr>
                        <a:xfrm>
                          <a:off x="5652120" y="2348880"/>
                          <a:ext cx="1527175" cy="403225"/>
                        </a:xfrm>
                        <a:prstGeom prst="rect">
                          <a:avLst/>
                        </a:prstGeom>
                      </p:spPr>
                    </p:pic>
                  </p:oleObj>
                </mc:Fallback>
              </mc:AlternateContent>
            </a:graphicData>
          </a:graphic>
        </p:graphicFrame>
      </p:grpSp>
      <p:grpSp>
        <p:nvGrpSpPr>
          <p:cNvPr id="12" name="组合 11"/>
          <p:cNvGrpSpPr/>
          <p:nvPr/>
        </p:nvGrpSpPr>
        <p:grpSpPr>
          <a:xfrm>
            <a:off x="582368" y="3192916"/>
            <a:ext cx="2007329" cy="633413"/>
            <a:chOff x="582368" y="3192916"/>
            <a:chExt cx="2007329" cy="633413"/>
          </a:xfrm>
        </p:grpSpPr>
        <p:sp>
          <p:nvSpPr>
            <p:cNvPr id="41" name="文本框 29">
              <a:extLst>
                <a:ext uri="{FF2B5EF4-FFF2-40B4-BE49-F238E27FC236}">
                  <a16:creationId xmlns:a16="http://schemas.microsoft.com/office/drawing/2014/main" id="{5A8DB5A9-0636-D05A-5A1A-F757E9139F20}"/>
                </a:ext>
              </a:extLst>
            </p:cNvPr>
            <p:cNvSpPr txBox="1"/>
            <p:nvPr/>
          </p:nvSpPr>
          <p:spPr>
            <a:xfrm>
              <a:off x="582368" y="3324957"/>
              <a:ext cx="1028082" cy="369332"/>
            </a:xfrm>
            <a:prstGeom prst="rect">
              <a:avLst/>
            </a:prstGeom>
            <a:noFill/>
          </p:spPr>
          <p:txBody>
            <a:bodyPr wrap="square" rtlCol="0">
              <a:spAutoFit/>
            </a:bodyPr>
            <a:lstStyle/>
            <a:p>
              <a:r>
                <a:rPr lang="zh-CN" altLang="en-US" dirty="0">
                  <a:solidFill>
                    <a:srgbClr val="1A44A1"/>
                  </a:solidFill>
                  <a:latin typeface="Times New Roman" panose="02020603050405020304" pitchFamily="18" charset="0"/>
                </a:rPr>
                <a:t>冲量：</a:t>
              </a:r>
              <a:endParaRPr lang="en-US" altLang="zh-CN" dirty="0">
                <a:solidFill>
                  <a:srgbClr val="1A44A1"/>
                </a:solidFill>
                <a:latin typeface="Times New Roman" panose="02020603050405020304" pitchFamily="18" charset="0"/>
              </a:endParaRPr>
            </a:p>
          </p:txBody>
        </p:sp>
        <p:graphicFrame>
          <p:nvGraphicFramePr>
            <p:cNvPr id="42" name="对象 41">
              <a:extLst>
                <a:ext uri="{FF2B5EF4-FFF2-40B4-BE49-F238E27FC236}">
                  <a16:creationId xmlns:a16="http://schemas.microsoft.com/office/drawing/2014/main" id="{00FFBA66-7317-0802-B2B1-DEC8867B6C37}"/>
                </a:ext>
              </a:extLst>
            </p:cNvPr>
            <p:cNvGraphicFramePr>
              <a:graphicFrameLocks noChangeAspect="1"/>
            </p:cNvGraphicFramePr>
            <p:nvPr>
              <p:extLst>
                <p:ext uri="{D42A27DB-BD31-4B8C-83A1-F6EECF244321}">
                  <p14:modId xmlns:p14="http://schemas.microsoft.com/office/powerpoint/2010/main" val="2593497916"/>
                </p:ext>
              </p:extLst>
            </p:nvPr>
          </p:nvGraphicFramePr>
          <p:xfrm>
            <a:off x="1380022" y="3192916"/>
            <a:ext cx="1209675" cy="633413"/>
          </p:xfrm>
          <a:graphic>
            <a:graphicData uri="http://schemas.openxmlformats.org/presentationml/2006/ole">
              <mc:AlternateContent xmlns:mc="http://schemas.openxmlformats.org/markup-compatibility/2006">
                <mc:Choice xmlns:v="urn:schemas-microsoft-com:vml" Requires="v">
                  <p:oleObj name="Equation" r:id="rId7" imgW="533160" imgH="279360" progId="Equation.DSMT4">
                    <p:embed/>
                  </p:oleObj>
                </mc:Choice>
                <mc:Fallback>
                  <p:oleObj name="Equation" r:id="rId7" imgW="533160" imgH="279360" progId="Equation.DSMT4">
                    <p:embed/>
                    <p:pic>
                      <p:nvPicPr>
                        <p:cNvPr id="0" name=""/>
                        <p:cNvPicPr/>
                        <p:nvPr/>
                      </p:nvPicPr>
                      <p:blipFill>
                        <a:blip r:embed="rId8"/>
                        <a:stretch>
                          <a:fillRect/>
                        </a:stretch>
                      </p:blipFill>
                      <p:spPr>
                        <a:xfrm>
                          <a:off x="1380022" y="3192916"/>
                          <a:ext cx="1209675" cy="633413"/>
                        </a:xfrm>
                        <a:prstGeom prst="rect">
                          <a:avLst/>
                        </a:prstGeom>
                      </p:spPr>
                    </p:pic>
                  </p:oleObj>
                </mc:Fallback>
              </mc:AlternateContent>
            </a:graphicData>
          </a:graphic>
        </p:graphicFrame>
      </p:grpSp>
      <p:grpSp>
        <p:nvGrpSpPr>
          <p:cNvPr id="5" name="组合 4"/>
          <p:cNvGrpSpPr/>
          <p:nvPr/>
        </p:nvGrpSpPr>
        <p:grpSpPr>
          <a:xfrm>
            <a:off x="539552" y="1979138"/>
            <a:ext cx="2158157" cy="369332"/>
            <a:chOff x="539552" y="1979138"/>
            <a:chExt cx="2158157" cy="369332"/>
          </a:xfrm>
        </p:grpSpPr>
        <p:sp>
          <p:nvSpPr>
            <p:cNvPr id="37" name="文本框 25">
              <a:extLst>
                <a:ext uri="{FF2B5EF4-FFF2-40B4-BE49-F238E27FC236}">
                  <a16:creationId xmlns:a16="http://schemas.microsoft.com/office/drawing/2014/main" id="{896891B3-118D-7B22-B279-B727FB5CEE81}"/>
                </a:ext>
              </a:extLst>
            </p:cNvPr>
            <p:cNvSpPr txBox="1"/>
            <p:nvPr/>
          </p:nvSpPr>
          <p:spPr>
            <a:xfrm>
              <a:off x="539552" y="1979138"/>
              <a:ext cx="1910956"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质点动量：</a:t>
              </a:r>
              <a:endParaRPr lang="en-US" altLang="zh-CN" dirty="0">
                <a:solidFill>
                  <a:srgbClr val="C00000"/>
                </a:solidFill>
                <a:latin typeface="Times New Roman" panose="02020603050405020304" pitchFamily="18" charset="0"/>
              </a:endParaRPr>
            </a:p>
          </p:txBody>
        </p:sp>
        <p:graphicFrame>
          <p:nvGraphicFramePr>
            <p:cNvPr id="43" name="对象 42">
              <a:extLst>
                <a:ext uri="{FF2B5EF4-FFF2-40B4-BE49-F238E27FC236}">
                  <a16:creationId xmlns:a16="http://schemas.microsoft.com/office/drawing/2014/main" id="{650C14E2-6F24-7606-982E-64135C1B14A5}"/>
                </a:ext>
              </a:extLst>
            </p:cNvPr>
            <p:cNvGraphicFramePr>
              <a:graphicFrameLocks noChangeAspect="1"/>
            </p:cNvGraphicFramePr>
            <p:nvPr>
              <p:extLst>
                <p:ext uri="{D42A27DB-BD31-4B8C-83A1-F6EECF244321}">
                  <p14:modId xmlns:p14="http://schemas.microsoft.com/office/powerpoint/2010/main" val="2518325164"/>
                </p:ext>
              </p:extLst>
            </p:nvPr>
          </p:nvGraphicFramePr>
          <p:xfrm>
            <a:off x="1835696" y="2029348"/>
            <a:ext cx="862013" cy="317500"/>
          </p:xfrm>
          <a:graphic>
            <a:graphicData uri="http://schemas.openxmlformats.org/presentationml/2006/ole">
              <mc:AlternateContent xmlns:mc="http://schemas.openxmlformats.org/markup-compatibility/2006">
                <mc:Choice xmlns:v="urn:schemas-microsoft-com:vml" Requires="v">
                  <p:oleObj name="Equation" r:id="rId9" imgW="380880" imgH="139680" progId="Equation.DSMT4">
                    <p:embed/>
                  </p:oleObj>
                </mc:Choice>
                <mc:Fallback>
                  <p:oleObj name="Equation" r:id="rId9" imgW="380880" imgH="139680" progId="Equation.DSMT4">
                    <p:embed/>
                    <p:pic>
                      <p:nvPicPr>
                        <p:cNvPr id="0" name=""/>
                        <p:cNvPicPr/>
                        <p:nvPr/>
                      </p:nvPicPr>
                      <p:blipFill>
                        <a:blip r:embed="rId10"/>
                        <a:stretch>
                          <a:fillRect/>
                        </a:stretch>
                      </p:blipFill>
                      <p:spPr>
                        <a:xfrm>
                          <a:off x="1835696" y="2029348"/>
                          <a:ext cx="862013" cy="317500"/>
                        </a:xfrm>
                        <a:prstGeom prst="rect">
                          <a:avLst/>
                        </a:prstGeom>
                      </p:spPr>
                    </p:pic>
                  </p:oleObj>
                </mc:Fallback>
              </mc:AlternateContent>
            </a:graphicData>
          </a:graphic>
        </p:graphicFrame>
      </p:grpSp>
      <p:grpSp>
        <p:nvGrpSpPr>
          <p:cNvPr id="6" name="组合 5"/>
          <p:cNvGrpSpPr/>
          <p:nvPr/>
        </p:nvGrpSpPr>
        <p:grpSpPr>
          <a:xfrm>
            <a:off x="2915816" y="1963738"/>
            <a:ext cx="2246734" cy="401637"/>
            <a:chOff x="2915816" y="1963738"/>
            <a:chExt cx="2246734" cy="401637"/>
          </a:xfrm>
        </p:grpSpPr>
        <p:graphicFrame>
          <p:nvGraphicFramePr>
            <p:cNvPr id="38" name="对象 37">
              <a:extLst>
                <a:ext uri="{FF2B5EF4-FFF2-40B4-BE49-F238E27FC236}">
                  <a16:creationId xmlns:a16="http://schemas.microsoft.com/office/drawing/2014/main" id="{650C14E2-6F24-7606-982E-64135C1B14A5}"/>
                </a:ext>
              </a:extLst>
            </p:cNvPr>
            <p:cNvGraphicFramePr>
              <a:graphicFrameLocks noChangeAspect="1"/>
            </p:cNvGraphicFramePr>
            <p:nvPr>
              <p:extLst>
                <p:ext uri="{D42A27DB-BD31-4B8C-83A1-F6EECF244321}">
                  <p14:modId xmlns:p14="http://schemas.microsoft.com/office/powerpoint/2010/main" val="1804642408"/>
                </p:ext>
              </p:extLst>
            </p:nvPr>
          </p:nvGraphicFramePr>
          <p:xfrm>
            <a:off x="4184650" y="1963738"/>
            <a:ext cx="977900" cy="401637"/>
          </p:xfrm>
          <a:graphic>
            <a:graphicData uri="http://schemas.openxmlformats.org/presentationml/2006/ole">
              <mc:AlternateContent xmlns:mc="http://schemas.openxmlformats.org/markup-compatibility/2006">
                <mc:Choice xmlns:v="urn:schemas-microsoft-com:vml" Requires="v">
                  <p:oleObj name="Equation" r:id="rId11" imgW="431640" imgH="177480" progId="Equation.DSMT4">
                    <p:embed/>
                  </p:oleObj>
                </mc:Choice>
                <mc:Fallback>
                  <p:oleObj name="Equation" r:id="rId11" imgW="431640" imgH="177480" progId="Equation.DSMT4">
                    <p:embed/>
                    <p:pic>
                      <p:nvPicPr>
                        <p:cNvPr id="0" name=""/>
                        <p:cNvPicPr/>
                        <p:nvPr/>
                      </p:nvPicPr>
                      <p:blipFill>
                        <a:blip r:embed="rId12"/>
                        <a:stretch>
                          <a:fillRect/>
                        </a:stretch>
                      </p:blipFill>
                      <p:spPr>
                        <a:xfrm>
                          <a:off x="4184650" y="1963738"/>
                          <a:ext cx="977900" cy="401637"/>
                        </a:xfrm>
                        <a:prstGeom prst="rect">
                          <a:avLst/>
                        </a:prstGeom>
                      </p:spPr>
                    </p:pic>
                  </p:oleObj>
                </mc:Fallback>
              </mc:AlternateContent>
            </a:graphicData>
          </a:graphic>
        </p:graphicFrame>
        <p:sp>
          <p:nvSpPr>
            <p:cNvPr id="44" name="文本框 25">
              <a:extLst>
                <a:ext uri="{FF2B5EF4-FFF2-40B4-BE49-F238E27FC236}">
                  <a16:creationId xmlns:a16="http://schemas.microsoft.com/office/drawing/2014/main" id="{896891B3-118D-7B22-B279-B727FB5CEE81}"/>
                </a:ext>
              </a:extLst>
            </p:cNvPr>
            <p:cNvSpPr txBox="1"/>
            <p:nvPr/>
          </p:nvSpPr>
          <p:spPr>
            <a:xfrm>
              <a:off x="2915816" y="1979138"/>
              <a:ext cx="1910956"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刚体动量：</a:t>
              </a:r>
              <a:endParaRPr lang="en-US" altLang="zh-CN" dirty="0">
                <a:solidFill>
                  <a:srgbClr val="C00000"/>
                </a:solidFill>
                <a:latin typeface="Times New Roman" panose="02020603050405020304" pitchFamily="18" charset="0"/>
              </a:endParaRPr>
            </a:p>
          </p:txBody>
        </p:sp>
      </p:grpSp>
      <p:grpSp>
        <p:nvGrpSpPr>
          <p:cNvPr id="8" name="组合 7"/>
          <p:cNvGrpSpPr/>
          <p:nvPr/>
        </p:nvGrpSpPr>
        <p:grpSpPr>
          <a:xfrm>
            <a:off x="513099" y="2351731"/>
            <a:ext cx="2978484" cy="403225"/>
            <a:chOff x="513099" y="2351731"/>
            <a:chExt cx="2978484" cy="403225"/>
          </a:xfrm>
        </p:grpSpPr>
        <p:sp>
          <p:nvSpPr>
            <p:cNvPr id="45" name="文本框 25">
              <a:extLst>
                <a:ext uri="{FF2B5EF4-FFF2-40B4-BE49-F238E27FC236}">
                  <a16:creationId xmlns:a16="http://schemas.microsoft.com/office/drawing/2014/main" id="{896891B3-118D-7B22-B279-B727FB5CEE81}"/>
                </a:ext>
              </a:extLst>
            </p:cNvPr>
            <p:cNvSpPr txBox="1"/>
            <p:nvPr/>
          </p:nvSpPr>
          <p:spPr>
            <a:xfrm>
              <a:off x="513099" y="2368678"/>
              <a:ext cx="1910956"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质点动量矩：</a:t>
              </a:r>
              <a:endParaRPr lang="en-US" altLang="zh-CN" dirty="0">
                <a:solidFill>
                  <a:srgbClr val="C00000"/>
                </a:solidFill>
                <a:latin typeface="Times New Roman" panose="02020603050405020304" pitchFamily="18" charset="0"/>
              </a:endParaRPr>
            </a:p>
          </p:txBody>
        </p:sp>
        <p:graphicFrame>
          <p:nvGraphicFramePr>
            <p:cNvPr id="46" name="对象 45">
              <a:extLst>
                <a:ext uri="{FF2B5EF4-FFF2-40B4-BE49-F238E27FC236}">
                  <a16:creationId xmlns:a16="http://schemas.microsoft.com/office/drawing/2014/main" id="{CA4E6305-5EDB-4738-E3F2-9ADE687ADD6B}"/>
                </a:ext>
              </a:extLst>
            </p:cNvPr>
            <p:cNvGraphicFramePr>
              <a:graphicFrameLocks noChangeAspect="1"/>
            </p:cNvGraphicFramePr>
            <p:nvPr>
              <p:extLst>
                <p:ext uri="{D42A27DB-BD31-4B8C-83A1-F6EECF244321}">
                  <p14:modId xmlns:p14="http://schemas.microsoft.com/office/powerpoint/2010/main" val="2775426964"/>
                </p:ext>
              </p:extLst>
            </p:nvPr>
          </p:nvGraphicFramePr>
          <p:xfrm>
            <a:off x="2051720" y="2351731"/>
            <a:ext cx="1439863" cy="403225"/>
          </p:xfrm>
          <a:graphic>
            <a:graphicData uri="http://schemas.openxmlformats.org/presentationml/2006/ole">
              <mc:AlternateContent xmlns:mc="http://schemas.openxmlformats.org/markup-compatibility/2006">
                <mc:Choice xmlns:v="urn:schemas-microsoft-com:vml" Requires="v">
                  <p:oleObj name="Equation" r:id="rId13" imgW="634680" imgH="177480" progId="Equation.DSMT4">
                    <p:embed/>
                  </p:oleObj>
                </mc:Choice>
                <mc:Fallback>
                  <p:oleObj name="Equation" r:id="rId13" imgW="634680" imgH="177480" progId="Equation.DSMT4">
                    <p:embed/>
                    <p:pic>
                      <p:nvPicPr>
                        <p:cNvPr id="0" name=""/>
                        <p:cNvPicPr/>
                        <p:nvPr/>
                      </p:nvPicPr>
                      <p:blipFill>
                        <a:blip r:embed="rId14"/>
                        <a:stretch>
                          <a:fillRect/>
                        </a:stretch>
                      </p:blipFill>
                      <p:spPr>
                        <a:xfrm>
                          <a:off x="2051720" y="2351731"/>
                          <a:ext cx="1439863" cy="403225"/>
                        </a:xfrm>
                        <a:prstGeom prst="rect">
                          <a:avLst/>
                        </a:prstGeom>
                      </p:spPr>
                    </p:pic>
                  </p:oleObj>
                </mc:Fallback>
              </mc:AlternateContent>
            </a:graphicData>
          </a:graphic>
        </p:graphicFrame>
      </p:grpSp>
      <p:sp>
        <p:nvSpPr>
          <p:cNvPr id="24" name="文本框 1">
            <a:extLst>
              <a:ext uri="{FF2B5EF4-FFF2-40B4-BE49-F238E27FC236}">
                <a16:creationId xmlns:a16="http://schemas.microsoft.com/office/drawing/2014/main" id="{49380ABA-76FD-3EA4-DD26-D8A2931D58AB}"/>
              </a:ext>
            </a:extLst>
          </p:cNvPr>
          <p:cNvSpPr txBox="1"/>
          <p:nvPr/>
        </p:nvSpPr>
        <p:spPr>
          <a:xfrm>
            <a:off x="431911" y="3779333"/>
            <a:ext cx="6588224" cy="400110"/>
          </a:xfrm>
          <a:prstGeom prst="rect">
            <a:avLst/>
          </a:prstGeom>
          <a:noFill/>
        </p:spPr>
        <p:txBody>
          <a:bodyPr wrap="square" rtlCol="0">
            <a:spAutoFit/>
          </a:bodyPr>
          <a:lstStyle/>
          <a:p>
            <a:r>
              <a:rPr lang="zh-CN" altLang="en-US" sz="2000" dirty="0">
                <a:solidFill>
                  <a:srgbClr val="C00000"/>
                </a:solidFill>
                <a:latin typeface="Times New Roman" panose="02020603050405020304" pitchFamily="18" charset="0"/>
              </a:rPr>
              <a:t>三、动量定理</a:t>
            </a:r>
            <a:endParaRPr lang="en-US" altLang="zh-CN" sz="2000" dirty="0">
              <a:solidFill>
                <a:srgbClr val="C00000"/>
              </a:solidFill>
              <a:latin typeface="Times New Roman" panose="02020603050405020304" pitchFamily="18" charset="0"/>
            </a:endParaRPr>
          </a:p>
        </p:txBody>
      </p:sp>
      <p:grpSp>
        <p:nvGrpSpPr>
          <p:cNvPr id="13" name="组合 12"/>
          <p:cNvGrpSpPr/>
          <p:nvPr/>
        </p:nvGrpSpPr>
        <p:grpSpPr>
          <a:xfrm>
            <a:off x="491634" y="4020842"/>
            <a:ext cx="4316904" cy="719137"/>
            <a:chOff x="491634" y="4020842"/>
            <a:chExt cx="4316904" cy="719137"/>
          </a:xfrm>
        </p:grpSpPr>
        <p:graphicFrame>
          <p:nvGraphicFramePr>
            <p:cNvPr id="26" name="对象 25">
              <a:extLst>
                <a:ext uri="{FF2B5EF4-FFF2-40B4-BE49-F238E27FC236}">
                  <a16:creationId xmlns:a16="http://schemas.microsoft.com/office/drawing/2014/main" id="{5E562B86-7C42-41C3-EB5C-318175C0718F}"/>
                </a:ext>
              </a:extLst>
            </p:cNvPr>
            <p:cNvGraphicFramePr>
              <a:graphicFrameLocks noChangeAspect="1"/>
            </p:cNvGraphicFramePr>
            <p:nvPr>
              <p:extLst>
                <p:ext uri="{D42A27DB-BD31-4B8C-83A1-F6EECF244321}">
                  <p14:modId xmlns:p14="http://schemas.microsoft.com/office/powerpoint/2010/main" val="2785997788"/>
                </p:ext>
              </p:extLst>
            </p:nvPr>
          </p:nvGraphicFramePr>
          <p:xfrm>
            <a:off x="3513138" y="4020842"/>
            <a:ext cx="1295400" cy="719137"/>
          </p:xfrm>
          <a:graphic>
            <a:graphicData uri="http://schemas.openxmlformats.org/presentationml/2006/ole">
              <mc:AlternateContent xmlns:mc="http://schemas.openxmlformats.org/markup-compatibility/2006">
                <mc:Choice xmlns:v="urn:schemas-microsoft-com:vml" Requires="v">
                  <p:oleObj name="Equation" r:id="rId15" imgW="571320" imgH="317160" progId="Equation.DSMT4">
                    <p:embed/>
                  </p:oleObj>
                </mc:Choice>
                <mc:Fallback>
                  <p:oleObj name="Equation" r:id="rId15" imgW="571320" imgH="317160" progId="Equation.DSMT4">
                    <p:embed/>
                    <p:pic>
                      <p:nvPicPr>
                        <p:cNvPr id="0" name=""/>
                        <p:cNvPicPr/>
                        <p:nvPr/>
                      </p:nvPicPr>
                      <p:blipFill>
                        <a:blip r:embed="rId16"/>
                        <a:stretch>
                          <a:fillRect/>
                        </a:stretch>
                      </p:blipFill>
                      <p:spPr>
                        <a:xfrm>
                          <a:off x="3513138" y="4020842"/>
                          <a:ext cx="1295400" cy="719137"/>
                        </a:xfrm>
                        <a:prstGeom prst="rect">
                          <a:avLst/>
                        </a:prstGeom>
                      </p:spPr>
                    </p:pic>
                  </p:oleObj>
                </mc:Fallback>
              </mc:AlternateContent>
            </a:graphicData>
          </a:graphic>
        </p:graphicFrame>
        <p:sp>
          <p:nvSpPr>
            <p:cNvPr id="27" name="文本框 35">
              <a:extLst>
                <a:ext uri="{FF2B5EF4-FFF2-40B4-BE49-F238E27FC236}">
                  <a16:creationId xmlns:a16="http://schemas.microsoft.com/office/drawing/2014/main" id="{D6E36743-A1CA-A295-EC15-EC1032737C11}"/>
                </a:ext>
              </a:extLst>
            </p:cNvPr>
            <p:cNvSpPr txBox="1"/>
            <p:nvPr/>
          </p:nvSpPr>
          <p:spPr>
            <a:xfrm>
              <a:off x="491634" y="4228692"/>
              <a:ext cx="3669204"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质点系动量定理微分形式：</a:t>
              </a:r>
              <a:endParaRPr lang="en-US" altLang="zh-CN" dirty="0">
                <a:solidFill>
                  <a:srgbClr val="C00000"/>
                </a:solidFill>
                <a:latin typeface="Times New Roman" panose="02020603050405020304" pitchFamily="18" charset="0"/>
              </a:endParaRPr>
            </a:p>
          </p:txBody>
        </p:sp>
      </p:grpSp>
      <p:grpSp>
        <p:nvGrpSpPr>
          <p:cNvPr id="15" name="组合 14"/>
          <p:cNvGrpSpPr/>
          <p:nvPr/>
        </p:nvGrpSpPr>
        <p:grpSpPr>
          <a:xfrm>
            <a:off x="491634" y="5333594"/>
            <a:ext cx="3936052" cy="461963"/>
            <a:chOff x="491634" y="5333594"/>
            <a:chExt cx="3936052" cy="461963"/>
          </a:xfrm>
        </p:grpSpPr>
        <p:sp>
          <p:nvSpPr>
            <p:cNvPr id="28" name="文本框 36">
              <a:extLst>
                <a:ext uri="{FF2B5EF4-FFF2-40B4-BE49-F238E27FC236}">
                  <a16:creationId xmlns:a16="http://schemas.microsoft.com/office/drawing/2014/main" id="{E89B84A9-8791-C59F-3B21-DB93FAD495FB}"/>
                </a:ext>
              </a:extLst>
            </p:cNvPr>
            <p:cNvSpPr txBox="1"/>
            <p:nvPr/>
          </p:nvSpPr>
          <p:spPr>
            <a:xfrm>
              <a:off x="491634" y="5379910"/>
              <a:ext cx="2986453"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质点系质心运动定理：</a:t>
              </a:r>
              <a:endParaRPr lang="en-US" altLang="zh-CN" dirty="0">
                <a:solidFill>
                  <a:srgbClr val="C00000"/>
                </a:solidFill>
                <a:latin typeface="Times New Roman" panose="02020603050405020304" pitchFamily="18" charset="0"/>
              </a:endParaRPr>
            </a:p>
          </p:txBody>
        </p:sp>
        <p:graphicFrame>
          <p:nvGraphicFramePr>
            <p:cNvPr id="29" name="对象 28">
              <a:extLst>
                <a:ext uri="{FF2B5EF4-FFF2-40B4-BE49-F238E27FC236}">
                  <a16:creationId xmlns:a16="http://schemas.microsoft.com/office/drawing/2014/main" id="{1EFEAAA9-2E64-FD60-1649-19DAB2FF7029}"/>
                </a:ext>
              </a:extLst>
            </p:cNvPr>
            <p:cNvGraphicFramePr>
              <a:graphicFrameLocks noChangeAspect="1"/>
            </p:cNvGraphicFramePr>
            <p:nvPr>
              <p:extLst>
                <p:ext uri="{D42A27DB-BD31-4B8C-83A1-F6EECF244321}">
                  <p14:modId xmlns:p14="http://schemas.microsoft.com/office/powerpoint/2010/main" val="2136972430"/>
                </p:ext>
              </p:extLst>
            </p:nvPr>
          </p:nvGraphicFramePr>
          <p:xfrm>
            <a:off x="2987824" y="5333594"/>
            <a:ext cx="1439862" cy="461963"/>
          </p:xfrm>
          <a:graphic>
            <a:graphicData uri="http://schemas.openxmlformats.org/presentationml/2006/ole">
              <mc:AlternateContent xmlns:mc="http://schemas.openxmlformats.org/markup-compatibility/2006">
                <mc:Choice xmlns:v="urn:schemas-microsoft-com:vml" Requires="v">
                  <p:oleObj name="Equation" r:id="rId17" imgW="634680" imgH="203040" progId="Equation.DSMT4">
                    <p:embed/>
                  </p:oleObj>
                </mc:Choice>
                <mc:Fallback>
                  <p:oleObj name="Equation" r:id="rId17" imgW="634680" imgH="203040" progId="Equation.DSMT4">
                    <p:embed/>
                    <p:pic>
                      <p:nvPicPr>
                        <p:cNvPr id="0" name=""/>
                        <p:cNvPicPr/>
                        <p:nvPr/>
                      </p:nvPicPr>
                      <p:blipFill>
                        <a:blip r:embed="rId18"/>
                        <a:stretch>
                          <a:fillRect/>
                        </a:stretch>
                      </p:blipFill>
                      <p:spPr>
                        <a:xfrm>
                          <a:off x="2987824" y="5333594"/>
                          <a:ext cx="1439862" cy="461963"/>
                        </a:xfrm>
                        <a:prstGeom prst="rect">
                          <a:avLst/>
                        </a:prstGeom>
                      </p:spPr>
                    </p:pic>
                  </p:oleObj>
                </mc:Fallback>
              </mc:AlternateContent>
            </a:graphicData>
          </a:graphic>
        </p:graphicFrame>
      </p:grpSp>
      <p:grpSp>
        <p:nvGrpSpPr>
          <p:cNvPr id="14" name="组合 13"/>
          <p:cNvGrpSpPr/>
          <p:nvPr/>
        </p:nvGrpSpPr>
        <p:grpSpPr>
          <a:xfrm>
            <a:off x="513099" y="4695300"/>
            <a:ext cx="4747879" cy="519112"/>
            <a:chOff x="513099" y="4695300"/>
            <a:chExt cx="4747879" cy="519112"/>
          </a:xfrm>
        </p:grpSpPr>
        <p:sp>
          <p:nvSpPr>
            <p:cNvPr id="31" name="文本框 35">
              <a:extLst>
                <a:ext uri="{FF2B5EF4-FFF2-40B4-BE49-F238E27FC236}">
                  <a16:creationId xmlns:a16="http://schemas.microsoft.com/office/drawing/2014/main" id="{D6E36743-A1CA-A295-EC15-EC1032737C11}"/>
                </a:ext>
              </a:extLst>
            </p:cNvPr>
            <p:cNvSpPr txBox="1"/>
            <p:nvPr/>
          </p:nvSpPr>
          <p:spPr>
            <a:xfrm>
              <a:off x="513099" y="4826030"/>
              <a:ext cx="3669204"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质点系动量定理积分形式：</a:t>
              </a:r>
              <a:endParaRPr lang="en-US" altLang="zh-CN" dirty="0">
                <a:solidFill>
                  <a:srgbClr val="C00000"/>
                </a:solidFill>
                <a:latin typeface="Times New Roman" panose="02020603050405020304" pitchFamily="18" charset="0"/>
              </a:endParaRPr>
            </a:p>
          </p:txBody>
        </p:sp>
        <p:graphicFrame>
          <p:nvGraphicFramePr>
            <p:cNvPr id="32" name="对象 31">
              <a:extLst>
                <a:ext uri="{FF2B5EF4-FFF2-40B4-BE49-F238E27FC236}">
                  <a16:creationId xmlns:a16="http://schemas.microsoft.com/office/drawing/2014/main" id="{5E562B86-7C42-41C3-EB5C-318175C0718F}"/>
                </a:ext>
              </a:extLst>
            </p:cNvPr>
            <p:cNvGraphicFramePr>
              <a:graphicFrameLocks noChangeAspect="1"/>
            </p:cNvGraphicFramePr>
            <p:nvPr>
              <p:extLst>
                <p:ext uri="{D42A27DB-BD31-4B8C-83A1-F6EECF244321}">
                  <p14:modId xmlns:p14="http://schemas.microsoft.com/office/powerpoint/2010/main" val="569654746"/>
                </p:ext>
              </p:extLst>
            </p:nvPr>
          </p:nvGraphicFramePr>
          <p:xfrm>
            <a:off x="3476628" y="4695300"/>
            <a:ext cx="1784350" cy="519112"/>
          </p:xfrm>
          <a:graphic>
            <a:graphicData uri="http://schemas.openxmlformats.org/presentationml/2006/ole">
              <mc:AlternateContent xmlns:mc="http://schemas.openxmlformats.org/markup-compatibility/2006">
                <mc:Choice xmlns:v="urn:schemas-microsoft-com:vml" Requires="v">
                  <p:oleObj name="Equation" r:id="rId19" imgW="787320" imgH="228600" progId="Equation.DSMT4">
                    <p:embed/>
                  </p:oleObj>
                </mc:Choice>
                <mc:Fallback>
                  <p:oleObj name="Equation" r:id="rId19" imgW="787320" imgH="228600" progId="Equation.DSMT4">
                    <p:embed/>
                    <p:pic>
                      <p:nvPicPr>
                        <p:cNvPr id="0" name=""/>
                        <p:cNvPicPr/>
                        <p:nvPr/>
                      </p:nvPicPr>
                      <p:blipFill>
                        <a:blip r:embed="rId20"/>
                        <a:stretch>
                          <a:fillRect/>
                        </a:stretch>
                      </p:blipFill>
                      <p:spPr>
                        <a:xfrm>
                          <a:off x="3476628" y="4695300"/>
                          <a:ext cx="1784350" cy="519112"/>
                        </a:xfrm>
                        <a:prstGeom prst="rect">
                          <a:avLst/>
                        </a:prstGeom>
                      </p:spPr>
                    </p:pic>
                  </p:oleObj>
                </mc:Fallback>
              </mc:AlternateContent>
            </a:graphicData>
          </a:graphic>
        </p:graphicFrame>
      </p:grpSp>
      <p:sp>
        <p:nvSpPr>
          <p:cNvPr id="36" name="文本框 1">
            <a:extLst>
              <a:ext uri="{FF2B5EF4-FFF2-40B4-BE49-F238E27FC236}">
                <a16:creationId xmlns:a16="http://schemas.microsoft.com/office/drawing/2014/main" id="{49380ABA-76FD-3EA4-DD26-D8A2931D58AB}"/>
              </a:ext>
            </a:extLst>
          </p:cNvPr>
          <p:cNvSpPr txBox="1"/>
          <p:nvPr/>
        </p:nvSpPr>
        <p:spPr>
          <a:xfrm>
            <a:off x="398740" y="5867565"/>
            <a:ext cx="6588224" cy="400110"/>
          </a:xfrm>
          <a:prstGeom prst="rect">
            <a:avLst/>
          </a:prstGeom>
          <a:noFill/>
        </p:spPr>
        <p:txBody>
          <a:bodyPr wrap="square" rtlCol="0">
            <a:spAutoFit/>
          </a:bodyPr>
          <a:lstStyle/>
          <a:p>
            <a:r>
              <a:rPr lang="zh-CN" altLang="en-US" sz="2000" dirty="0">
                <a:solidFill>
                  <a:srgbClr val="C00000"/>
                </a:solidFill>
                <a:latin typeface="Times New Roman" panose="02020603050405020304" pitchFamily="18" charset="0"/>
              </a:rPr>
              <a:t>四、动量矩定理</a:t>
            </a:r>
            <a:endParaRPr lang="en-US" altLang="zh-CN" sz="2000" dirty="0">
              <a:solidFill>
                <a:srgbClr val="C00000"/>
              </a:solidFill>
              <a:latin typeface="Times New Roman" panose="02020603050405020304" pitchFamily="18" charset="0"/>
            </a:endParaRPr>
          </a:p>
        </p:txBody>
      </p:sp>
      <p:grpSp>
        <p:nvGrpSpPr>
          <p:cNvPr id="16" name="组合 15"/>
          <p:cNvGrpSpPr/>
          <p:nvPr/>
        </p:nvGrpSpPr>
        <p:grpSpPr>
          <a:xfrm>
            <a:off x="486100" y="6196718"/>
            <a:ext cx="5740903" cy="719137"/>
            <a:chOff x="486100" y="6196718"/>
            <a:chExt cx="5740903" cy="719137"/>
          </a:xfrm>
        </p:grpSpPr>
        <p:sp>
          <p:nvSpPr>
            <p:cNvPr id="47" name="文本框 35">
              <a:extLst>
                <a:ext uri="{FF2B5EF4-FFF2-40B4-BE49-F238E27FC236}">
                  <a16:creationId xmlns:a16="http://schemas.microsoft.com/office/drawing/2014/main" id="{D6E36743-A1CA-A295-EC15-EC1032737C11}"/>
                </a:ext>
              </a:extLst>
            </p:cNvPr>
            <p:cNvSpPr txBox="1"/>
            <p:nvPr/>
          </p:nvSpPr>
          <p:spPr>
            <a:xfrm>
              <a:off x="486100" y="6371621"/>
              <a:ext cx="3957236"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质点系对固定点</a:t>
              </a:r>
              <a:r>
                <a:rPr lang="en-US" altLang="zh-CN" dirty="0">
                  <a:solidFill>
                    <a:srgbClr val="C00000"/>
                  </a:solidFill>
                  <a:latin typeface="Times New Roman" panose="02020603050405020304" pitchFamily="18" charset="0"/>
                </a:rPr>
                <a:t>O</a:t>
              </a:r>
              <a:r>
                <a:rPr lang="zh-CN" altLang="en-US" dirty="0">
                  <a:solidFill>
                    <a:srgbClr val="C00000"/>
                  </a:solidFill>
                  <a:latin typeface="Times New Roman" panose="02020603050405020304" pitchFamily="18" charset="0"/>
                </a:rPr>
                <a:t>的动量矩定理：</a:t>
              </a:r>
              <a:endParaRPr lang="en-US" altLang="zh-CN" dirty="0">
                <a:solidFill>
                  <a:srgbClr val="C00000"/>
                </a:solidFill>
                <a:latin typeface="Times New Roman" panose="02020603050405020304"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577519131"/>
                </p:ext>
              </p:extLst>
            </p:nvPr>
          </p:nvGraphicFramePr>
          <p:xfrm>
            <a:off x="4182303" y="6196718"/>
            <a:ext cx="2044700" cy="719137"/>
          </p:xfrm>
          <a:graphic>
            <a:graphicData uri="http://schemas.openxmlformats.org/presentationml/2006/ole">
              <mc:AlternateContent xmlns:mc="http://schemas.openxmlformats.org/markup-compatibility/2006">
                <mc:Choice xmlns:v="urn:schemas-microsoft-com:vml" Requires="v">
                  <p:oleObj name="Equation" r:id="rId21" imgW="901440" imgH="317160" progId="Equation.DSMT4">
                    <p:embed/>
                  </p:oleObj>
                </mc:Choice>
                <mc:Fallback>
                  <p:oleObj name="Equation" r:id="rId21" imgW="901440" imgH="317160" progId="Equation.DSMT4">
                    <p:embed/>
                    <p:pic>
                      <p:nvPicPr>
                        <p:cNvPr id="0" name="对象 37"/>
                        <p:cNvPicPr>
                          <a:picLocks noChangeAspect="1" noChangeArrowheads="1"/>
                        </p:cNvPicPr>
                        <p:nvPr/>
                      </p:nvPicPr>
                      <p:blipFill>
                        <a:blip r:embed="rId22"/>
                        <a:srcRect/>
                        <a:stretch>
                          <a:fillRect/>
                        </a:stretch>
                      </p:blipFill>
                      <p:spPr bwMode="auto">
                        <a:xfrm>
                          <a:off x="4182303" y="6196718"/>
                          <a:ext cx="20447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0" name="组合 9"/>
          <p:cNvGrpSpPr/>
          <p:nvPr/>
        </p:nvGrpSpPr>
        <p:grpSpPr>
          <a:xfrm>
            <a:off x="541931" y="2763981"/>
            <a:ext cx="3409735" cy="403225"/>
            <a:chOff x="541931" y="2763981"/>
            <a:chExt cx="3409735" cy="403225"/>
          </a:xfrm>
        </p:grpSpPr>
        <p:sp>
          <p:nvSpPr>
            <p:cNvPr id="48" name="文本框 27">
              <a:extLst>
                <a:ext uri="{FF2B5EF4-FFF2-40B4-BE49-F238E27FC236}">
                  <a16:creationId xmlns:a16="http://schemas.microsoft.com/office/drawing/2014/main" id="{29BC7041-32FF-7F54-02FE-7D37CCA3D523}"/>
                </a:ext>
              </a:extLst>
            </p:cNvPr>
            <p:cNvSpPr txBox="1"/>
            <p:nvPr/>
          </p:nvSpPr>
          <p:spPr>
            <a:xfrm>
              <a:off x="541931" y="2780928"/>
              <a:ext cx="2577158"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定轴转动刚体动量矩：</a:t>
              </a:r>
              <a:endParaRPr lang="en-US" altLang="zh-CN" dirty="0">
                <a:solidFill>
                  <a:srgbClr val="C00000"/>
                </a:solidFill>
                <a:latin typeface="Times New Roman" panose="02020603050405020304" pitchFamily="18" charset="0"/>
              </a:endParaRPr>
            </a:p>
          </p:txBody>
        </p:sp>
        <p:graphicFrame>
          <p:nvGraphicFramePr>
            <p:cNvPr id="49" name="对象 48">
              <a:extLst>
                <a:ext uri="{FF2B5EF4-FFF2-40B4-BE49-F238E27FC236}">
                  <a16:creationId xmlns:a16="http://schemas.microsoft.com/office/drawing/2014/main" id="{CA4E6305-5EDB-4738-E3F2-9ADE687ADD6B}"/>
                </a:ext>
              </a:extLst>
            </p:cNvPr>
            <p:cNvGraphicFramePr>
              <a:graphicFrameLocks noChangeAspect="1"/>
            </p:cNvGraphicFramePr>
            <p:nvPr>
              <p:extLst>
                <p:ext uri="{D42A27DB-BD31-4B8C-83A1-F6EECF244321}">
                  <p14:modId xmlns:p14="http://schemas.microsoft.com/office/powerpoint/2010/main" val="3589130980"/>
                </p:ext>
              </p:extLst>
            </p:nvPr>
          </p:nvGraphicFramePr>
          <p:xfrm>
            <a:off x="2913441" y="2763981"/>
            <a:ext cx="1038225" cy="403225"/>
          </p:xfrm>
          <a:graphic>
            <a:graphicData uri="http://schemas.openxmlformats.org/presentationml/2006/ole">
              <mc:AlternateContent xmlns:mc="http://schemas.openxmlformats.org/markup-compatibility/2006">
                <mc:Choice xmlns:v="urn:schemas-microsoft-com:vml" Requires="v">
                  <p:oleObj name="Equation" r:id="rId23" imgW="457200" imgH="177480" progId="Equation.DSMT4">
                    <p:embed/>
                  </p:oleObj>
                </mc:Choice>
                <mc:Fallback>
                  <p:oleObj name="Equation" r:id="rId23" imgW="457200" imgH="177480" progId="Equation.DSMT4">
                    <p:embed/>
                    <p:pic>
                      <p:nvPicPr>
                        <p:cNvPr id="0" name=""/>
                        <p:cNvPicPr/>
                        <p:nvPr/>
                      </p:nvPicPr>
                      <p:blipFill>
                        <a:blip r:embed="rId24"/>
                        <a:stretch>
                          <a:fillRect/>
                        </a:stretch>
                      </p:blipFill>
                      <p:spPr>
                        <a:xfrm>
                          <a:off x="2913441" y="2763981"/>
                          <a:ext cx="1038225" cy="403225"/>
                        </a:xfrm>
                        <a:prstGeom prst="rect">
                          <a:avLst/>
                        </a:prstGeom>
                      </p:spPr>
                    </p:pic>
                  </p:oleObj>
                </mc:Fallback>
              </mc:AlternateContent>
            </a:graphicData>
          </a:graphic>
        </p:graphicFrame>
      </p:grpSp>
      <p:grpSp>
        <p:nvGrpSpPr>
          <p:cNvPr id="11" name="组合 10"/>
          <p:cNvGrpSpPr/>
          <p:nvPr/>
        </p:nvGrpSpPr>
        <p:grpSpPr>
          <a:xfrm>
            <a:off x="4160838" y="2765434"/>
            <a:ext cx="4545682" cy="403225"/>
            <a:chOff x="4160838" y="2765434"/>
            <a:chExt cx="4545682" cy="403225"/>
          </a:xfrm>
        </p:grpSpPr>
        <p:sp>
          <p:nvSpPr>
            <p:cNvPr id="50" name="文本框 27">
              <a:extLst>
                <a:ext uri="{FF2B5EF4-FFF2-40B4-BE49-F238E27FC236}">
                  <a16:creationId xmlns:a16="http://schemas.microsoft.com/office/drawing/2014/main" id="{29BC7041-32FF-7F54-02FE-7D37CCA3D523}"/>
                </a:ext>
              </a:extLst>
            </p:cNvPr>
            <p:cNvSpPr txBox="1"/>
            <p:nvPr/>
          </p:nvSpPr>
          <p:spPr>
            <a:xfrm>
              <a:off x="4160838" y="2780928"/>
              <a:ext cx="2577158"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平面运动刚体动量矩：</a:t>
              </a:r>
              <a:endParaRPr lang="en-US" altLang="zh-CN" dirty="0">
                <a:solidFill>
                  <a:srgbClr val="C00000"/>
                </a:solidFill>
                <a:latin typeface="Times New Roman" panose="02020603050405020304" pitchFamily="18" charset="0"/>
              </a:endParaRPr>
            </a:p>
          </p:txBody>
        </p:sp>
        <p:graphicFrame>
          <p:nvGraphicFramePr>
            <p:cNvPr id="51" name="对象 50">
              <a:extLst>
                <a:ext uri="{FF2B5EF4-FFF2-40B4-BE49-F238E27FC236}">
                  <a16:creationId xmlns:a16="http://schemas.microsoft.com/office/drawing/2014/main" id="{CA4E6305-5EDB-4738-E3F2-9ADE687ADD6B}"/>
                </a:ext>
              </a:extLst>
            </p:cNvPr>
            <p:cNvGraphicFramePr>
              <a:graphicFrameLocks noChangeAspect="1"/>
            </p:cNvGraphicFramePr>
            <p:nvPr>
              <p:extLst>
                <p:ext uri="{D42A27DB-BD31-4B8C-83A1-F6EECF244321}">
                  <p14:modId xmlns:p14="http://schemas.microsoft.com/office/powerpoint/2010/main" val="3754930203"/>
                </p:ext>
              </p:extLst>
            </p:nvPr>
          </p:nvGraphicFramePr>
          <p:xfrm>
            <a:off x="6660232" y="2765434"/>
            <a:ext cx="2046288" cy="403225"/>
          </p:xfrm>
          <a:graphic>
            <a:graphicData uri="http://schemas.openxmlformats.org/presentationml/2006/ole">
              <mc:AlternateContent xmlns:mc="http://schemas.openxmlformats.org/markup-compatibility/2006">
                <mc:Choice xmlns:v="urn:schemas-microsoft-com:vml" Requires="v">
                  <p:oleObj name="Equation" r:id="rId25" imgW="901440" imgH="177480" progId="Equation.DSMT4">
                    <p:embed/>
                  </p:oleObj>
                </mc:Choice>
                <mc:Fallback>
                  <p:oleObj name="Equation" r:id="rId25" imgW="901440" imgH="177480" progId="Equation.DSMT4">
                    <p:embed/>
                    <p:pic>
                      <p:nvPicPr>
                        <p:cNvPr id="0" name=""/>
                        <p:cNvPicPr/>
                        <p:nvPr/>
                      </p:nvPicPr>
                      <p:blipFill>
                        <a:blip r:embed="rId26"/>
                        <a:stretch>
                          <a:fillRect/>
                        </a:stretch>
                      </p:blipFill>
                      <p:spPr>
                        <a:xfrm>
                          <a:off x="6660232" y="2765434"/>
                          <a:ext cx="2046288" cy="403225"/>
                        </a:xfrm>
                        <a:prstGeom prst="rect">
                          <a:avLst/>
                        </a:prstGeom>
                      </p:spPr>
                    </p:pic>
                  </p:oleObj>
                </mc:Fallback>
              </mc:AlternateContent>
            </a:graphicData>
          </a:graphic>
        </p:graphicFrame>
      </p:grpSp>
      <p:grpSp>
        <p:nvGrpSpPr>
          <p:cNvPr id="7" name="组合 6"/>
          <p:cNvGrpSpPr/>
          <p:nvPr/>
        </p:nvGrpSpPr>
        <p:grpSpPr>
          <a:xfrm>
            <a:off x="5272706" y="1932525"/>
            <a:ext cx="3230216" cy="458787"/>
            <a:chOff x="5272706" y="1932525"/>
            <a:chExt cx="3230216" cy="458787"/>
          </a:xfrm>
        </p:grpSpPr>
        <p:sp>
          <p:nvSpPr>
            <p:cNvPr id="52" name="文本框 25"/>
            <p:cNvSpPr txBox="1"/>
            <p:nvPr/>
          </p:nvSpPr>
          <p:spPr>
            <a:xfrm>
              <a:off x="5272706" y="1977253"/>
              <a:ext cx="2539654"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刚体系统的动量：</a:t>
              </a:r>
              <a:endParaRPr lang="en-US" altLang="zh-CN" dirty="0">
                <a:solidFill>
                  <a:srgbClr val="C00000"/>
                </a:solidFill>
                <a:latin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82881491"/>
                </p:ext>
              </p:extLst>
            </p:nvPr>
          </p:nvGraphicFramePr>
          <p:xfrm>
            <a:off x="7121797" y="1932525"/>
            <a:ext cx="1381125" cy="458787"/>
          </p:xfrm>
          <a:graphic>
            <a:graphicData uri="http://schemas.openxmlformats.org/presentationml/2006/ole">
              <mc:AlternateContent xmlns:mc="http://schemas.openxmlformats.org/markup-compatibility/2006">
                <mc:Choice xmlns:v="urn:schemas-microsoft-com:vml" Requires="v">
                  <p:oleObj name="Equation" r:id="rId27" imgW="609480" imgH="203040" progId="Equation.DSMT4">
                    <p:embed/>
                  </p:oleObj>
                </mc:Choice>
                <mc:Fallback>
                  <p:oleObj name="Equation" r:id="rId27" imgW="609480" imgH="203040" progId="Equation.DSMT4">
                    <p:embed/>
                    <p:pic>
                      <p:nvPicPr>
                        <p:cNvPr id="0" name="对象 37"/>
                        <p:cNvPicPr>
                          <a:picLocks noChangeAspect="1" noChangeArrowheads="1"/>
                        </p:cNvPicPr>
                        <p:nvPr/>
                      </p:nvPicPr>
                      <p:blipFill>
                        <a:blip r:embed="rId28"/>
                        <a:srcRect/>
                        <a:stretch>
                          <a:fillRect/>
                        </a:stretch>
                      </p:blipFill>
                      <p:spPr bwMode="auto">
                        <a:xfrm>
                          <a:off x="7121797" y="1932525"/>
                          <a:ext cx="138112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1224756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5" grpId="0"/>
      <p:bldP spid="24" grpId="0"/>
      <p:bldP spid="3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6">
            <a:extLst>
              <a:ext uri="{FF2B5EF4-FFF2-40B4-BE49-F238E27FC236}">
                <a16:creationId xmlns:a16="http://schemas.microsoft.com/office/drawing/2014/main" id="{56AE48F8-EEF8-4085-A33D-D4E632D164D8}"/>
              </a:ext>
            </a:extLst>
          </p:cNvPr>
          <p:cNvSpPr>
            <a:spLocks noGrp="1"/>
          </p:cNvSpPr>
          <p:nvPr>
            <p:ph type="sldNum" sz="quarter" idx="10"/>
          </p:nvPr>
        </p:nvSpPr>
        <p:spPr bwMode="auto">
          <a:xfrm>
            <a:off x="6588224" y="645823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B61916C-39C7-4F35-A5F7-174ADC8467C8}" type="slidenum">
              <a:rPr lang="zh-CN" altLang="en-US" smtClean="0">
                <a:solidFill>
                  <a:srgbClr val="898989"/>
                </a:solidFill>
              </a:rPr>
              <a:pPr/>
              <a:t>5</a:t>
            </a:fld>
            <a:endParaRPr lang="zh-CN" altLang="en-US" dirty="0">
              <a:solidFill>
                <a:srgbClr val="898989"/>
              </a:solidFill>
            </a:endParaRPr>
          </a:p>
        </p:txBody>
      </p:sp>
      <p:sp>
        <p:nvSpPr>
          <p:cNvPr id="3" name="文本框 2"/>
          <p:cNvSpPr txBox="1"/>
          <p:nvPr/>
        </p:nvSpPr>
        <p:spPr>
          <a:xfrm>
            <a:off x="0" y="-27384"/>
            <a:ext cx="3214076" cy="461665"/>
          </a:xfrm>
          <a:prstGeom prst="rect">
            <a:avLst/>
          </a:prstGeom>
          <a:noFill/>
        </p:spPr>
        <p:txBody>
          <a:bodyPr wrap="square" rtlCol="0">
            <a:spAutoFit/>
          </a:bodyPr>
          <a:lstStyle/>
          <a:p>
            <a:r>
              <a:rPr lang="zh-CN" altLang="en-US" sz="2400" b="1" dirty="0">
                <a:solidFill>
                  <a:srgbClr val="1A44A1"/>
                </a:solidFill>
                <a:latin typeface="Times New Roman" panose="02020603050405020304" pitchFamily="18" charset="0"/>
              </a:rPr>
              <a:t>第</a:t>
            </a:r>
            <a:r>
              <a:rPr lang="en-US" altLang="zh-CN" sz="2400" b="1" dirty="0">
                <a:solidFill>
                  <a:srgbClr val="1A44A1"/>
                </a:solidFill>
                <a:latin typeface="Times New Roman" panose="02020603050405020304" pitchFamily="18" charset="0"/>
              </a:rPr>
              <a:t>8</a:t>
            </a:r>
            <a:r>
              <a:rPr lang="zh-CN" altLang="en-US" sz="2400" b="1" dirty="0">
                <a:solidFill>
                  <a:srgbClr val="1A44A1"/>
                </a:solidFill>
                <a:latin typeface="Times New Roman" panose="02020603050405020304" pitchFamily="18" charset="0"/>
              </a:rPr>
              <a:t>章 动量原理</a:t>
            </a:r>
            <a:endParaRPr lang="en-US" altLang="zh-CN" sz="2400" b="1" dirty="0">
              <a:solidFill>
                <a:srgbClr val="1A44A1"/>
              </a:solidFill>
              <a:latin typeface="Times New Roman" panose="02020603050405020304" pitchFamily="18" charset="0"/>
            </a:endParaRPr>
          </a:p>
        </p:txBody>
      </p:sp>
      <p:grpSp>
        <p:nvGrpSpPr>
          <p:cNvPr id="2" name="组合 1"/>
          <p:cNvGrpSpPr/>
          <p:nvPr/>
        </p:nvGrpSpPr>
        <p:grpSpPr>
          <a:xfrm>
            <a:off x="398740" y="647700"/>
            <a:ext cx="4563785" cy="461963"/>
            <a:chOff x="398740" y="647700"/>
            <a:chExt cx="4563785" cy="461963"/>
          </a:xfrm>
        </p:grpSpPr>
        <p:graphicFrame>
          <p:nvGraphicFramePr>
            <p:cNvPr id="40" name="对象 39">
              <a:extLst>
                <a:ext uri="{FF2B5EF4-FFF2-40B4-BE49-F238E27FC236}">
                  <a16:creationId xmlns:a16="http://schemas.microsoft.com/office/drawing/2014/main" id="{E1C7A84F-5E21-1B38-CFD3-AC217DBA6156}"/>
                </a:ext>
              </a:extLst>
            </p:cNvPr>
            <p:cNvGraphicFramePr>
              <a:graphicFrameLocks noChangeAspect="1"/>
            </p:cNvGraphicFramePr>
            <p:nvPr>
              <p:extLst>
                <p:ext uri="{D42A27DB-BD31-4B8C-83A1-F6EECF244321}">
                  <p14:modId xmlns:p14="http://schemas.microsoft.com/office/powerpoint/2010/main" val="2790169189"/>
                </p:ext>
              </p:extLst>
            </p:nvPr>
          </p:nvGraphicFramePr>
          <p:xfrm>
            <a:off x="3059113" y="647700"/>
            <a:ext cx="1903412" cy="461963"/>
          </p:xfrm>
          <a:graphic>
            <a:graphicData uri="http://schemas.openxmlformats.org/presentationml/2006/ole">
              <mc:AlternateContent xmlns:mc="http://schemas.openxmlformats.org/markup-compatibility/2006">
                <mc:Choice xmlns:v="urn:schemas-microsoft-com:vml" Requires="v">
                  <p:oleObj name="Equation" r:id="rId2" imgW="838080" imgH="203040" progId="Equation.DSMT4">
                    <p:embed/>
                  </p:oleObj>
                </mc:Choice>
                <mc:Fallback>
                  <p:oleObj name="Equation" r:id="rId2" imgW="838080" imgH="203040" progId="Equation.DSMT4">
                    <p:embed/>
                    <p:pic>
                      <p:nvPicPr>
                        <p:cNvPr id="0" name=""/>
                        <p:cNvPicPr/>
                        <p:nvPr/>
                      </p:nvPicPr>
                      <p:blipFill>
                        <a:blip r:embed="rId3"/>
                        <a:stretch>
                          <a:fillRect/>
                        </a:stretch>
                      </p:blipFill>
                      <p:spPr>
                        <a:xfrm>
                          <a:off x="3059113" y="647700"/>
                          <a:ext cx="1903412" cy="461963"/>
                        </a:xfrm>
                        <a:prstGeom prst="rect">
                          <a:avLst/>
                        </a:prstGeom>
                      </p:spPr>
                    </p:pic>
                  </p:oleObj>
                </mc:Fallback>
              </mc:AlternateContent>
            </a:graphicData>
          </a:graphic>
        </p:graphicFrame>
        <p:sp>
          <p:nvSpPr>
            <p:cNvPr id="48" name="文本框 35">
              <a:extLst>
                <a:ext uri="{FF2B5EF4-FFF2-40B4-BE49-F238E27FC236}">
                  <a16:creationId xmlns:a16="http://schemas.microsoft.com/office/drawing/2014/main" id="{D6E36743-A1CA-A295-EC15-EC1032737C11}"/>
                </a:ext>
              </a:extLst>
            </p:cNvPr>
            <p:cNvSpPr txBox="1"/>
            <p:nvPr/>
          </p:nvSpPr>
          <p:spPr>
            <a:xfrm>
              <a:off x="398740" y="695271"/>
              <a:ext cx="3957236"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刚体定轴转动微分方程：</a:t>
              </a:r>
              <a:endParaRPr lang="en-US" altLang="zh-CN" dirty="0">
                <a:solidFill>
                  <a:srgbClr val="C00000"/>
                </a:solidFill>
                <a:latin typeface="Times New Roman" panose="02020603050405020304" pitchFamily="18" charset="0"/>
              </a:endParaRPr>
            </a:p>
          </p:txBody>
        </p:sp>
      </p:grpSp>
      <p:grpSp>
        <p:nvGrpSpPr>
          <p:cNvPr id="4" name="组合 3"/>
          <p:cNvGrpSpPr/>
          <p:nvPr/>
        </p:nvGrpSpPr>
        <p:grpSpPr>
          <a:xfrm>
            <a:off x="398740" y="1096432"/>
            <a:ext cx="5405306" cy="719138"/>
            <a:chOff x="398740" y="1096432"/>
            <a:chExt cx="5405306" cy="719138"/>
          </a:xfrm>
        </p:grpSpPr>
        <p:sp>
          <p:nvSpPr>
            <p:cNvPr id="49" name="文本框 35">
              <a:extLst>
                <a:ext uri="{FF2B5EF4-FFF2-40B4-BE49-F238E27FC236}">
                  <a16:creationId xmlns:a16="http://schemas.microsoft.com/office/drawing/2014/main" id="{D6E36743-A1CA-A295-EC15-EC1032737C11}"/>
                </a:ext>
              </a:extLst>
            </p:cNvPr>
            <p:cNvSpPr txBox="1"/>
            <p:nvPr/>
          </p:nvSpPr>
          <p:spPr>
            <a:xfrm>
              <a:off x="398740" y="1271335"/>
              <a:ext cx="3957236"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质点系对于质心的动量矩定理：</a:t>
              </a:r>
              <a:endParaRPr lang="en-US" altLang="zh-CN" dirty="0">
                <a:solidFill>
                  <a:srgbClr val="C00000"/>
                </a:solidFill>
                <a:latin typeface="Times New Roman" panose="02020603050405020304" pitchFamily="18" charset="0"/>
              </a:endParaRPr>
            </a:p>
          </p:txBody>
        </p:sp>
        <p:graphicFrame>
          <p:nvGraphicFramePr>
            <p:cNvPr id="50" name="对象 49">
              <a:extLst>
                <a:ext uri="{FF2B5EF4-FFF2-40B4-BE49-F238E27FC236}">
                  <a16:creationId xmlns:a16="http://schemas.microsoft.com/office/drawing/2014/main" id="{01F6E234-75DD-8093-5A8F-A12426A3035A}"/>
                </a:ext>
              </a:extLst>
            </p:cNvPr>
            <p:cNvGraphicFramePr>
              <a:graphicFrameLocks noChangeAspect="1"/>
            </p:cNvGraphicFramePr>
            <p:nvPr>
              <p:extLst>
                <p:ext uri="{D42A27DB-BD31-4B8C-83A1-F6EECF244321}">
                  <p14:modId xmlns:p14="http://schemas.microsoft.com/office/powerpoint/2010/main" val="300573081"/>
                </p:ext>
              </p:extLst>
            </p:nvPr>
          </p:nvGraphicFramePr>
          <p:xfrm>
            <a:off x="3760933" y="1096432"/>
            <a:ext cx="2043113" cy="719138"/>
          </p:xfrm>
          <a:graphic>
            <a:graphicData uri="http://schemas.openxmlformats.org/presentationml/2006/ole">
              <mc:AlternateContent xmlns:mc="http://schemas.openxmlformats.org/markup-compatibility/2006">
                <mc:Choice xmlns:v="urn:schemas-microsoft-com:vml" Requires="v">
                  <p:oleObj name="Equation" r:id="rId4" imgW="901440" imgH="317160" progId="Equation.DSMT4">
                    <p:embed/>
                  </p:oleObj>
                </mc:Choice>
                <mc:Fallback>
                  <p:oleObj name="Equation" r:id="rId4" imgW="901440" imgH="317160" progId="Equation.DSMT4">
                    <p:embed/>
                    <p:pic>
                      <p:nvPicPr>
                        <p:cNvPr id="0" name=""/>
                        <p:cNvPicPr/>
                        <p:nvPr/>
                      </p:nvPicPr>
                      <p:blipFill>
                        <a:blip r:embed="rId5"/>
                        <a:stretch>
                          <a:fillRect/>
                        </a:stretch>
                      </p:blipFill>
                      <p:spPr>
                        <a:xfrm>
                          <a:off x="3760933" y="1096432"/>
                          <a:ext cx="2043113" cy="719138"/>
                        </a:xfrm>
                        <a:prstGeom prst="rect">
                          <a:avLst/>
                        </a:prstGeom>
                      </p:spPr>
                    </p:pic>
                  </p:oleObj>
                </mc:Fallback>
              </mc:AlternateContent>
            </a:graphicData>
          </a:graphic>
        </p:graphicFrame>
      </p:grpSp>
      <p:grpSp>
        <p:nvGrpSpPr>
          <p:cNvPr id="5" name="组合 4"/>
          <p:cNvGrpSpPr/>
          <p:nvPr/>
        </p:nvGrpSpPr>
        <p:grpSpPr>
          <a:xfrm>
            <a:off x="460330" y="1808299"/>
            <a:ext cx="6588224" cy="520700"/>
            <a:chOff x="460330" y="1808299"/>
            <a:chExt cx="6588224" cy="520700"/>
          </a:xfrm>
        </p:grpSpPr>
        <p:sp>
          <p:nvSpPr>
            <p:cNvPr id="35" name="文本框 34">
              <a:extLst>
                <a:ext uri="{FF2B5EF4-FFF2-40B4-BE49-F238E27FC236}">
                  <a16:creationId xmlns:a16="http://schemas.microsoft.com/office/drawing/2014/main" id="{82453F1F-E872-B442-A507-1363C545925F}"/>
                </a:ext>
              </a:extLst>
            </p:cNvPr>
            <p:cNvSpPr txBox="1"/>
            <p:nvPr/>
          </p:nvSpPr>
          <p:spPr>
            <a:xfrm>
              <a:off x="460330" y="1883983"/>
              <a:ext cx="6588224"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刚体平面运动微分方程：</a:t>
              </a:r>
              <a:endParaRPr lang="en-US" altLang="zh-CN" dirty="0">
                <a:solidFill>
                  <a:srgbClr val="C00000"/>
                </a:solidFill>
                <a:latin typeface="Times New Roman" panose="02020603050405020304" pitchFamily="18" charset="0"/>
              </a:endParaRPr>
            </a:p>
          </p:txBody>
        </p:sp>
        <p:graphicFrame>
          <p:nvGraphicFramePr>
            <p:cNvPr id="51" name="对象 50">
              <a:extLst>
                <a:ext uri="{FF2B5EF4-FFF2-40B4-BE49-F238E27FC236}">
                  <a16:creationId xmlns:a16="http://schemas.microsoft.com/office/drawing/2014/main" id="{1EFEAAA9-2E64-FD60-1649-19DAB2FF7029}"/>
                </a:ext>
              </a:extLst>
            </p:cNvPr>
            <p:cNvGraphicFramePr>
              <a:graphicFrameLocks noChangeAspect="1"/>
            </p:cNvGraphicFramePr>
            <p:nvPr>
              <p:extLst>
                <p:ext uri="{D42A27DB-BD31-4B8C-83A1-F6EECF244321}">
                  <p14:modId xmlns:p14="http://schemas.microsoft.com/office/powerpoint/2010/main" val="3212610782"/>
                </p:ext>
              </p:extLst>
            </p:nvPr>
          </p:nvGraphicFramePr>
          <p:xfrm>
            <a:off x="3204146" y="1837668"/>
            <a:ext cx="1439862" cy="461962"/>
          </p:xfrm>
          <a:graphic>
            <a:graphicData uri="http://schemas.openxmlformats.org/presentationml/2006/ole">
              <mc:AlternateContent xmlns:mc="http://schemas.openxmlformats.org/markup-compatibility/2006">
                <mc:Choice xmlns:v="urn:schemas-microsoft-com:vml" Requires="v">
                  <p:oleObj name="Equation" r:id="rId6" imgW="634680" imgH="203040" progId="Equation.DSMT4">
                    <p:embed/>
                  </p:oleObj>
                </mc:Choice>
                <mc:Fallback>
                  <p:oleObj name="Equation" r:id="rId6" imgW="634680" imgH="203040" progId="Equation.DSMT4">
                    <p:embed/>
                    <p:pic>
                      <p:nvPicPr>
                        <p:cNvPr id="0" name=""/>
                        <p:cNvPicPr/>
                        <p:nvPr/>
                      </p:nvPicPr>
                      <p:blipFill>
                        <a:blip r:embed="rId7"/>
                        <a:stretch>
                          <a:fillRect/>
                        </a:stretch>
                      </p:blipFill>
                      <p:spPr>
                        <a:xfrm>
                          <a:off x="3204146" y="1837668"/>
                          <a:ext cx="1439862" cy="461962"/>
                        </a:xfrm>
                        <a:prstGeom prst="rect">
                          <a:avLst/>
                        </a:prstGeom>
                      </p:spPr>
                    </p:pic>
                  </p:oleObj>
                </mc:Fallback>
              </mc:AlternateContent>
            </a:graphicData>
          </a:graphic>
        </p:graphicFrame>
        <p:graphicFrame>
          <p:nvGraphicFramePr>
            <p:cNvPr id="52" name="对象 51">
              <a:extLst>
                <a:ext uri="{FF2B5EF4-FFF2-40B4-BE49-F238E27FC236}">
                  <a16:creationId xmlns:a16="http://schemas.microsoft.com/office/drawing/2014/main" id="{E1C7A84F-5E21-1B38-CFD3-AC217DBA6156}"/>
                </a:ext>
              </a:extLst>
            </p:cNvPr>
            <p:cNvGraphicFramePr>
              <a:graphicFrameLocks noChangeAspect="1"/>
            </p:cNvGraphicFramePr>
            <p:nvPr>
              <p:extLst>
                <p:ext uri="{D42A27DB-BD31-4B8C-83A1-F6EECF244321}">
                  <p14:modId xmlns:p14="http://schemas.microsoft.com/office/powerpoint/2010/main" val="2362835907"/>
                </p:ext>
              </p:extLst>
            </p:nvPr>
          </p:nvGraphicFramePr>
          <p:xfrm>
            <a:off x="4860032" y="1808299"/>
            <a:ext cx="2044700" cy="520700"/>
          </p:xfrm>
          <a:graphic>
            <a:graphicData uri="http://schemas.openxmlformats.org/presentationml/2006/ole">
              <mc:AlternateContent xmlns:mc="http://schemas.openxmlformats.org/markup-compatibility/2006">
                <mc:Choice xmlns:v="urn:schemas-microsoft-com:vml" Requires="v">
                  <p:oleObj name="Equation" r:id="rId8" imgW="901440" imgH="228600" progId="Equation.DSMT4">
                    <p:embed/>
                  </p:oleObj>
                </mc:Choice>
                <mc:Fallback>
                  <p:oleObj name="Equation" r:id="rId8" imgW="901440" imgH="228600" progId="Equation.DSMT4">
                    <p:embed/>
                    <p:pic>
                      <p:nvPicPr>
                        <p:cNvPr id="0" name=""/>
                        <p:cNvPicPr/>
                        <p:nvPr/>
                      </p:nvPicPr>
                      <p:blipFill>
                        <a:blip r:embed="rId9"/>
                        <a:stretch>
                          <a:fillRect/>
                        </a:stretch>
                      </p:blipFill>
                      <p:spPr>
                        <a:xfrm>
                          <a:off x="4860032" y="1808299"/>
                          <a:ext cx="2044700" cy="520700"/>
                        </a:xfrm>
                        <a:prstGeom prst="rect">
                          <a:avLst/>
                        </a:prstGeom>
                      </p:spPr>
                    </p:pic>
                  </p:oleObj>
                </mc:Fallback>
              </mc:AlternateContent>
            </a:graphicData>
          </a:graphic>
        </p:graphicFrame>
      </p:grpSp>
      <p:sp>
        <p:nvSpPr>
          <p:cNvPr id="21" name="文本框 1">
            <a:extLst>
              <a:ext uri="{FF2B5EF4-FFF2-40B4-BE49-F238E27FC236}">
                <a16:creationId xmlns:a16="http://schemas.microsoft.com/office/drawing/2014/main" id="{49380ABA-76FD-3EA4-DD26-D8A2931D58AB}"/>
              </a:ext>
            </a:extLst>
          </p:cNvPr>
          <p:cNvSpPr txBox="1"/>
          <p:nvPr/>
        </p:nvSpPr>
        <p:spPr>
          <a:xfrm>
            <a:off x="430585" y="2420888"/>
            <a:ext cx="6588224" cy="369332"/>
          </a:xfrm>
          <a:prstGeom prst="rect">
            <a:avLst/>
          </a:prstGeom>
          <a:noFill/>
        </p:spPr>
        <p:txBody>
          <a:bodyPr wrap="square" rtlCol="0">
            <a:spAutoFit/>
          </a:bodyPr>
          <a:lstStyle/>
          <a:p>
            <a:r>
              <a:rPr lang="zh-CN" altLang="en-US" dirty="0">
                <a:solidFill>
                  <a:srgbClr val="1A44A1"/>
                </a:solidFill>
                <a:latin typeface="Times New Roman" panose="02020603050405020304" pitchFamily="18" charset="0"/>
              </a:rPr>
              <a:t>应用动量原理解题的步骤：</a:t>
            </a:r>
            <a:endParaRPr lang="en-US" altLang="zh-CN" dirty="0">
              <a:solidFill>
                <a:srgbClr val="1A44A1"/>
              </a:solidFill>
              <a:latin typeface="Times New Roman" panose="02020603050405020304" pitchFamily="18" charset="0"/>
            </a:endParaRPr>
          </a:p>
        </p:txBody>
      </p:sp>
      <p:sp>
        <p:nvSpPr>
          <p:cNvPr id="22" name="文本框 36">
            <a:extLst>
              <a:ext uri="{FF2B5EF4-FFF2-40B4-BE49-F238E27FC236}">
                <a16:creationId xmlns:a16="http://schemas.microsoft.com/office/drawing/2014/main" id="{E89B84A9-8791-C59F-3B21-DB93FAD495FB}"/>
              </a:ext>
            </a:extLst>
          </p:cNvPr>
          <p:cNvSpPr txBox="1"/>
          <p:nvPr/>
        </p:nvSpPr>
        <p:spPr>
          <a:xfrm>
            <a:off x="437552" y="2852936"/>
            <a:ext cx="8382919" cy="3416320"/>
          </a:xfrm>
          <a:prstGeom prst="rect">
            <a:avLst/>
          </a:prstGeom>
          <a:noFill/>
        </p:spPr>
        <p:txBody>
          <a:bodyPr wrap="square" rtlCol="0">
            <a:spAutoFit/>
          </a:bodyPr>
          <a:lstStyle/>
          <a:p>
            <a:pPr marL="342900" indent="-342900">
              <a:lnSpc>
                <a:spcPct val="150000"/>
              </a:lnSpc>
              <a:buFont typeface="Wingdings" pitchFamily="2" charset="2"/>
              <a:buChar char="Ø"/>
            </a:pPr>
            <a:r>
              <a:rPr lang="zh-CN" altLang="en-US" dirty="0">
                <a:solidFill>
                  <a:srgbClr val="1A44A1"/>
                </a:solidFill>
                <a:latin typeface="Times New Roman" panose="02020603050405020304" pitchFamily="18" charset="0"/>
              </a:rPr>
              <a:t>根据题意，恰当</a:t>
            </a:r>
            <a:r>
              <a:rPr lang="zh-CN" altLang="en-US" dirty="0">
                <a:solidFill>
                  <a:srgbClr val="C00000"/>
                </a:solidFill>
                <a:latin typeface="Times New Roman" panose="02020603050405020304" pitchFamily="18" charset="0"/>
              </a:rPr>
              <a:t>选择研究对象</a:t>
            </a:r>
            <a:r>
              <a:rPr lang="zh-CN" altLang="en-US" dirty="0">
                <a:solidFill>
                  <a:srgbClr val="1A44A1"/>
                </a:solidFill>
                <a:latin typeface="Times New Roman" panose="02020603050405020304" pitchFamily="18" charset="0"/>
              </a:rPr>
              <a:t>；</a:t>
            </a:r>
            <a:endParaRPr lang="en-US" altLang="zh-CN" dirty="0">
              <a:solidFill>
                <a:srgbClr val="1A44A1"/>
              </a:solidFill>
              <a:latin typeface="Times New Roman" panose="02020603050405020304" pitchFamily="18" charset="0"/>
            </a:endParaRPr>
          </a:p>
          <a:p>
            <a:pPr marL="342900" indent="-342900">
              <a:lnSpc>
                <a:spcPct val="150000"/>
              </a:lnSpc>
              <a:buFont typeface="Wingdings" pitchFamily="2" charset="2"/>
              <a:buChar char="Ø"/>
            </a:pPr>
            <a:r>
              <a:rPr lang="zh-CN" altLang="en-US" dirty="0">
                <a:solidFill>
                  <a:srgbClr val="1A44A1"/>
                </a:solidFill>
                <a:latin typeface="Times New Roman" panose="02020603050405020304" pitchFamily="18" charset="0"/>
              </a:rPr>
              <a:t>分析研究对象的受力情况，并根据</a:t>
            </a:r>
            <a:r>
              <a:rPr lang="zh-CN" altLang="en-US" dirty="0">
                <a:solidFill>
                  <a:srgbClr val="C00000"/>
                </a:solidFill>
                <a:latin typeface="Times New Roman" panose="02020603050405020304" pitchFamily="18" charset="0"/>
              </a:rPr>
              <a:t>受力图</a:t>
            </a:r>
            <a:r>
              <a:rPr lang="zh-CN" altLang="en-US" dirty="0">
                <a:solidFill>
                  <a:srgbClr val="1A44A1"/>
                </a:solidFill>
                <a:latin typeface="Times New Roman" panose="02020603050405020304" pitchFamily="18" charset="0"/>
              </a:rPr>
              <a:t>判断用动量定理（或质心运动定理）、动量矩定理（或刚体定轴转动微分方程、刚体平面运动微分方程）还是相应的动量守恒定律、动量矩守恒定律求解；</a:t>
            </a:r>
            <a:endParaRPr lang="en-US" altLang="zh-CN" dirty="0">
              <a:solidFill>
                <a:srgbClr val="1A44A1"/>
              </a:solidFill>
              <a:latin typeface="Times New Roman" panose="02020603050405020304" pitchFamily="18" charset="0"/>
            </a:endParaRPr>
          </a:p>
          <a:p>
            <a:pPr marL="342900" indent="-342900">
              <a:lnSpc>
                <a:spcPct val="150000"/>
              </a:lnSpc>
              <a:buFont typeface="Wingdings" pitchFamily="2" charset="2"/>
              <a:buChar char="Ø"/>
            </a:pPr>
            <a:r>
              <a:rPr lang="zh-CN" altLang="en-US" dirty="0">
                <a:solidFill>
                  <a:srgbClr val="1A44A1"/>
                </a:solidFill>
                <a:latin typeface="Times New Roman" panose="02020603050405020304" pitchFamily="18" charset="0"/>
              </a:rPr>
              <a:t>分析研究对象的运动情况，写出相应的动量、动量矩或运动量（如坐标、位移、速度、加速度等）。</a:t>
            </a:r>
            <a:r>
              <a:rPr lang="zh-CN" altLang="en-US" dirty="0">
                <a:solidFill>
                  <a:srgbClr val="C00000"/>
                </a:solidFill>
                <a:latin typeface="Times New Roman" panose="02020603050405020304" pitchFamily="18" charset="0"/>
              </a:rPr>
              <a:t>定理中出现的运动量需用绝对运动量</a:t>
            </a:r>
            <a:r>
              <a:rPr lang="zh-CN" altLang="en-US" dirty="0">
                <a:solidFill>
                  <a:srgbClr val="1A44A1"/>
                </a:solidFill>
                <a:latin typeface="Times New Roman" panose="02020603050405020304" pitchFamily="18" charset="0"/>
              </a:rPr>
              <a:t>；</a:t>
            </a:r>
            <a:endParaRPr lang="en-US" altLang="zh-CN" dirty="0">
              <a:solidFill>
                <a:srgbClr val="1A44A1"/>
              </a:solidFill>
              <a:latin typeface="Times New Roman" panose="02020603050405020304" pitchFamily="18" charset="0"/>
            </a:endParaRPr>
          </a:p>
          <a:p>
            <a:pPr marL="342900" indent="-342900">
              <a:lnSpc>
                <a:spcPct val="150000"/>
              </a:lnSpc>
              <a:buFont typeface="Wingdings" pitchFamily="2" charset="2"/>
              <a:buChar char="Ø"/>
            </a:pPr>
            <a:r>
              <a:rPr lang="zh-CN" altLang="en-US" dirty="0">
                <a:solidFill>
                  <a:srgbClr val="1A44A1"/>
                </a:solidFill>
                <a:latin typeface="Times New Roman" panose="02020603050405020304" pitchFamily="18" charset="0"/>
              </a:rPr>
              <a:t>应用动量定理（或质心运动定理）、动量矩定理（或刚体定轴转动微分方程、刚体平面运动微分方程）建立方程，求解未知量。</a:t>
            </a:r>
            <a:endParaRPr lang="en-US" altLang="zh-CN" dirty="0">
              <a:solidFill>
                <a:srgbClr val="1A44A1"/>
              </a:solidFill>
              <a:latin typeface="Times New Roman" panose="02020603050405020304" pitchFamily="18" charset="0"/>
            </a:endParaRPr>
          </a:p>
        </p:txBody>
      </p:sp>
    </p:spTree>
    <p:extLst>
      <p:ext uri="{BB962C8B-B14F-4D97-AF65-F5344CB8AC3E}">
        <p14:creationId xmlns:p14="http://schemas.microsoft.com/office/powerpoint/2010/main" val="3462811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9769DE4-4E89-B29B-92AB-A6F759AD7A51}"/>
              </a:ext>
            </a:extLst>
          </p:cNvPr>
          <p:cNvSpPr>
            <a:spLocks noGrp="1"/>
          </p:cNvSpPr>
          <p:nvPr>
            <p:ph type="sldNum" sz="quarter" idx="12"/>
          </p:nvPr>
        </p:nvSpPr>
        <p:spPr/>
        <p:txBody>
          <a:bodyPr/>
          <a:lstStyle/>
          <a:p>
            <a:fld id="{26673A84-873A-41C3-9E07-245B3A592B1D}" type="slidenum">
              <a:rPr lang="zh-CN" altLang="en-US" smtClean="0"/>
              <a:t>6</a:t>
            </a:fld>
            <a:endParaRPr lang="zh-CN" altLang="en-US"/>
          </a:p>
        </p:txBody>
      </p:sp>
      <p:sp>
        <p:nvSpPr>
          <p:cNvPr id="6" name="文本框 5">
            <a:extLst>
              <a:ext uri="{FF2B5EF4-FFF2-40B4-BE49-F238E27FC236}">
                <a16:creationId xmlns:a16="http://schemas.microsoft.com/office/drawing/2014/main" id="{3CC10930-8AA5-D28A-6FD3-70AA28C5BB2F}"/>
              </a:ext>
            </a:extLst>
          </p:cNvPr>
          <p:cNvSpPr txBox="1"/>
          <p:nvPr/>
        </p:nvSpPr>
        <p:spPr>
          <a:xfrm>
            <a:off x="274022" y="2348880"/>
            <a:ext cx="8114401"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解：</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杆</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杆的质心速度分量                                    ；                        。</a:t>
            </a:r>
            <a:endParaRPr lang="zh-CN" altLang="zh-CN" sz="2000" i="1" dirty="0">
              <a:solidFill>
                <a:srgbClr val="1A44A1"/>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27B86DE-9D4E-1973-741B-D4D609C852AB}"/>
                  </a:ext>
                </a:extLst>
              </p:cNvPr>
              <p:cNvSpPr txBox="1"/>
              <p:nvPr/>
            </p:nvSpPr>
            <p:spPr>
              <a:xfrm>
                <a:off x="251520" y="627894"/>
                <a:ext cx="6336704" cy="1569660"/>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习题册</a:t>
                </a:r>
                <a:r>
                  <a:rPr lang="en-US" altLang="zh-CN" sz="2000" dirty="0">
                    <a:solidFill>
                      <a:srgbClr val="1A44A1"/>
                    </a:solidFill>
                    <a:latin typeface="Times New Roman" panose="02020603050405020304" pitchFamily="18" charset="0"/>
                  </a:rPr>
                  <a:t>-P24-4</a:t>
                </a:r>
                <a:r>
                  <a:rPr lang="zh-CN" altLang="en-US" sz="2000" dirty="0">
                    <a:solidFill>
                      <a:srgbClr val="1A44A1"/>
                    </a:solidFill>
                    <a:latin typeface="Times New Roman" panose="02020603050405020304" pitchFamily="18" charset="0"/>
                  </a:rPr>
                  <a:t>：小球</a:t>
                </a:r>
                <a:r>
                  <a:rPr lang="en-US" altLang="zh-CN" sz="2000" dirty="0">
                    <a:solidFill>
                      <a:srgbClr val="1A44A1"/>
                    </a:solidFill>
                    <a:latin typeface="Times New Roman" panose="02020603050405020304" pitchFamily="18" charset="0"/>
                  </a:rPr>
                  <a:t>M</a:t>
                </a:r>
                <a:r>
                  <a:rPr lang="zh-CN" altLang="en-US" sz="2000" dirty="0">
                    <a:solidFill>
                      <a:srgbClr val="1A44A1"/>
                    </a:solidFill>
                    <a:latin typeface="Times New Roman" panose="02020603050405020304" pitchFamily="18" charset="0"/>
                  </a:rPr>
                  <a:t>重</a:t>
                </a:r>
                <a:r>
                  <a:rPr lang="en-US" altLang="zh-CN" sz="2000" dirty="0">
                    <a:solidFill>
                      <a:srgbClr val="1A44A1"/>
                    </a:solidFill>
                    <a:latin typeface="Times New Roman" panose="02020603050405020304" pitchFamily="18" charset="0"/>
                  </a:rPr>
                  <a:t>Q</a:t>
                </a:r>
                <a:r>
                  <a:rPr lang="zh-CN" altLang="en-US" sz="2000" dirty="0">
                    <a:solidFill>
                      <a:srgbClr val="1A44A1"/>
                    </a:solidFill>
                    <a:latin typeface="Times New Roman" panose="02020603050405020304" pitchFamily="18" charset="0"/>
                  </a:rPr>
                  <a:t>，固定在一根长为</a:t>
                </a:r>
                <a:r>
                  <a:rPr lang="en-US" altLang="zh-CN" sz="2000" dirty="0">
                    <a:solidFill>
                      <a:srgbClr val="1A44A1"/>
                    </a:solidFill>
                    <a:latin typeface="Times New Roman" panose="02020603050405020304" pitchFamily="18" charset="0"/>
                  </a:rPr>
                  <a:t>L</a:t>
                </a:r>
                <a:r>
                  <a:rPr lang="zh-CN" altLang="en-US" sz="2000" dirty="0">
                    <a:solidFill>
                      <a:srgbClr val="1A44A1"/>
                    </a:solidFill>
                    <a:latin typeface="Times New Roman" panose="02020603050405020304" pitchFamily="18" charset="0"/>
                  </a:rPr>
                  <a:t>重为</a:t>
                </a:r>
                <a:r>
                  <a:rPr lang="en-US" altLang="zh-CN" sz="2000" dirty="0">
                    <a:solidFill>
                      <a:srgbClr val="1A44A1"/>
                    </a:solidFill>
                    <a:latin typeface="Times New Roman" panose="02020603050405020304" pitchFamily="18" charset="0"/>
                  </a:rPr>
                  <a:t>P</a:t>
                </a:r>
                <a:r>
                  <a:rPr lang="zh-CN" altLang="en-US" sz="2000" dirty="0">
                    <a:solidFill>
                      <a:srgbClr val="1A44A1"/>
                    </a:solidFill>
                    <a:latin typeface="Times New Roman" panose="02020603050405020304" pitchFamily="18" charset="0"/>
                  </a:rPr>
                  <a:t>的匀质细杆上，杆的另一端铰接在以速度</a:t>
                </a:r>
                <a:r>
                  <a:rPr lang="en-US" altLang="zh-CN" sz="2000" b="1" i="1" dirty="0">
                    <a:solidFill>
                      <a:srgbClr val="1A44A1"/>
                    </a:solidFill>
                    <a:latin typeface="Times New Roman" panose="02020603050405020304" pitchFamily="18" charset="0"/>
                  </a:rPr>
                  <a:t>v</a:t>
                </a:r>
                <a:r>
                  <a:rPr lang="zh-CN" altLang="en-US" sz="2000" dirty="0">
                    <a:solidFill>
                      <a:srgbClr val="1A44A1"/>
                    </a:solidFill>
                    <a:latin typeface="Times New Roman" panose="02020603050405020304" pitchFamily="18" charset="0"/>
                  </a:rPr>
                  <a:t>运动的小车的顶板上，杆</a:t>
                </a:r>
                <a:r>
                  <a:rPr lang="en-US" altLang="zh-CN" sz="2000" dirty="0">
                    <a:solidFill>
                      <a:srgbClr val="1A44A1"/>
                    </a:solidFill>
                    <a:latin typeface="Times New Roman" panose="02020603050405020304" pitchFamily="18" charset="0"/>
                  </a:rPr>
                  <a:t>OM</a:t>
                </a:r>
                <a:r>
                  <a:rPr lang="zh-CN" altLang="en-US" sz="2000" dirty="0">
                    <a:solidFill>
                      <a:srgbClr val="1A44A1"/>
                    </a:solidFill>
                    <a:latin typeface="Times New Roman" panose="02020603050405020304" pitchFamily="18" charset="0"/>
                  </a:rPr>
                  <a:t>以角速度</a:t>
                </a:r>
                <a14:m>
                  <m:oMath xmlns:m="http://schemas.openxmlformats.org/officeDocument/2006/math">
                    <m:r>
                      <a:rPr lang="zh-CN" altLang="en-US" sz="2000" i="1" smtClean="0">
                        <a:solidFill>
                          <a:srgbClr val="1A44A1"/>
                        </a:solidFill>
                        <a:latin typeface="Cambria Math"/>
                      </a:rPr>
                      <m:t>𝜔</m:t>
                    </m:r>
                  </m:oMath>
                </a14:m>
                <a:r>
                  <a:rPr lang="zh-CN" altLang="en-US" sz="2000" dirty="0">
                    <a:solidFill>
                      <a:srgbClr val="1A44A1"/>
                    </a:solidFill>
                    <a:latin typeface="Times New Roman" panose="02020603050405020304" pitchFamily="18" charset="0"/>
                  </a:rPr>
                  <a:t>绕</a:t>
                </a:r>
                <a:r>
                  <a:rPr lang="en-US" altLang="zh-CN" sz="2000" dirty="0">
                    <a:solidFill>
                      <a:srgbClr val="1A44A1"/>
                    </a:solidFill>
                    <a:latin typeface="Times New Roman" panose="02020603050405020304" pitchFamily="18" charset="0"/>
                  </a:rPr>
                  <a:t>O</a:t>
                </a:r>
                <a:r>
                  <a:rPr lang="zh-CN" altLang="en-US" sz="2000" dirty="0">
                    <a:solidFill>
                      <a:srgbClr val="1A44A1"/>
                    </a:solidFill>
                    <a:latin typeface="Times New Roman" panose="02020603050405020304" pitchFamily="18" charset="0"/>
                  </a:rPr>
                  <a:t>轴逆时针转动，则图示瞬间杆的动量的大小为</a:t>
                </a:r>
                <a:r>
                  <a:rPr lang="en-US" altLang="zh-CN" sz="2000" dirty="0">
                    <a:solidFill>
                      <a:srgbClr val="1A44A1"/>
                    </a:solidFill>
                    <a:latin typeface="Times New Roman" panose="02020603050405020304" pitchFamily="18" charset="0"/>
                  </a:rPr>
                  <a:t>____</a:t>
                </a:r>
                <a:r>
                  <a:rPr lang="zh-CN" altLang="en-US" sz="2000" dirty="0">
                    <a:solidFill>
                      <a:srgbClr val="1A44A1"/>
                    </a:solidFill>
                    <a:latin typeface="Times New Roman" panose="02020603050405020304" pitchFamily="18" charset="0"/>
                  </a:rPr>
                  <a:t>，小球动量的大小为</a:t>
                </a:r>
                <a:r>
                  <a:rPr lang="en-US" altLang="zh-CN" sz="2000" dirty="0">
                    <a:solidFill>
                      <a:srgbClr val="1A44A1"/>
                    </a:solidFill>
                    <a:latin typeface="Times New Roman" panose="02020603050405020304" pitchFamily="18" charset="0"/>
                  </a:rPr>
                  <a:t>______</a:t>
                </a:r>
                <a:r>
                  <a:rPr lang="zh-CN" altLang="en-US" sz="2000" dirty="0">
                    <a:solidFill>
                      <a:srgbClr val="1A44A1"/>
                    </a:solidFill>
                    <a:latin typeface="Times New Roman" panose="02020603050405020304" pitchFamily="18" charset="0"/>
                  </a:rPr>
                  <a:t>。</a:t>
                </a:r>
                <a:endParaRPr lang="zh-CN" altLang="zh-CN" sz="2000" dirty="0">
                  <a:solidFill>
                    <a:srgbClr val="1A44A1"/>
                  </a:solidFill>
                  <a:latin typeface="Times New Roman" panose="02020603050405020304" pitchFamily="18" charset="0"/>
                </a:endParaRPr>
              </a:p>
            </p:txBody>
          </p:sp>
        </mc:Choice>
        <mc:Fallback xmlns="">
          <p:sp>
            <p:nvSpPr>
              <p:cNvPr id="3" name="文本框 2">
                <a:extLst>
                  <a:ext uri="{FF2B5EF4-FFF2-40B4-BE49-F238E27FC236}">
                    <a16:creationId xmlns="" xmlns:a16="http://schemas.microsoft.com/office/drawing/2014/main" xmlns:a14="http://schemas.microsoft.com/office/drawing/2010/main" id="{127B86DE-9D4E-1973-741B-D4D609C852AB}"/>
                  </a:ext>
                </a:extLst>
              </p:cNvPr>
              <p:cNvSpPr txBox="1">
                <a:spLocks noRot="1" noChangeAspect="1" noMove="1" noResize="1" noEditPoints="1" noAdjustHandles="1" noChangeArrowheads="1" noChangeShapeType="1" noTextEdit="1"/>
              </p:cNvSpPr>
              <p:nvPr/>
            </p:nvSpPr>
            <p:spPr>
              <a:xfrm>
                <a:off x="251520" y="627894"/>
                <a:ext cx="6336704" cy="1569660"/>
              </a:xfrm>
              <a:prstGeom prst="rect">
                <a:avLst/>
              </a:prstGeom>
              <a:blipFill rotWithShape="1">
                <a:blip r:embed="rId4"/>
                <a:stretch>
                  <a:fillRect l="-962" t="-1167" r="-673" b="-4280"/>
                </a:stretch>
              </a:blipFill>
            </p:spPr>
            <p:txBody>
              <a:bodyPr/>
              <a:lstStyle/>
              <a:p>
                <a:r>
                  <a:rPr lang="zh-CN" altLang="en-US">
                    <a:noFill/>
                  </a:rPr>
                  <a:t> </a:t>
                </a:r>
              </a:p>
            </p:txBody>
          </p:sp>
        </mc:Fallback>
      </mc:AlternateContent>
      <p:sp>
        <p:nvSpPr>
          <p:cNvPr id="43" name="文本框 42">
            <a:extLst>
              <a:ext uri="{FF2B5EF4-FFF2-40B4-BE49-F238E27FC236}">
                <a16:creationId xmlns:a16="http://schemas.microsoft.com/office/drawing/2014/main" id="{FB715BB4-9EB1-AAEA-263D-4DD3F8179801}"/>
              </a:ext>
            </a:extLst>
          </p:cNvPr>
          <p:cNvSpPr txBox="1"/>
          <p:nvPr/>
        </p:nvSpPr>
        <p:spPr>
          <a:xfrm>
            <a:off x="251520" y="4725144"/>
            <a:ext cx="8424936" cy="400110"/>
          </a:xfrm>
          <a:prstGeom prst="rect">
            <a:avLst/>
          </a:prstGeom>
          <a:noFill/>
        </p:spPr>
        <p:txBody>
          <a:bodyPr wrap="square" rtlCol="0">
            <a:spAutoFit/>
          </a:bodyPr>
          <a:lstStyle/>
          <a:p>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小球</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小球的速度分量：                               ；                        。</a:t>
            </a:r>
            <a:endParaRPr lang="zh-CN" altLang="zh-CN" sz="2000" i="1" dirty="0">
              <a:solidFill>
                <a:srgbClr val="1A44A1"/>
              </a:solidFill>
              <a:latin typeface="Times New Roman" panose="02020603050405020304" pitchFamily="18" charset="0"/>
            </a:endParaRPr>
          </a:p>
        </p:txBody>
      </p:sp>
      <p:graphicFrame>
        <p:nvGraphicFramePr>
          <p:cNvPr id="85" name="对象 84">
            <a:extLst>
              <a:ext uri="{FF2B5EF4-FFF2-40B4-BE49-F238E27FC236}">
                <a16:creationId xmlns:a16="http://schemas.microsoft.com/office/drawing/2014/main" id="{71518767-12D2-1F66-05DD-FCC536926C7B}"/>
              </a:ext>
            </a:extLst>
          </p:cNvPr>
          <p:cNvGraphicFramePr>
            <a:graphicFrameLocks noChangeAspect="1"/>
          </p:cNvGraphicFramePr>
          <p:nvPr>
            <p:extLst>
              <p:ext uri="{D42A27DB-BD31-4B8C-83A1-F6EECF244321}">
                <p14:modId xmlns:p14="http://schemas.microsoft.com/office/powerpoint/2010/main" val="761133932"/>
              </p:ext>
            </p:extLst>
          </p:nvPr>
        </p:nvGraphicFramePr>
        <p:xfrm>
          <a:off x="2279948" y="3787775"/>
          <a:ext cx="3732212" cy="835025"/>
        </p:xfrm>
        <a:graphic>
          <a:graphicData uri="http://schemas.openxmlformats.org/presentationml/2006/ole">
            <mc:AlternateContent xmlns:mc="http://schemas.openxmlformats.org/markup-compatibility/2006">
              <mc:Choice xmlns:v="urn:schemas-microsoft-com:vml" Requires="v">
                <p:oleObj name="Equation" r:id="rId5" imgW="1650960" imgH="368280" progId="Equation.DSMT4">
                  <p:embed/>
                </p:oleObj>
              </mc:Choice>
              <mc:Fallback>
                <p:oleObj name="Equation" r:id="rId5" imgW="1650960" imgH="368280" progId="Equation.DSMT4">
                  <p:embed/>
                  <p:pic>
                    <p:nvPicPr>
                      <p:cNvPr id="36" name="对象 35">
                        <a:extLst>
                          <a:ext uri="{FF2B5EF4-FFF2-40B4-BE49-F238E27FC236}">
                            <a16:creationId xmlns:a16="http://schemas.microsoft.com/office/drawing/2014/main" id="{C31D9F5B-3F5B-FD1B-0794-F288D1AA7D27}"/>
                          </a:ext>
                        </a:extLst>
                      </p:cNvPr>
                      <p:cNvPicPr/>
                      <p:nvPr/>
                    </p:nvPicPr>
                    <p:blipFill>
                      <a:blip r:embed="rId6"/>
                      <a:stretch>
                        <a:fillRect/>
                      </a:stretch>
                    </p:blipFill>
                    <p:spPr>
                      <a:xfrm>
                        <a:off x="2279948" y="3787775"/>
                        <a:ext cx="3732212" cy="835025"/>
                      </a:xfrm>
                      <a:prstGeom prst="rect">
                        <a:avLst/>
                      </a:prstGeom>
                    </p:spPr>
                  </p:pic>
                </p:oleObj>
              </mc:Fallback>
            </mc:AlternateContent>
          </a:graphicData>
        </a:graphic>
      </p:graphicFrame>
      <p:pic>
        <p:nvPicPr>
          <p:cNvPr id="3135" name="Picture 63"/>
          <p:cNvPicPr>
            <a:picLocks noChangeAspect="1" noChangeArrowheads="1"/>
          </p:cNvPicPr>
          <p:nvPr/>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65902" y="743506"/>
            <a:ext cx="1922521" cy="1248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 name="文本框 5">
            <a:extLst>
              <a:ext uri="{FF2B5EF4-FFF2-40B4-BE49-F238E27FC236}">
                <a16:creationId xmlns:a16="http://schemas.microsoft.com/office/drawing/2014/main" id="{3CC10930-8AA5-D28A-6FD3-70AA28C5BB2F}"/>
              </a:ext>
            </a:extLst>
          </p:cNvPr>
          <p:cNvSpPr txBox="1"/>
          <p:nvPr/>
        </p:nvSpPr>
        <p:spPr>
          <a:xfrm>
            <a:off x="222101" y="4005064"/>
            <a:ext cx="2851091"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杆的动量大小为：</a:t>
            </a:r>
            <a:endParaRPr lang="zh-CN" altLang="zh-CN" sz="2000" i="1" dirty="0">
              <a:solidFill>
                <a:srgbClr val="1A44A1"/>
              </a:solidFill>
              <a:latin typeface="Times New Roman" panose="02020603050405020304" pitchFamily="18" charset="0"/>
            </a:endParaRPr>
          </a:p>
        </p:txBody>
      </p:sp>
      <p:grpSp>
        <p:nvGrpSpPr>
          <p:cNvPr id="5" name="组合 4"/>
          <p:cNvGrpSpPr/>
          <p:nvPr/>
        </p:nvGrpSpPr>
        <p:grpSpPr>
          <a:xfrm>
            <a:off x="3488046" y="2188572"/>
            <a:ext cx="3964274" cy="725402"/>
            <a:chOff x="3488046" y="2188572"/>
            <a:chExt cx="3964274" cy="725402"/>
          </a:xfrm>
        </p:grpSpPr>
        <p:graphicFrame>
          <p:nvGraphicFramePr>
            <p:cNvPr id="14" name="对象 13"/>
            <p:cNvGraphicFramePr>
              <a:graphicFrameLocks noChangeAspect="1"/>
            </p:cNvGraphicFramePr>
            <p:nvPr>
              <p:extLst>
                <p:ext uri="{D42A27DB-BD31-4B8C-83A1-F6EECF244321}">
                  <p14:modId xmlns:p14="http://schemas.microsoft.com/office/powerpoint/2010/main" val="2415668707"/>
                </p:ext>
              </p:extLst>
            </p:nvPr>
          </p:nvGraphicFramePr>
          <p:xfrm>
            <a:off x="3488046" y="2188572"/>
            <a:ext cx="2092325" cy="720725"/>
          </p:xfrm>
          <a:graphic>
            <a:graphicData uri="http://schemas.openxmlformats.org/presentationml/2006/ole">
              <mc:AlternateContent xmlns:mc="http://schemas.openxmlformats.org/markup-compatibility/2006">
                <mc:Choice xmlns:v="urn:schemas-microsoft-com:vml" Requires="v">
                  <p:oleObj name="Equation" r:id="rId8" imgW="927000" imgH="317160" progId="Equation.DSMT4">
                    <p:embed/>
                  </p:oleObj>
                </mc:Choice>
                <mc:Fallback>
                  <p:oleObj name="Equation" r:id="rId8" imgW="927000" imgH="317160" progId="Equation.DSMT4">
                    <p:embed/>
                    <p:pic>
                      <p:nvPicPr>
                        <p:cNvPr id="0" name="对象 84"/>
                        <p:cNvPicPr>
                          <a:picLocks noChangeAspect="1" noChangeArrowheads="1"/>
                        </p:cNvPicPr>
                        <p:nvPr/>
                      </p:nvPicPr>
                      <p:blipFill>
                        <a:blip r:embed="rId9"/>
                        <a:srcRect/>
                        <a:stretch>
                          <a:fillRect/>
                        </a:stretch>
                      </p:blipFill>
                      <p:spPr bwMode="auto">
                        <a:xfrm>
                          <a:off x="3488046" y="2188572"/>
                          <a:ext cx="20923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2331362640"/>
                </p:ext>
              </p:extLst>
            </p:nvPr>
          </p:nvGraphicFramePr>
          <p:xfrm>
            <a:off x="5760045" y="2193249"/>
            <a:ext cx="1692275" cy="720725"/>
          </p:xfrm>
          <a:graphic>
            <a:graphicData uri="http://schemas.openxmlformats.org/presentationml/2006/ole">
              <mc:AlternateContent xmlns:mc="http://schemas.openxmlformats.org/markup-compatibility/2006">
                <mc:Choice xmlns:v="urn:schemas-microsoft-com:vml" Requires="v">
                  <p:oleObj name="Equation" r:id="rId10" imgW="749160" imgH="317160" progId="Equation.DSMT4">
                    <p:embed/>
                  </p:oleObj>
                </mc:Choice>
                <mc:Fallback>
                  <p:oleObj name="Equation" r:id="rId10" imgW="749160" imgH="317160" progId="Equation.DSMT4">
                    <p:embed/>
                    <p:pic>
                      <p:nvPicPr>
                        <p:cNvPr id="0" name="对象 13"/>
                        <p:cNvPicPr>
                          <a:picLocks noChangeAspect="1" noChangeArrowheads="1"/>
                        </p:cNvPicPr>
                        <p:nvPr/>
                      </p:nvPicPr>
                      <p:blipFill>
                        <a:blip r:embed="rId11"/>
                        <a:srcRect/>
                        <a:stretch>
                          <a:fillRect/>
                        </a:stretch>
                      </p:blipFill>
                      <p:spPr bwMode="auto">
                        <a:xfrm>
                          <a:off x="5760045" y="2193249"/>
                          <a:ext cx="16922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6" name="对象 25"/>
          <p:cNvGraphicFramePr>
            <a:graphicFrameLocks noChangeAspect="1"/>
          </p:cNvGraphicFramePr>
          <p:nvPr>
            <p:extLst>
              <p:ext uri="{D42A27DB-BD31-4B8C-83A1-F6EECF244321}">
                <p14:modId xmlns:p14="http://schemas.microsoft.com/office/powerpoint/2010/main" val="2731392409"/>
              </p:ext>
            </p:extLst>
          </p:nvPr>
        </p:nvGraphicFramePr>
        <p:xfrm>
          <a:off x="2714625" y="2879725"/>
          <a:ext cx="6424613" cy="922338"/>
        </p:xfrm>
        <a:graphic>
          <a:graphicData uri="http://schemas.openxmlformats.org/presentationml/2006/ole">
            <mc:AlternateContent xmlns:mc="http://schemas.openxmlformats.org/markup-compatibility/2006">
              <mc:Choice xmlns:v="urn:schemas-microsoft-com:vml" Requires="v">
                <p:oleObj name="Equation" r:id="rId12" imgW="2844720" imgH="406080" progId="Equation.DSMT4">
                  <p:embed/>
                </p:oleObj>
              </mc:Choice>
              <mc:Fallback>
                <p:oleObj name="Equation" r:id="rId12" imgW="2844720" imgH="406080" progId="Equation.DSMT4">
                  <p:embed/>
                  <p:pic>
                    <p:nvPicPr>
                      <p:cNvPr id="0" name="对象 24"/>
                      <p:cNvPicPr>
                        <a:picLocks noChangeAspect="1" noChangeArrowheads="1"/>
                      </p:cNvPicPr>
                      <p:nvPr/>
                    </p:nvPicPr>
                    <p:blipFill>
                      <a:blip r:embed="rId13"/>
                      <a:srcRect/>
                      <a:stretch>
                        <a:fillRect/>
                      </a:stretch>
                    </p:blipFill>
                    <p:spPr bwMode="auto">
                      <a:xfrm>
                        <a:off x="2714625" y="2879725"/>
                        <a:ext cx="642461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 name="文本框 5">
            <a:extLst>
              <a:ext uri="{FF2B5EF4-FFF2-40B4-BE49-F238E27FC236}">
                <a16:creationId xmlns:a16="http://schemas.microsoft.com/office/drawing/2014/main" id="{3CC10930-8AA5-D28A-6FD3-70AA28C5BB2F}"/>
              </a:ext>
            </a:extLst>
          </p:cNvPr>
          <p:cNvSpPr txBox="1"/>
          <p:nvPr/>
        </p:nvSpPr>
        <p:spPr>
          <a:xfrm>
            <a:off x="191914" y="3140968"/>
            <a:ext cx="7440426"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杆的质心速度大小为：</a:t>
            </a:r>
            <a:endParaRPr lang="zh-CN" altLang="zh-CN" sz="2000" i="1" dirty="0">
              <a:solidFill>
                <a:srgbClr val="1A44A1"/>
              </a:solidFill>
              <a:latin typeface="Times New Roman" panose="02020603050405020304" pitchFamily="18" charset="0"/>
            </a:endParaRPr>
          </a:p>
        </p:txBody>
      </p:sp>
      <p:grpSp>
        <p:nvGrpSpPr>
          <p:cNvPr id="7" name="组合 6"/>
          <p:cNvGrpSpPr/>
          <p:nvPr/>
        </p:nvGrpSpPr>
        <p:grpSpPr>
          <a:xfrm>
            <a:off x="3012306" y="4709299"/>
            <a:ext cx="3799458" cy="431800"/>
            <a:chOff x="3012306" y="4709299"/>
            <a:chExt cx="3799458" cy="431800"/>
          </a:xfrm>
        </p:grpSpPr>
        <p:graphicFrame>
          <p:nvGraphicFramePr>
            <p:cNvPr id="68" name="对象 67"/>
            <p:cNvGraphicFramePr>
              <a:graphicFrameLocks noChangeAspect="1"/>
            </p:cNvGraphicFramePr>
            <p:nvPr>
              <p:extLst>
                <p:ext uri="{D42A27DB-BD31-4B8C-83A1-F6EECF244321}">
                  <p14:modId xmlns:p14="http://schemas.microsoft.com/office/powerpoint/2010/main" val="3806426783"/>
                </p:ext>
              </p:extLst>
            </p:nvPr>
          </p:nvGraphicFramePr>
          <p:xfrm>
            <a:off x="3012306" y="4721762"/>
            <a:ext cx="2063750" cy="403225"/>
          </p:xfrm>
          <a:graphic>
            <a:graphicData uri="http://schemas.openxmlformats.org/presentationml/2006/ole">
              <mc:AlternateContent xmlns:mc="http://schemas.openxmlformats.org/markup-compatibility/2006">
                <mc:Choice xmlns:v="urn:schemas-microsoft-com:vml" Requires="v">
                  <p:oleObj name="Equation" r:id="rId14" imgW="914400" imgH="177480" progId="Equation.DSMT4">
                    <p:embed/>
                  </p:oleObj>
                </mc:Choice>
                <mc:Fallback>
                  <p:oleObj name="Equation" r:id="rId14" imgW="914400" imgH="177480" progId="Equation.DSMT4">
                    <p:embed/>
                    <p:pic>
                      <p:nvPicPr>
                        <p:cNvPr id="0" name=""/>
                        <p:cNvPicPr>
                          <a:picLocks noChangeAspect="1" noChangeArrowheads="1"/>
                        </p:cNvPicPr>
                        <p:nvPr/>
                      </p:nvPicPr>
                      <p:blipFill>
                        <a:blip r:embed="rId15"/>
                        <a:srcRect/>
                        <a:stretch>
                          <a:fillRect/>
                        </a:stretch>
                      </p:blipFill>
                      <p:spPr bwMode="auto">
                        <a:xfrm>
                          <a:off x="3012306" y="4721762"/>
                          <a:ext cx="2063750" cy="403225"/>
                        </a:xfrm>
                        <a:prstGeom prst="rect">
                          <a:avLst/>
                        </a:prstGeom>
                        <a:noFill/>
                        <a:ln>
                          <a:noFill/>
                        </a:ln>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1486910468"/>
                </p:ext>
              </p:extLst>
            </p:nvPr>
          </p:nvGraphicFramePr>
          <p:xfrm>
            <a:off x="5148064" y="4709299"/>
            <a:ext cx="1663700" cy="431800"/>
          </p:xfrm>
          <a:graphic>
            <a:graphicData uri="http://schemas.openxmlformats.org/presentationml/2006/ole">
              <mc:AlternateContent xmlns:mc="http://schemas.openxmlformats.org/markup-compatibility/2006">
                <mc:Choice xmlns:v="urn:schemas-microsoft-com:vml" Requires="v">
                  <p:oleObj name="Equation" r:id="rId16" imgW="736560" imgH="190440" progId="Equation.DSMT4">
                    <p:embed/>
                  </p:oleObj>
                </mc:Choice>
                <mc:Fallback>
                  <p:oleObj name="Equation" r:id="rId16" imgW="736560" imgH="190440" progId="Equation.DSMT4">
                    <p:embed/>
                    <p:pic>
                      <p:nvPicPr>
                        <p:cNvPr id="0" name="对象 24"/>
                        <p:cNvPicPr>
                          <a:picLocks noChangeAspect="1" noChangeArrowheads="1"/>
                        </p:cNvPicPr>
                        <p:nvPr/>
                      </p:nvPicPr>
                      <p:blipFill>
                        <a:blip r:embed="rId17"/>
                        <a:srcRect/>
                        <a:stretch>
                          <a:fillRect/>
                        </a:stretch>
                      </p:blipFill>
                      <p:spPr bwMode="auto">
                        <a:xfrm>
                          <a:off x="5148064" y="4709299"/>
                          <a:ext cx="1663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0" name="文本框 5">
            <a:extLst>
              <a:ext uri="{FF2B5EF4-FFF2-40B4-BE49-F238E27FC236}">
                <a16:creationId xmlns:a16="http://schemas.microsoft.com/office/drawing/2014/main" id="{3CC10930-8AA5-D28A-6FD3-70AA28C5BB2F}"/>
              </a:ext>
            </a:extLst>
          </p:cNvPr>
          <p:cNvSpPr txBox="1"/>
          <p:nvPr/>
        </p:nvSpPr>
        <p:spPr>
          <a:xfrm>
            <a:off x="107504" y="5373216"/>
            <a:ext cx="3384376"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小球的质心速度大小为：   </a:t>
            </a:r>
            <a:endParaRPr lang="zh-CN" altLang="zh-CN" sz="2000" i="1" dirty="0">
              <a:solidFill>
                <a:srgbClr val="1A44A1"/>
              </a:solidFill>
              <a:latin typeface="Times New Roman" panose="02020603050405020304" pitchFamily="18" charset="0"/>
            </a:endParaRPr>
          </a:p>
        </p:txBody>
      </p:sp>
      <p:graphicFrame>
        <p:nvGraphicFramePr>
          <p:cNvPr id="28" name="对象 27"/>
          <p:cNvGraphicFramePr>
            <a:graphicFrameLocks noChangeAspect="1"/>
          </p:cNvGraphicFramePr>
          <p:nvPr>
            <p:extLst>
              <p:ext uri="{D42A27DB-BD31-4B8C-83A1-F6EECF244321}">
                <p14:modId xmlns:p14="http://schemas.microsoft.com/office/powerpoint/2010/main" val="2123738972"/>
              </p:ext>
            </p:extLst>
          </p:nvPr>
        </p:nvGraphicFramePr>
        <p:xfrm>
          <a:off x="2901950" y="5284788"/>
          <a:ext cx="6165850" cy="576262"/>
        </p:xfrm>
        <a:graphic>
          <a:graphicData uri="http://schemas.openxmlformats.org/presentationml/2006/ole">
            <mc:AlternateContent xmlns:mc="http://schemas.openxmlformats.org/markup-compatibility/2006">
              <mc:Choice xmlns:v="urn:schemas-microsoft-com:vml" Requires="v">
                <p:oleObj name="Equation" r:id="rId18" imgW="2730240" imgH="253800" progId="Equation.DSMT4">
                  <p:embed/>
                </p:oleObj>
              </mc:Choice>
              <mc:Fallback>
                <p:oleObj name="Equation" r:id="rId18" imgW="2730240" imgH="253800" progId="Equation.DSMT4">
                  <p:embed/>
                  <p:pic>
                    <p:nvPicPr>
                      <p:cNvPr id="0" name="对象 25"/>
                      <p:cNvPicPr>
                        <a:picLocks noChangeAspect="1" noChangeArrowheads="1"/>
                      </p:cNvPicPr>
                      <p:nvPr/>
                    </p:nvPicPr>
                    <p:blipFill>
                      <a:blip r:embed="rId19"/>
                      <a:srcRect/>
                      <a:stretch>
                        <a:fillRect/>
                      </a:stretch>
                    </p:blipFill>
                    <p:spPr bwMode="auto">
                      <a:xfrm>
                        <a:off x="2901950" y="5284788"/>
                        <a:ext cx="616585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 name="文本框 5">
            <a:extLst>
              <a:ext uri="{FF2B5EF4-FFF2-40B4-BE49-F238E27FC236}">
                <a16:creationId xmlns:a16="http://schemas.microsoft.com/office/drawing/2014/main" id="{3CC10930-8AA5-D28A-6FD3-70AA28C5BB2F}"/>
              </a:ext>
            </a:extLst>
          </p:cNvPr>
          <p:cNvSpPr txBox="1"/>
          <p:nvPr/>
        </p:nvSpPr>
        <p:spPr>
          <a:xfrm>
            <a:off x="191914" y="6093296"/>
            <a:ext cx="2851091"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小球的动量大小为：</a:t>
            </a:r>
            <a:endParaRPr lang="zh-CN" altLang="zh-CN" sz="2000" i="1" dirty="0">
              <a:solidFill>
                <a:srgbClr val="1A44A1"/>
              </a:solidFill>
              <a:latin typeface="Times New Roman" panose="02020603050405020304" pitchFamily="18" charset="0"/>
            </a:endParaRPr>
          </a:p>
        </p:txBody>
      </p:sp>
      <p:graphicFrame>
        <p:nvGraphicFramePr>
          <p:cNvPr id="29" name="对象 28"/>
          <p:cNvGraphicFramePr>
            <a:graphicFrameLocks noChangeAspect="1"/>
          </p:cNvGraphicFramePr>
          <p:nvPr>
            <p:extLst>
              <p:ext uri="{D42A27DB-BD31-4B8C-83A1-F6EECF244321}">
                <p14:modId xmlns:p14="http://schemas.microsoft.com/office/powerpoint/2010/main" val="3548627114"/>
              </p:ext>
            </p:extLst>
          </p:nvPr>
        </p:nvGraphicFramePr>
        <p:xfrm>
          <a:off x="2627784" y="6033795"/>
          <a:ext cx="3589338" cy="519112"/>
        </p:xfrm>
        <a:graphic>
          <a:graphicData uri="http://schemas.openxmlformats.org/presentationml/2006/ole">
            <mc:AlternateContent xmlns:mc="http://schemas.openxmlformats.org/markup-compatibility/2006">
              <mc:Choice xmlns:v="urn:schemas-microsoft-com:vml" Requires="v">
                <p:oleObj name="Equation" r:id="rId20" imgW="1587240" imgH="228600" progId="Equation.DSMT4">
                  <p:embed/>
                </p:oleObj>
              </mc:Choice>
              <mc:Fallback>
                <p:oleObj name="Equation" r:id="rId20" imgW="1587240" imgH="228600" progId="Equation.DSMT4">
                  <p:embed/>
                  <p:pic>
                    <p:nvPicPr>
                      <p:cNvPr id="0" name="对象 84"/>
                      <p:cNvPicPr>
                        <a:picLocks noChangeAspect="1" noChangeArrowheads="1"/>
                      </p:cNvPicPr>
                      <p:nvPr/>
                    </p:nvPicPr>
                    <p:blipFill>
                      <a:blip r:embed="rId21"/>
                      <a:srcRect/>
                      <a:stretch>
                        <a:fillRect/>
                      </a:stretch>
                    </p:blipFill>
                    <p:spPr bwMode="auto">
                      <a:xfrm>
                        <a:off x="2627784" y="6033795"/>
                        <a:ext cx="35893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 name="组合 3"/>
          <p:cNvGrpSpPr/>
          <p:nvPr/>
        </p:nvGrpSpPr>
        <p:grpSpPr>
          <a:xfrm>
            <a:off x="6606361" y="743506"/>
            <a:ext cx="2769345" cy="1454048"/>
            <a:chOff x="6606361" y="743506"/>
            <a:chExt cx="2769345" cy="1454048"/>
          </a:xfrm>
        </p:grpSpPr>
        <p:grpSp>
          <p:nvGrpSpPr>
            <p:cNvPr id="87" name="组合 86"/>
            <p:cNvGrpSpPr/>
            <p:nvPr/>
          </p:nvGrpSpPr>
          <p:grpSpPr>
            <a:xfrm>
              <a:off x="7956091" y="1174587"/>
              <a:ext cx="1419615" cy="1022967"/>
              <a:chOff x="7325908" y="2749795"/>
              <a:chExt cx="1419615" cy="1022967"/>
            </a:xfrm>
          </p:grpSpPr>
          <mc:AlternateContent xmlns:mc="http://schemas.openxmlformats.org/markup-compatibility/2006" xmlns:a14="http://schemas.microsoft.com/office/drawing/2010/main">
            <mc:Choice Requires="a14">
              <p:sp>
                <p:nvSpPr>
                  <p:cNvPr id="88" name="文本框 33"/>
                  <p:cNvSpPr txBox="1"/>
                  <p:nvPr/>
                </p:nvSpPr>
                <p:spPr>
                  <a:xfrm>
                    <a:off x="8100872" y="3403430"/>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i="1" smtClean="0">
                              <a:solidFill>
                                <a:srgbClr val="C00000"/>
                              </a:solidFill>
                              <a:latin typeface="Cambria Math" panose="02040503050406030204" pitchFamily="18" charset="0"/>
                            </a:rPr>
                            <m:t>𝑥</m:t>
                          </m:r>
                        </m:oMath>
                      </m:oMathPara>
                    </a14:m>
                    <a:endParaRPr lang="en-US" altLang="zh-CN" dirty="0">
                      <a:solidFill>
                        <a:srgbClr val="C00000"/>
                      </a:solidFill>
                      <a:latin typeface="Times New Roman" panose="02020603050405020304" pitchFamily="18" charset="0"/>
                    </a:endParaRPr>
                  </a:p>
                </p:txBody>
              </p:sp>
            </mc:Choice>
            <mc:Fallback xmlns="">
              <p:sp>
                <p:nvSpPr>
                  <p:cNvPr id="34" name="文本框 33"/>
                  <p:cNvSpPr txBox="1">
                    <a:spLocks noRot="1" noChangeAspect="1" noMove="1" noResize="1" noEditPoints="1" noAdjustHandles="1" noChangeArrowheads="1" noChangeShapeType="1" noTextEdit="1"/>
                  </p:cNvSpPr>
                  <p:nvPr/>
                </p:nvSpPr>
                <p:spPr>
                  <a:xfrm>
                    <a:off x="8100872" y="3403430"/>
                    <a:ext cx="644651" cy="369332"/>
                  </a:xfrm>
                  <a:prstGeom prst="rect">
                    <a:avLst/>
                  </a:prstGeom>
                  <a:blipFill rotWithShape="1">
                    <a:blip r:embed="rId22"/>
                  </a:blipFill>
                </p:spPr>
                <p:txBody>
                  <a:bodyPr/>
                  <a:lstStyle/>
                  <a:p>
                    <a:r>
                      <a:rPr lang="zh-CN" altLang="en-US">
                        <a:noFill/>
                      </a:rPr>
                      <a:t> </a:t>
                    </a:r>
                  </a:p>
                </p:txBody>
              </p:sp>
            </mc:Fallback>
          </mc:AlternateContent>
          <p:cxnSp>
            <p:nvCxnSpPr>
              <p:cNvPr id="93" name="直接箭头连接符 92"/>
              <p:cNvCxnSpPr/>
              <p:nvPr/>
            </p:nvCxnSpPr>
            <p:spPr>
              <a:xfrm>
                <a:off x="7808269" y="3436569"/>
                <a:ext cx="723745" cy="0"/>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flipV="1">
                <a:off x="7808269" y="2826162"/>
                <a:ext cx="0" cy="610407"/>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文本框 45"/>
                  <p:cNvSpPr txBox="1"/>
                  <p:nvPr/>
                </p:nvSpPr>
                <p:spPr>
                  <a:xfrm>
                    <a:off x="7325908" y="2749795"/>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0" i="1" smtClean="0">
                              <a:solidFill>
                                <a:srgbClr val="C00000"/>
                              </a:solidFill>
                              <a:latin typeface="Cambria Math" panose="02040503050406030204" pitchFamily="18" charset="0"/>
                            </a:rPr>
                            <m:t>𝑦</m:t>
                          </m:r>
                        </m:oMath>
                      </m:oMathPara>
                    </a14:m>
                    <a:endParaRPr lang="en-US" altLang="zh-CN" dirty="0">
                      <a:solidFill>
                        <a:srgbClr val="C00000"/>
                      </a:solidFill>
                      <a:latin typeface="Times New Roman" panose="02020603050405020304" pitchFamily="18" charset="0"/>
                    </a:endParaRPr>
                  </a:p>
                </p:txBody>
              </p:sp>
            </mc:Choice>
            <mc:Fallback xmlns="">
              <p:sp>
                <p:nvSpPr>
                  <p:cNvPr id="46" name="文本框 45"/>
                  <p:cNvSpPr txBox="1">
                    <a:spLocks noRot="1" noChangeAspect="1" noMove="1" noResize="1" noEditPoints="1" noAdjustHandles="1" noChangeArrowheads="1" noChangeShapeType="1" noTextEdit="1"/>
                  </p:cNvSpPr>
                  <p:nvPr/>
                </p:nvSpPr>
                <p:spPr>
                  <a:xfrm>
                    <a:off x="7325908" y="2749795"/>
                    <a:ext cx="644651" cy="369332"/>
                  </a:xfrm>
                  <a:prstGeom prst="rect">
                    <a:avLst/>
                  </a:prstGeom>
                  <a:blipFill rotWithShape="1">
                    <a:blip r:embed="rId23"/>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02" name="文本框 45"/>
                <p:cNvSpPr txBox="1"/>
                <p:nvPr/>
              </p:nvSpPr>
              <p:spPr>
                <a:xfrm>
                  <a:off x="6606361" y="743506"/>
                  <a:ext cx="644651"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sz="1600" b="0" i="1" smtClean="0">
                            <a:solidFill>
                              <a:srgbClr val="C00000"/>
                            </a:solidFill>
                            <a:latin typeface="Cambria Math"/>
                          </a:rPr>
                          <m:t>𝐶</m:t>
                        </m:r>
                      </m:oMath>
                    </m:oMathPara>
                  </a14:m>
                  <a:endParaRPr lang="en-US" altLang="zh-CN" dirty="0">
                    <a:solidFill>
                      <a:srgbClr val="C00000"/>
                    </a:solidFill>
                    <a:latin typeface="Times New Roman" panose="02020603050405020304" pitchFamily="18" charset="0"/>
                  </a:endParaRPr>
                </a:p>
              </p:txBody>
            </p:sp>
          </mc:Choice>
          <mc:Fallback xmlns="">
            <p:sp>
              <p:nvSpPr>
                <p:cNvPr id="102" name="文本框 45"/>
                <p:cNvSpPr txBox="1">
                  <a:spLocks noRot="1" noChangeAspect="1" noMove="1" noResize="1" noEditPoints="1" noAdjustHandles="1" noChangeArrowheads="1" noChangeShapeType="1" noTextEdit="1"/>
                </p:cNvSpPr>
                <p:nvPr/>
              </p:nvSpPr>
              <p:spPr>
                <a:xfrm>
                  <a:off x="6606361" y="743506"/>
                  <a:ext cx="644651" cy="338554"/>
                </a:xfrm>
                <a:prstGeom prst="rect">
                  <a:avLst/>
                </a:prstGeom>
                <a:blipFill rotWithShape="1">
                  <a:blip r:embed="rId24"/>
                  <a:stretch>
                    <a:fillRect/>
                  </a:stretch>
                </a:blipFill>
              </p:spPr>
              <p:txBody>
                <a:bodyPr/>
                <a:lstStyle/>
                <a:p>
                  <a:r>
                    <a:rPr lang="zh-CN" altLang="en-US">
                      <a:noFill/>
                    </a:rPr>
                    <a:t> </a:t>
                  </a:r>
                </a:p>
              </p:txBody>
            </p:sp>
          </mc:Fallback>
        </mc:AlternateContent>
        <p:sp>
          <p:nvSpPr>
            <p:cNvPr id="30" name="椭圆 29"/>
            <p:cNvSpPr/>
            <p:nvPr/>
          </p:nvSpPr>
          <p:spPr>
            <a:xfrm>
              <a:off x="7000456" y="988412"/>
              <a:ext cx="45720" cy="4572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454751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43" grpId="0"/>
      <p:bldP spid="57" grpId="0"/>
      <p:bldP spid="67" grpId="0"/>
      <p:bldP spid="70" grpId="0"/>
      <p:bldP spid="7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9769DE4-4E89-B29B-92AB-A6F759AD7A51}"/>
              </a:ext>
            </a:extLst>
          </p:cNvPr>
          <p:cNvSpPr>
            <a:spLocks noGrp="1"/>
          </p:cNvSpPr>
          <p:nvPr>
            <p:ph type="sldNum" sz="quarter" idx="12"/>
          </p:nvPr>
        </p:nvSpPr>
        <p:spPr/>
        <p:txBody>
          <a:bodyPr/>
          <a:lstStyle/>
          <a:p>
            <a:fld id="{26673A84-873A-41C3-9E07-245B3A592B1D}" type="slidenum">
              <a:rPr lang="zh-CN" altLang="en-US" smtClean="0"/>
              <a:t>7</a:t>
            </a:fld>
            <a:endParaRPr lang="zh-CN" altLang="en-US"/>
          </a:p>
        </p:txBody>
      </p:sp>
      <p:sp>
        <p:nvSpPr>
          <p:cNvPr id="6" name="文本框 5">
            <a:extLst>
              <a:ext uri="{FF2B5EF4-FFF2-40B4-BE49-F238E27FC236}">
                <a16:creationId xmlns:a16="http://schemas.microsoft.com/office/drawing/2014/main" id="{3CC10930-8AA5-D28A-6FD3-70AA28C5BB2F}"/>
              </a:ext>
            </a:extLst>
          </p:cNvPr>
          <p:cNvSpPr txBox="1"/>
          <p:nvPr/>
        </p:nvSpPr>
        <p:spPr>
          <a:xfrm>
            <a:off x="274021" y="1556792"/>
            <a:ext cx="7178299"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解：均质轮做平面运动，对</a:t>
            </a:r>
            <a:r>
              <a:rPr lang="en-US" altLang="zh-CN" sz="2000" dirty="0">
                <a:solidFill>
                  <a:srgbClr val="1A44A1"/>
                </a:solidFill>
                <a:latin typeface="Times New Roman" panose="02020603050405020304" pitchFamily="18" charset="0"/>
              </a:rPr>
              <a:t>O1</a:t>
            </a:r>
            <a:r>
              <a:rPr lang="zh-CN" altLang="en-US" sz="2000" dirty="0">
                <a:solidFill>
                  <a:srgbClr val="1A44A1"/>
                </a:solidFill>
                <a:latin typeface="Times New Roman" panose="02020603050405020304" pitchFamily="18" charset="0"/>
              </a:rPr>
              <a:t>的动量矩：</a:t>
            </a:r>
            <a:endParaRPr lang="zh-CN" altLang="zh-CN" sz="2000" i="1" dirty="0">
              <a:solidFill>
                <a:srgbClr val="1A44A1"/>
              </a:solidFill>
              <a:latin typeface="Times New Roman" panose="02020603050405020304" pitchFamily="18" charset="0"/>
            </a:endParaRPr>
          </a:p>
        </p:txBody>
      </p:sp>
      <p:sp>
        <p:nvSpPr>
          <p:cNvPr id="3" name="文本框 2">
            <a:extLst>
              <a:ext uri="{FF2B5EF4-FFF2-40B4-BE49-F238E27FC236}">
                <a16:creationId xmlns:a16="http://schemas.microsoft.com/office/drawing/2014/main" id="{127B86DE-9D4E-1973-741B-D4D609C852AB}"/>
              </a:ext>
            </a:extLst>
          </p:cNvPr>
          <p:cNvSpPr txBox="1"/>
          <p:nvPr/>
        </p:nvSpPr>
        <p:spPr>
          <a:xfrm>
            <a:off x="251520" y="476672"/>
            <a:ext cx="6696744" cy="1200329"/>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习题册</a:t>
            </a:r>
            <a:r>
              <a:rPr lang="en-US" altLang="zh-CN" sz="2000" dirty="0">
                <a:solidFill>
                  <a:srgbClr val="1A44A1"/>
                </a:solidFill>
                <a:latin typeface="Times New Roman" panose="02020603050405020304" pitchFamily="18" charset="0"/>
              </a:rPr>
              <a:t>-P25-6</a:t>
            </a:r>
            <a:r>
              <a:rPr lang="zh-CN" altLang="en-US" sz="2000" dirty="0">
                <a:solidFill>
                  <a:srgbClr val="1A44A1"/>
                </a:solidFill>
                <a:latin typeface="Times New Roman" panose="02020603050405020304" pitchFamily="18" charset="0"/>
              </a:rPr>
              <a:t>：半径为</a:t>
            </a:r>
            <a:r>
              <a:rPr lang="en-US" altLang="zh-CN" sz="2000" i="1" dirty="0">
                <a:solidFill>
                  <a:srgbClr val="1A44A1"/>
                </a:solidFill>
                <a:latin typeface="Times New Roman" panose="02020603050405020304" pitchFamily="18" charset="0"/>
              </a:rPr>
              <a:t>r</a:t>
            </a:r>
            <a:r>
              <a:rPr lang="zh-CN" altLang="en-US" sz="2000" dirty="0">
                <a:solidFill>
                  <a:srgbClr val="1A44A1"/>
                </a:solidFill>
                <a:latin typeface="Times New Roman" panose="02020603050405020304" pitchFamily="18" charset="0"/>
              </a:rPr>
              <a:t>的均质轮，质量为</a:t>
            </a:r>
            <a:r>
              <a:rPr lang="en-US" altLang="zh-CN" sz="2000" i="1" dirty="0">
                <a:solidFill>
                  <a:srgbClr val="1A44A1"/>
                </a:solidFill>
                <a:latin typeface="Times New Roman" panose="02020603050405020304" pitchFamily="18" charset="0"/>
              </a:rPr>
              <a:t>m</a:t>
            </a:r>
            <a:r>
              <a:rPr lang="zh-CN" altLang="en-US" sz="2000" dirty="0">
                <a:solidFill>
                  <a:srgbClr val="1A44A1"/>
                </a:solidFill>
                <a:latin typeface="Times New Roman" panose="02020603050405020304" pitchFamily="18" charset="0"/>
              </a:rPr>
              <a:t>。在半径为</a:t>
            </a:r>
            <a:r>
              <a:rPr lang="en-US" altLang="zh-CN" sz="2000" i="1" dirty="0">
                <a:solidFill>
                  <a:srgbClr val="1A44A1"/>
                </a:solidFill>
                <a:latin typeface="Times New Roman" panose="02020603050405020304" pitchFamily="18" charset="0"/>
              </a:rPr>
              <a:t>R</a:t>
            </a:r>
            <a:r>
              <a:rPr lang="zh-CN" altLang="en-US" sz="2000" dirty="0">
                <a:solidFill>
                  <a:srgbClr val="1A44A1"/>
                </a:solidFill>
                <a:latin typeface="Times New Roman" panose="02020603050405020304" pitchFamily="18" charset="0"/>
              </a:rPr>
              <a:t>的凹面上只滚不滑，若杆与轮铰接，且不计杆重，则此系统对</a:t>
            </a:r>
            <a:r>
              <a:rPr lang="en-US" altLang="zh-CN" sz="2000" dirty="0">
                <a:solidFill>
                  <a:srgbClr val="1A44A1"/>
                </a:solidFill>
                <a:latin typeface="Times New Roman" panose="02020603050405020304" pitchFamily="18" charset="0"/>
              </a:rPr>
              <a:t>O</a:t>
            </a:r>
            <a:r>
              <a:rPr lang="en-US" altLang="zh-CN" sz="2000" baseline="-25000" dirty="0">
                <a:solidFill>
                  <a:srgbClr val="1A44A1"/>
                </a:solidFill>
                <a:latin typeface="Times New Roman" panose="02020603050405020304" pitchFamily="18" charset="0"/>
              </a:rPr>
              <a:t>1</a:t>
            </a:r>
            <a:r>
              <a:rPr lang="zh-CN" altLang="en-US" sz="2000" dirty="0">
                <a:solidFill>
                  <a:srgbClr val="1A44A1"/>
                </a:solidFill>
                <a:latin typeface="Times New Roman" panose="02020603050405020304" pitchFamily="18" charset="0"/>
              </a:rPr>
              <a:t>的动量矩为</a:t>
            </a:r>
            <a:r>
              <a:rPr lang="zh-CN" altLang="en-US" sz="2000" u="sng" dirty="0">
                <a:solidFill>
                  <a:srgbClr val="1A44A1"/>
                </a:solidFill>
                <a:latin typeface="Times New Roman" panose="02020603050405020304" pitchFamily="18" charset="0"/>
              </a:rPr>
              <a:t>          </a:t>
            </a:r>
            <a:r>
              <a:rPr lang="zh-CN" altLang="en-US" sz="2000" dirty="0">
                <a:solidFill>
                  <a:srgbClr val="1A44A1"/>
                </a:solidFill>
                <a:latin typeface="Times New Roman" panose="02020603050405020304" pitchFamily="18" charset="0"/>
              </a:rPr>
              <a:t>。</a:t>
            </a:r>
            <a:endParaRPr lang="zh-CN" altLang="zh-CN" sz="2000" dirty="0">
              <a:solidFill>
                <a:srgbClr val="1A44A1"/>
              </a:solidFill>
              <a:latin typeface="Times New Roman" panose="02020603050405020304" pitchFamily="18" charset="0"/>
            </a:endParaRPr>
          </a:p>
        </p:txBody>
      </p:sp>
      <p:pic>
        <p:nvPicPr>
          <p:cNvPr id="21506" name="Picture 2"/>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972498" y="742262"/>
            <a:ext cx="1944216" cy="1678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9" name="对象 8"/>
          <p:cNvGraphicFramePr>
            <a:graphicFrameLocks noChangeAspect="1"/>
          </p:cNvGraphicFramePr>
          <p:nvPr>
            <p:extLst>
              <p:ext uri="{D42A27DB-BD31-4B8C-83A1-F6EECF244321}">
                <p14:modId xmlns:p14="http://schemas.microsoft.com/office/powerpoint/2010/main" val="1403896938"/>
              </p:ext>
            </p:extLst>
          </p:nvPr>
        </p:nvGraphicFramePr>
        <p:xfrm>
          <a:off x="4877532" y="1556792"/>
          <a:ext cx="2105025" cy="431800"/>
        </p:xfrm>
        <a:graphic>
          <a:graphicData uri="http://schemas.openxmlformats.org/presentationml/2006/ole">
            <mc:AlternateContent xmlns:mc="http://schemas.openxmlformats.org/markup-compatibility/2006">
              <mc:Choice xmlns:v="urn:schemas-microsoft-com:vml" Requires="v">
                <p:oleObj name="Equation" r:id="rId4" imgW="927000" imgH="190440" progId="Equation.DSMT4">
                  <p:embed/>
                </p:oleObj>
              </mc:Choice>
              <mc:Fallback>
                <p:oleObj name="Equation" r:id="rId4" imgW="927000" imgH="190440" progId="Equation.DSMT4">
                  <p:embed/>
                  <p:pic>
                    <p:nvPicPr>
                      <p:cNvPr id="0" name="对象 50"/>
                      <p:cNvPicPr>
                        <a:picLocks noChangeAspect="1" noChangeArrowheads="1"/>
                      </p:cNvPicPr>
                      <p:nvPr/>
                    </p:nvPicPr>
                    <p:blipFill>
                      <a:blip r:embed="rId5"/>
                      <a:srcRect/>
                      <a:stretch>
                        <a:fillRect/>
                      </a:stretch>
                    </p:blipFill>
                    <p:spPr bwMode="auto">
                      <a:xfrm>
                        <a:off x="4877532" y="1556792"/>
                        <a:ext cx="21050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组合 4"/>
          <p:cNvGrpSpPr/>
          <p:nvPr/>
        </p:nvGrpSpPr>
        <p:grpSpPr>
          <a:xfrm>
            <a:off x="271992" y="2276475"/>
            <a:ext cx="7972416" cy="719138"/>
            <a:chOff x="271992" y="2276475"/>
            <a:chExt cx="7972416" cy="719138"/>
          </a:xfrm>
        </p:grpSpPr>
        <p:graphicFrame>
          <p:nvGraphicFramePr>
            <p:cNvPr id="11" name="对象 10"/>
            <p:cNvGraphicFramePr>
              <a:graphicFrameLocks noChangeAspect="1"/>
            </p:cNvGraphicFramePr>
            <p:nvPr>
              <p:extLst>
                <p:ext uri="{D42A27DB-BD31-4B8C-83A1-F6EECF244321}">
                  <p14:modId xmlns:p14="http://schemas.microsoft.com/office/powerpoint/2010/main" val="253531974"/>
                </p:ext>
              </p:extLst>
            </p:nvPr>
          </p:nvGraphicFramePr>
          <p:xfrm>
            <a:off x="1749425" y="2276475"/>
            <a:ext cx="3116263" cy="719138"/>
          </p:xfrm>
          <a:graphic>
            <a:graphicData uri="http://schemas.openxmlformats.org/presentationml/2006/ole">
              <mc:AlternateContent xmlns:mc="http://schemas.openxmlformats.org/markup-compatibility/2006">
                <mc:Choice xmlns:v="urn:schemas-microsoft-com:vml" Requires="v">
                  <p:oleObj name="Equation" r:id="rId6" imgW="1371600" imgH="317160" progId="Equation.DSMT4">
                    <p:embed/>
                  </p:oleObj>
                </mc:Choice>
                <mc:Fallback>
                  <p:oleObj name="Equation" r:id="rId6" imgW="1371600" imgH="317160" progId="Equation.DSMT4">
                    <p:embed/>
                    <p:pic>
                      <p:nvPicPr>
                        <p:cNvPr id="0" name="对象 8"/>
                        <p:cNvPicPr>
                          <a:picLocks noChangeAspect="1" noChangeArrowheads="1"/>
                        </p:cNvPicPr>
                        <p:nvPr/>
                      </p:nvPicPr>
                      <p:blipFill>
                        <a:blip r:embed="rId7"/>
                        <a:srcRect/>
                        <a:stretch>
                          <a:fillRect/>
                        </a:stretch>
                      </p:blipFill>
                      <p:spPr bwMode="auto">
                        <a:xfrm>
                          <a:off x="1749425" y="2276475"/>
                          <a:ext cx="3116263" cy="719138"/>
                        </a:xfrm>
                        <a:prstGeom prst="rect">
                          <a:avLst/>
                        </a:prstGeom>
                        <a:noFill/>
                        <a:ln>
                          <a:noFill/>
                        </a:ln>
                      </p:spPr>
                    </p:pic>
                  </p:oleObj>
                </mc:Fallback>
              </mc:AlternateContent>
            </a:graphicData>
          </a:graphic>
        </p:graphicFrame>
        <p:sp>
          <p:nvSpPr>
            <p:cNvPr id="40" name="文本框 5">
              <a:extLst>
                <a:ext uri="{FF2B5EF4-FFF2-40B4-BE49-F238E27FC236}">
                  <a16:creationId xmlns:a16="http://schemas.microsoft.com/office/drawing/2014/main" id="{3CC10930-8AA5-D28A-6FD3-70AA28C5BB2F}"/>
                </a:ext>
              </a:extLst>
            </p:cNvPr>
            <p:cNvSpPr txBox="1"/>
            <p:nvPr/>
          </p:nvSpPr>
          <p:spPr>
            <a:xfrm>
              <a:off x="271992" y="2419945"/>
              <a:ext cx="7972416"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式中第二项：                                              ；方向垂直平面向里</a:t>
              </a:r>
              <a:endParaRPr lang="zh-CN" altLang="zh-CN" sz="2000" dirty="0">
                <a:solidFill>
                  <a:srgbClr val="1A44A1"/>
                </a:solidFill>
                <a:latin typeface="Times New Roman" panose="02020603050405020304" pitchFamily="18" charset="0"/>
              </a:endParaRPr>
            </a:p>
          </p:txBody>
        </p:sp>
      </p:grpSp>
      <p:grpSp>
        <p:nvGrpSpPr>
          <p:cNvPr id="7" name="组合 6"/>
          <p:cNvGrpSpPr/>
          <p:nvPr/>
        </p:nvGrpSpPr>
        <p:grpSpPr>
          <a:xfrm>
            <a:off x="302310" y="2781300"/>
            <a:ext cx="9382258" cy="719138"/>
            <a:chOff x="302310" y="2781300"/>
            <a:chExt cx="9382258" cy="719138"/>
          </a:xfrm>
        </p:grpSpPr>
        <p:sp>
          <p:nvSpPr>
            <p:cNvPr id="41" name="文本框 5">
              <a:extLst>
                <a:ext uri="{FF2B5EF4-FFF2-40B4-BE49-F238E27FC236}">
                  <a16:creationId xmlns:a16="http://schemas.microsoft.com/office/drawing/2014/main" id="{3CC10930-8AA5-D28A-6FD3-70AA28C5BB2F}"/>
                </a:ext>
              </a:extLst>
            </p:cNvPr>
            <p:cNvSpPr txBox="1"/>
            <p:nvPr/>
          </p:nvSpPr>
          <p:spPr>
            <a:xfrm>
              <a:off x="302310" y="2955865"/>
              <a:ext cx="938225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系统对</a:t>
              </a:r>
              <a:r>
                <a:rPr lang="en-US" altLang="zh-CN" sz="2000" dirty="0">
                  <a:solidFill>
                    <a:srgbClr val="1A44A1"/>
                  </a:solidFill>
                  <a:latin typeface="Times New Roman" panose="02020603050405020304" pitchFamily="18" charset="0"/>
                </a:rPr>
                <a:t>O</a:t>
              </a:r>
              <a:r>
                <a:rPr lang="en-US" altLang="zh-CN" sz="2000" baseline="-25000" dirty="0">
                  <a:solidFill>
                    <a:srgbClr val="1A44A1"/>
                  </a:solidFill>
                  <a:latin typeface="Times New Roman" panose="02020603050405020304" pitchFamily="18" charset="0"/>
                </a:rPr>
                <a:t>1</a:t>
              </a:r>
              <a:r>
                <a:rPr lang="zh-CN" altLang="en-US" sz="2000" dirty="0">
                  <a:solidFill>
                    <a:srgbClr val="1A44A1"/>
                  </a:solidFill>
                  <a:latin typeface="Times New Roman" panose="02020603050405020304" pitchFamily="18" charset="0"/>
                </a:rPr>
                <a:t>的动量矩大小：                                        ；方向垂直平面向外</a:t>
              </a:r>
              <a:endParaRPr lang="zh-CN" altLang="zh-CN" sz="2000" dirty="0">
                <a:solidFill>
                  <a:srgbClr val="1A44A1"/>
                </a:solidFill>
                <a:latin typeface="Times New Roman" panose="02020603050405020304" pitchFamily="18" charset="0"/>
              </a:endParaRPr>
            </a:p>
          </p:txBody>
        </p:sp>
        <p:graphicFrame>
          <p:nvGraphicFramePr>
            <p:cNvPr id="42" name="对象 41"/>
            <p:cNvGraphicFramePr>
              <a:graphicFrameLocks noChangeAspect="1"/>
            </p:cNvGraphicFramePr>
            <p:nvPr>
              <p:extLst>
                <p:ext uri="{D42A27DB-BD31-4B8C-83A1-F6EECF244321}">
                  <p14:modId xmlns:p14="http://schemas.microsoft.com/office/powerpoint/2010/main" val="4214674942"/>
                </p:ext>
              </p:extLst>
            </p:nvPr>
          </p:nvGraphicFramePr>
          <p:xfrm>
            <a:off x="3059113" y="2781300"/>
            <a:ext cx="2736850" cy="719138"/>
          </p:xfrm>
          <a:graphic>
            <a:graphicData uri="http://schemas.openxmlformats.org/presentationml/2006/ole">
              <mc:AlternateContent xmlns:mc="http://schemas.openxmlformats.org/markup-compatibility/2006">
                <mc:Choice xmlns:v="urn:schemas-microsoft-com:vml" Requires="v">
                  <p:oleObj name="Equation" r:id="rId8" imgW="1206360" imgH="317160" progId="Equation.DSMT4">
                    <p:embed/>
                  </p:oleObj>
                </mc:Choice>
                <mc:Fallback>
                  <p:oleObj name="Equation" r:id="rId8" imgW="1206360" imgH="317160" progId="Equation.DSMT4">
                    <p:embed/>
                    <p:pic>
                      <p:nvPicPr>
                        <p:cNvPr id="0" name=""/>
                        <p:cNvPicPr>
                          <a:picLocks noChangeAspect="1" noChangeArrowheads="1"/>
                        </p:cNvPicPr>
                        <p:nvPr/>
                      </p:nvPicPr>
                      <p:blipFill>
                        <a:blip r:embed="rId9"/>
                        <a:srcRect/>
                        <a:stretch>
                          <a:fillRect/>
                        </a:stretch>
                      </p:blipFill>
                      <p:spPr bwMode="auto">
                        <a:xfrm>
                          <a:off x="3059113" y="2781300"/>
                          <a:ext cx="2736850"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mc:AlternateContent xmlns:mc="http://schemas.openxmlformats.org/markup-compatibility/2006" xmlns:a14="http://schemas.microsoft.com/office/drawing/2010/main">
        <mc:Choice Requires="a14">
          <p:sp>
            <p:nvSpPr>
              <p:cNvPr id="44" name="文本框 2">
                <a:extLst>
                  <a:ext uri="{FF2B5EF4-FFF2-40B4-BE49-F238E27FC236}">
                    <a16:creationId xmlns:a16="http://schemas.microsoft.com/office/drawing/2014/main" id="{127B86DE-9D4E-1973-741B-D4D609C852AB}"/>
                  </a:ext>
                </a:extLst>
              </p:cNvPr>
              <p:cNvSpPr txBox="1"/>
              <p:nvPr/>
            </p:nvSpPr>
            <p:spPr>
              <a:xfrm>
                <a:off x="302310" y="3442706"/>
                <a:ext cx="6982612" cy="1200329"/>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习题册</a:t>
                </a:r>
                <a:r>
                  <a:rPr lang="en-US" altLang="zh-CN" sz="2000" dirty="0">
                    <a:solidFill>
                      <a:srgbClr val="1A44A1"/>
                    </a:solidFill>
                    <a:latin typeface="Times New Roman" panose="02020603050405020304" pitchFamily="18" charset="0"/>
                  </a:rPr>
                  <a:t>-P25-7</a:t>
                </a:r>
                <a:r>
                  <a:rPr lang="zh-CN" altLang="en-US" sz="2000" dirty="0">
                    <a:solidFill>
                      <a:srgbClr val="1A44A1"/>
                    </a:solidFill>
                    <a:latin typeface="Times New Roman" panose="02020603050405020304" pitchFamily="18" charset="0"/>
                  </a:rPr>
                  <a:t>：一质量为</a:t>
                </a:r>
                <a:r>
                  <a:rPr lang="en-US" altLang="zh-CN" sz="2000" i="1" dirty="0">
                    <a:solidFill>
                      <a:srgbClr val="1A44A1"/>
                    </a:solidFill>
                    <a:latin typeface="Times New Roman" panose="02020603050405020304" pitchFamily="18" charset="0"/>
                  </a:rPr>
                  <a:t>m</a:t>
                </a:r>
                <a:r>
                  <a:rPr lang="zh-CN" altLang="en-US" sz="2000" dirty="0">
                    <a:solidFill>
                      <a:srgbClr val="1A44A1"/>
                    </a:solidFill>
                    <a:latin typeface="Times New Roman" panose="02020603050405020304" pitchFamily="18" charset="0"/>
                  </a:rPr>
                  <a:t>，半径为</a:t>
                </a:r>
                <a:r>
                  <a:rPr lang="en-US" altLang="zh-CN" sz="2000" i="1" dirty="0">
                    <a:solidFill>
                      <a:srgbClr val="1A44A1"/>
                    </a:solidFill>
                    <a:latin typeface="Times New Roman" panose="02020603050405020304" pitchFamily="18" charset="0"/>
                  </a:rPr>
                  <a:t>R</a:t>
                </a:r>
                <a:r>
                  <a:rPr lang="zh-CN" altLang="en-US" sz="2000" dirty="0">
                    <a:solidFill>
                      <a:srgbClr val="1A44A1"/>
                    </a:solidFill>
                    <a:latin typeface="Times New Roman" panose="02020603050405020304" pitchFamily="18" charset="0"/>
                  </a:rPr>
                  <a:t>的均质圆板，挖去一半径为</a:t>
                </a:r>
                <a:r>
                  <a:rPr lang="en-US" altLang="zh-CN" sz="2000" i="1" dirty="0">
                    <a:solidFill>
                      <a:srgbClr val="1A44A1"/>
                    </a:solidFill>
                    <a:latin typeface="Times New Roman" panose="02020603050405020304" pitchFamily="18" charset="0"/>
                  </a:rPr>
                  <a:t>r</a:t>
                </a:r>
                <a:r>
                  <a:rPr lang="en-US" altLang="zh-CN" sz="2000" dirty="0">
                    <a:solidFill>
                      <a:srgbClr val="1A44A1"/>
                    </a:solidFill>
                    <a:latin typeface="Times New Roman" panose="02020603050405020304" pitchFamily="18" charset="0"/>
                  </a:rPr>
                  <a:t>=</a:t>
                </a:r>
                <a:r>
                  <a:rPr lang="en-US" altLang="zh-CN" sz="2000" i="1" dirty="0">
                    <a:solidFill>
                      <a:srgbClr val="1A44A1"/>
                    </a:solidFill>
                    <a:latin typeface="Times New Roman" panose="02020603050405020304" pitchFamily="18" charset="0"/>
                  </a:rPr>
                  <a:t>R</a:t>
                </a:r>
                <a:r>
                  <a:rPr lang="en-US" altLang="zh-CN" sz="2000" dirty="0">
                    <a:solidFill>
                      <a:srgbClr val="1A44A1"/>
                    </a:solidFill>
                    <a:latin typeface="Times New Roman" panose="02020603050405020304" pitchFamily="18" charset="0"/>
                  </a:rPr>
                  <a:t>/2</a:t>
                </a:r>
                <a:r>
                  <a:rPr lang="zh-CN" altLang="en-US" sz="2000" dirty="0">
                    <a:solidFill>
                      <a:srgbClr val="1A44A1"/>
                    </a:solidFill>
                    <a:latin typeface="Times New Roman" panose="02020603050405020304" pitchFamily="18" charset="0"/>
                  </a:rPr>
                  <a:t>的圆洞。该刚体在铅垂平面内绕水平轴</a:t>
                </a:r>
                <a:r>
                  <a:rPr lang="en-US" altLang="zh-CN" sz="2000" dirty="0">
                    <a:solidFill>
                      <a:srgbClr val="1A44A1"/>
                    </a:solidFill>
                    <a:latin typeface="Times New Roman" panose="02020603050405020304" pitchFamily="18" charset="0"/>
                  </a:rPr>
                  <a:t>O</a:t>
                </a:r>
                <a:r>
                  <a:rPr lang="zh-CN" altLang="en-US" sz="2000" dirty="0">
                    <a:solidFill>
                      <a:srgbClr val="1A44A1"/>
                    </a:solidFill>
                    <a:latin typeface="Times New Roman" panose="02020603050405020304" pitchFamily="18" charset="0"/>
                  </a:rPr>
                  <a:t>以角速度</a:t>
                </a:r>
                <a14:m>
                  <m:oMath xmlns:m="http://schemas.openxmlformats.org/officeDocument/2006/math">
                    <m:r>
                      <a:rPr lang="zh-CN" altLang="en-US" sz="2000" i="1" smtClean="0">
                        <a:solidFill>
                          <a:srgbClr val="1A44A1"/>
                        </a:solidFill>
                        <a:latin typeface="Cambria Math"/>
                      </a:rPr>
                      <m:t>𝜔</m:t>
                    </m:r>
                  </m:oMath>
                </a14:m>
                <a:r>
                  <a:rPr lang="zh-CN" altLang="en-US" sz="2000" dirty="0">
                    <a:solidFill>
                      <a:srgbClr val="1A44A1"/>
                    </a:solidFill>
                    <a:latin typeface="Times New Roman" panose="02020603050405020304" pitchFamily="18" charset="0"/>
                  </a:rPr>
                  <a:t>转动，则图示该瞬时刚体对</a:t>
                </a:r>
                <a:r>
                  <a:rPr lang="en-US" altLang="zh-CN" sz="2000" dirty="0">
                    <a:solidFill>
                      <a:srgbClr val="1A44A1"/>
                    </a:solidFill>
                    <a:latin typeface="Times New Roman" panose="02020603050405020304" pitchFamily="18" charset="0"/>
                  </a:rPr>
                  <a:t>O</a:t>
                </a:r>
                <a:r>
                  <a:rPr lang="zh-CN" altLang="en-US" sz="2000" dirty="0">
                    <a:solidFill>
                      <a:srgbClr val="1A44A1"/>
                    </a:solidFill>
                    <a:latin typeface="Times New Roman" panose="02020603050405020304" pitchFamily="18" charset="0"/>
                  </a:rPr>
                  <a:t>轴的动量矩的大小为</a:t>
                </a:r>
                <a:r>
                  <a:rPr lang="zh-CN" altLang="en-US" sz="2000" u="sng" dirty="0">
                    <a:solidFill>
                      <a:srgbClr val="1A44A1"/>
                    </a:solidFill>
                    <a:latin typeface="Times New Roman" panose="02020603050405020304" pitchFamily="18" charset="0"/>
                  </a:rPr>
                  <a:t>           </a:t>
                </a:r>
                <a:r>
                  <a:rPr lang="zh-CN" altLang="en-US" sz="2000" dirty="0">
                    <a:solidFill>
                      <a:srgbClr val="1A44A1"/>
                    </a:solidFill>
                    <a:latin typeface="Times New Roman" panose="02020603050405020304" pitchFamily="18" charset="0"/>
                  </a:rPr>
                  <a:t>。</a:t>
                </a:r>
                <a:endParaRPr lang="zh-CN" altLang="zh-CN" sz="2000" dirty="0">
                  <a:solidFill>
                    <a:srgbClr val="1A44A1"/>
                  </a:solidFill>
                  <a:latin typeface="Times New Roman" panose="02020603050405020304" pitchFamily="18" charset="0"/>
                </a:endParaRPr>
              </a:p>
            </p:txBody>
          </p:sp>
        </mc:Choice>
        <mc:Fallback xmlns="">
          <p:sp>
            <p:nvSpPr>
              <p:cNvPr id="44" name="文本框 2">
                <a:extLst>
                  <a:ext uri="{FF2B5EF4-FFF2-40B4-BE49-F238E27FC236}">
                    <a16:creationId xmlns="" xmlns:a16="http://schemas.microsoft.com/office/drawing/2014/main" xmlns:a14="http://schemas.microsoft.com/office/drawing/2010/main" id="{127B86DE-9D4E-1973-741B-D4D609C852AB}"/>
                  </a:ext>
                </a:extLst>
              </p:cNvPr>
              <p:cNvSpPr txBox="1">
                <a:spLocks noRot="1" noChangeAspect="1" noMove="1" noResize="1" noEditPoints="1" noAdjustHandles="1" noChangeArrowheads="1" noChangeShapeType="1" noTextEdit="1"/>
              </p:cNvSpPr>
              <p:nvPr/>
            </p:nvSpPr>
            <p:spPr>
              <a:xfrm>
                <a:off x="302310" y="3442706"/>
                <a:ext cx="6982612" cy="1200329"/>
              </a:xfrm>
              <a:prstGeom prst="rect">
                <a:avLst/>
              </a:prstGeom>
              <a:blipFill rotWithShape="1">
                <a:blip r:embed="rId11"/>
                <a:stretch>
                  <a:fillRect l="-961" t="-1523" b="-5584"/>
                </a:stretch>
              </a:blipFill>
            </p:spPr>
            <p:txBody>
              <a:bodyPr/>
              <a:lstStyle/>
              <a:p>
                <a:r>
                  <a:rPr lang="zh-CN" altLang="en-US">
                    <a:noFill/>
                  </a:rPr>
                  <a:t> </a:t>
                </a:r>
              </a:p>
            </p:txBody>
          </p:sp>
        </mc:Fallback>
      </mc:AlternateContent>
      <p:pic>
        <p:nvPicPr>
          <p:cNvPr id="21530" name="Picture 26"/>
          <p:cNvPicPr>
            <a:picLocks noChangeAspect="1" noChangeArrowheads="1"/>
          </p:cNvPicPr>
          <p:nvPr/>
        </p:nvPicPr>
        <p:blipFill>
          <a:blip r:embed="rId1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261040" y="3284984"/>
            <a:ext cx="1627187"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 name="组合 7"/>
          <p:cNvGrpSpPr/>
          <p:nvPr/>
        </p:nvGrpSpPr>
        <p:grpSpPr>
          <a:xfrm>
            <a:off x="300410" y="4651375"/>
            <a:ext cx="7943998" cy="404813"/>
            <a:chOff x="300410" y="4651375"/>
            <a:chExt cx="7943998" cy="404813"/>
          </a:xfrm>
        </p:grpSpPr>
        <p:sp>
          <p:nvSpPr>
            <p:cNvPr id="45" name="文本框 5">
              <a:extLst>
                <a:ext uri="{FF2B5EF4-FFF2-40B4-BE49-F238E27FC236}">
                  <a16:creationId xmlns:a16="http://schemas.microsoft.com/office/drawing/2014/main" id="{3CC10930-8AA5-D28A-6FD3-70AA28C5BB2F}"/>
                </a:ext>
              </a:extLst>
            </p:cNvPr>
            <p:cNvSpPr txBox="1"/>
            <p:nvPr/>
          </p:nvSpPr>
          <p:spPr>
            <a:xfrm>
              <a:off x="300410" y="4653136"/>
              <a:ext cx="794399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解：完整的均质圆板做定轴转动，对</a:t>
              </a:r>
              <a:r>
                <a:rPr lang="en-US" altLang="zh-CN" sz="2000" dirty="0">
                  <a:solidFill>
                    <a:srgbClr val="1A44A1"/>
                  </a:solidFill>
                  <a:latin typeface="Times New Roman" panose="02020603050405020304" pitchFamily="18" charset="0"/>
                </a:rPr>
                <a:t>O</a:t>
              </a:r>
              <a:r>
                <a:rPr lang="zh-CN" altLang="en-US" sz="2000" dirty="0">
                  <a:solidFill>
                    <a:srgbClr val="1A44A1"/>
                  </a:solidFill>
                  <a:latin typeface="Times New Roman" panose="02020603050405020304" pitchFamily="18" charset="0"/>
                </a:rPr>
                <a:t>动量矩大小：                。</a:t>
              </a:r>
              <a:endParaRPr lang="zh-CN" altLang="zh-CN" sz="2000" i="1" dirty="0">
                <a:solidFill>
                  <a:srgbClr val="1A44A1"/>
                </a:solidFill>
                <a:latin typeface="Times New Roman" panose="02020603050405020304" pitchFamily="18" charset="0"/>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2873575508"/>
                </p:ext>
              </p:extLst>
            </p:nvPr>
          </p:nvGraphicFramePr>
          <p:xfrm>
            <a:off x="6070500" y="4651375"/>
            <a:ext cx="1093788" cy="404813"/>
          </p:xfrm>
          <a:graphic>
            <a:graphicData uri="http://schemas.openxmlformats.org/presentationml/2006/ole">
              <mc:AlternateContent xmlns:mc="http://schemas.openxmlformats.org/markup-compatibility/2006">
                <mc:Choice xmlns:v="urn:schemas-microsoft-com:vml" Requires="v">
                  <p:oleObj name="Equation" r:id="rId13" imgW="482400" imgH="177480" progId="Equation.DSMT4">
                    <p:embed/>
                  </p:oleObj>
                </mc:Choice>
                <mc:Fallback>
                  <p:oleObj name="Equation" r:id="rId13" imgW="482400" imgH="177480" progId="Equation.DSMT4">
                    <p:embed/>
                    <p:pic>
                      <p:nvPicPr>
                        <p:cNvPr id="0" name="对象 8"/>
                        <p:cNvPicPr>
                          <a:picLocks noChangeAspect="1" noChangeArrowheads="1"/>
                        </p:cNvPicPr>
                        <p:nvPr/>
                      </p:nvPicPr>
                      <p:blipFill>
                        <a:blip r:embed="rId14"/>
                        <a:srcRect/>
                        <a:stretch>
                          <a:fillRect/>
                        </a:stretch>
                      </p:blipFill>
                      <p:spPr bwMode="auto">
                        <a:xfrm>
                          <a:off x="6070500" y="4651375"/>
                          <a:ext cx="1093788" cy="404813"/>
                        </a:xfrm>
                        <a:prstGeom prst="rect">
                          <a:avLst/>
                        </a:prstGeom>
                        <a:noFill/>
                        <a:ln>
                          <a:noFill/>
                        </a:ln>
                      </p:spPr>
                    </p:pic>
                  </p:oleObj>
                </mc:Fallback>
              </mc:AlternateContent>
            </a:graphicData>
          </a:graphic>
        </p:graphicFrame>
      </p:grpSp>
      <p:grpSp>
        <p:nvGrpSpPr>
          <p:cNvPr id="4" name="组合 3"/>
          <p:cNvGrpSpPr/>
          <p:nvPr/>
        </p:nvGrpSpPr>
        <p:grpSpPr>
          <a:xfrm>
            <a:off x="271992" y="1916832"/>
            <a:ext cx="7972416" cy="461962"/>
            <a:chOff x="271992" y="1916832"/>
            <a:chExt cx="7972416" cy="461962"/>
          </a:xfrm>
        </p:grpSpPr>
        <p:graphicFrame>
          <p:nvGraphicFramePr>
            <p:cNvPr id="36" name="对象 35"/>
            <p:cNvGraphicFramePr>
              <a:graphicFrameLocks noChangeAspect="1"/>
            </p:cNvGraphicFramePr>
            <p:nvPr>
              <p:extLst>
                <p:ext uri="{D42A27DB-BD31-4B8C-83A1-F6EECF244321}">
                  <p14:modId xmlns:p14="http://schemas.microsoft.com/office/powerpoint/2010/main" val="3590537844"/>
                </p:ext>
              </p:extLst>
            </p:nvPr>
          </p:nvGraphicFramePr>
          <p:xfrm>
            <a:off x="1763688" y="1916832"/>
            <a:ext cx="3313112" cy="461962"/>
          </p:xfrm>
          <a:graphic>
            <a:graphicData uri="http://schemas.openxmlformats.org/presentationml/2006/ole">
              <mc:AlternateContent xmlns:mc="http://schemas.openxmlformats.org/markup-compatibility/2006">
                <mc:Choice xmlns:v="urn:schemas-microsoft-com:vml" Requires="v">
                  <p:oleObj name="Equation" r:id="rId15" imgW="1460160" imgH="203040" progId="Equation.DSMT4">
                    <p:embed/>
                  </p:oleObj>
                </mc:Choice>
                <mc:Fallback>
                  <p:oleObj name="Equation" r:id="rId15" imgW="1460160" imgH="203040" progId="Equation.DSMT4">
                    <p:embed/>
                    <p:pic>
                      <p:nvPicPr>
                        <p:cNvPr id="0" name=""/>
                        <p:cNvPicPr>
                          <a:picLocks noChangeAspect="1" noChangeArrowheads="1"/>
                        </p:cNvPicPr>
                        <p:nvPr/>
                      </p:nvPicPr>
                      <p:blipFill>
                        <a:blip r:embed="rId16"/>
                        <a:srcRect/>
                        <a:stretch>
                          <a:fillRect/>
                        </a:stretch>
                      </p:blipFill>
                      <p:spPr bwMode="auto">
                        <a:xfrm>
                          <a:off x="1763688" y="1916832"/>
                          <a:ext cx="33131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 name="文本框 5">
              <a:extLst>
                <a:ext uri="{FF2B5EF4-FFF2-40B4-BE49-F238E27FC236}">
                  <a16:creationId xmlns:a16="http://schemas.microsoft.com/office/drawing/2014/main" id="{3CC10930-8AA5-D28A-6FD3-70AA28C5BB2F}"/>
                </a:ext>
              </a:extLst>
            </p:cNvPr>
            <p:cNvSpPr txBox="1"/>
            <p:nvPr/>
          </p:nvSpPr>
          <p:spPr>
            <a:xfrm>
              <a:off x="271992" y="1949684"/>
              <a:ext cx="7972416"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式中第一项：                                                 ；方向垂直平面向外</a:t>
              </a:r>
              <a:endParaRPr lang="zh-CN" altLang="zh-CN" sz="2000" dirty="0">
                <a:solidFill>
                  <a:srgbClr val="1A44A1"/>
                </a:solidFill>
                <a:latin typeface="Times New Roman" panose="02020603050405020304" pitchFamily="18" charset="0"/>
              </a:endParaRPr>
            </a:p>
          </p:txBody>
        </p:sp>
      </p:grpSp>
      <p:grpSp>
        <p:nvGrpSpPr>
          <p:cNvPr id="13" name="组合 12"/>
          <p:cNvGrpSpPr/>
          <p:nvPr/>
        </p:nvGrpSpPr>
        <p:grpSpPr>
          <a:xfrm>
            <a:off x="-6347" y="5873750"/>
            <a:ext cx="9684788" cy="723900"/>
            <a:chOff x="-6347" y="5873750"/>
            <a:chExt cx="9684788" cy="723900"/>
          </a:xfrm>
        </p:grpSpPr>
        <p:sp>
          <p:nvSpPr>
            <p:cNvPr id="56" name="文本框 5">
              <a:extLst>
                <a:ext uri="{FF2B5EF4-FFF2-40B4-BE49-F238E27FC236}">
                  <a16:creationId xmlns:a16="http://schemas.microsoft.com/office/drawing/2014/main" id="{3CC10930-8AA5-D28A-6FD3-70AA28C5BB2F}"/>
                </a:ext>
              </a:extLst>
            </p:cNvPr>
            <p:cNvSpPr txBox="1"/>
            <p:nvPr/>
          </p:nvSpPr>
          <p:spPr>
            <a:xfrm>
              <a:off x="-6347" y="6021288"/>
              <a:ext cx="968478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该刚体对</a:t>
              </a:r>
              <a:r>
                <a:rPr lang="en-US" altLang="zh-CN" sz="2000" dirty="0">
                  <a:solidFill>
                    <a:srgbClr val="1A44A1"/>
                  </a:solidFill>
                  <a:latin typeface="Times New Roman" panose="02020603050405020304" pitchFamily="18" charset="0"/>
                </a:rPr>
                <a:t>O</a:t>
              </a:r>
              <a:r>
                <a:rPr lang="zh-CN" altLang="en-US" sz="2000" dirty="0">
                  <a:solidFill>
                    <a:srgbClr val="1A44A1"/>
                  </a:solidFill>
                  <a:latin typeface="Times New Roman" panose="02020603050405020304" pitchFamily="18" charset="0"/>
                </a:rPr>
                <a:t>轴的动量矩的大小：                        ；方向垂直平面向外。</a:t>
              </a:r>
              <a:endParaRPr lang="zh-CN" altLang="zh-CN" sz="2000" dirty="0">
                <a:solidFill>
                  <a:srgbClr val="1A44A1"/>
                </a:solidFill>
                <a:latin typeface="Times New Roman" panose="02020603050405020304" pitchFamily="18" charset="0"/>
              </a:endParaRPr>
            </a:p>
          </p:txBody>
        </p:sp>
        <p:graphicFrame>
          <p:nvGraphicFramePr>
            <p:cNvPr id="58" name="对象 57"/>
            <p:cNvGraphicFramePr>
              <a:graphicFrameLocks noChangeAspect="1"/>
            </p:cNvGraphicFramePr>
            <p:nvPr>
              <p:extLst>
                <p:ext uri="{D42A27DB-BD31-4B8C-83A1-F6EECF244321}">
                  <p14:modId xmlns:p14="http://schemas.microsoft.com/office/powerpoint/2010/main" val="912990452"/>
                </p:ext>
              </p:extLst>
            </p:nvPr>
          </p:nvGraphicFramePr>
          <p:xfrm>
            <a:off x="3492500" y="5873750"/>
            <a:ext cx="1612900" cy="723900"/>
          </p:xfrm>
          <a:graphic>
            <a:graphicData uri="http://schemas.openxmlformats.org/presentationml/2006/ole">
              <mc:AlternateContent xmlns:mc="http://schemas.openxmlformats.org/markup-compatibility/2006">
                <mc:Choice xmlns:v="urn:schemas-microsoft-com:vml" Requires="v">
                  <p:oleObj name="Equation" r:id="rId17" imgW="711000" imgH="317160" progId="Equation.DSMT4">
                    <p:embed/>
                  </p:oleObj>
                </mc:Choice>
                <mc:Fallback>
                  <p:oleObj name="Equation" r:id="rId17" imgW="711000" imgH="317160" progId="Equation.DSMT4">
                    <p:embed/>
                    <p:pic>
                      <p:nvPicPr>
                        <p:cNvPr id="0" name=""/>
                        <p:cNvPicPr>
                          <a:picLocks noChangeAspect="1" noChangeArrowheads="1"/>
                        </p:cNvPicPr>
                        <p:nvPr/>
                      </p:nvPicPr>
                      <p:blipFill>
                        <a:blip r:embed="rId18"/>
                        <a:srcRect/>
                        <a:stretch>
                          <a:fillRect/>
                        </a:stretch>
                      </p:blipFill>
                      <p:spPr bwMode="auto">
                        <a:xfrm>
                          <a:off x="3492500" y="5873750"/>
                          <a:ext cx="1612900" cy="723900"/>
                        </a:xfrm>
                        <a:prstGeom prst="rect">
                          <a:avLst/>
                        </a:prstGeom>
                        <a:noFill/>
                        <a:ln>
                          <a:noFill/>
                        </a:ln>
                      </p:spPr>
                    </p:pic>
                  </p:oleObj>
                </mc:Fallback>
              </mc:AlternateContent>
            </a:graphicData>
          </a:graphic>
        </p:graphicFrame>
      </p:grpSp>
      <p:grpSp>
        <p:nvGrpSpPr>
          <p:cNvPr id="10" name="组合 9"/>
          <p:cNvGrpSpPr/>
          <p:nvPr/>
        </p:nvGrpSpPr>
        <p:grpSpPr>
          <a:xfrm>
            <a:off x="467544" y="5081588"/>
            <a:ext cx="6133281" cy="838200"/>
            <a:chOff x="467544" y="5081588"/>
            <a:chExt cx="6133281" cy="838200"/>
          </a:xfrm>
        </p:grpSpPr>
        <p:sp>
          <p:nvSpPr>
            <p:cNvPr id="51" name="文本框 5">
              <a:extLst>
                <a:ext uri="{FF2B5EF4-FFF2-40B4-BE49-F238E27FC236}">
                  <a16:creationId xmlns:a16="http://schemas.microsoft.com/office/drawing/2014/main" id="{3CC10930-8AA5-D28A-6FD3-70AA28C5BB2F}"/>
                </a:ext>
              </a:extLst>
            </p:cNvPr>
            <p:cNvSpPr txBox="1"/>
            <p:nvPr/>
          </p:nvSpPr>
          <p:spPr>
            <a:xfrm>
              <a:off x="467544" y="5277941"/>
              <a:ext cx="2638301"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式中：</a:t>
              </a:r>
              <a:endParaRPr lang="zh-CN" altLang="zh-CN" sz="2000" i="1" dirty="0">
                <a:solidFill>
                  <a:srgbClr val="1A44A1"/>
                </a:solidFill>
                <a:latin typeface="Times New Roman" panose="02020603050405020304" pitchFamily="18" charset="0"/>
              </a:endParaRPr>
            </a:p>
          </p:txBody>
        </p:sp>
        <p:graphicFrame>
          <p:nvGraphicFramePr>
            <p:cNvPr id="16" name="对象 15"/>
            <p:cNvGraphicFramePr>
              <a:graphicFrameLocks noChangeAspect="1"/>
            </p:cNvGraphicFramePr>
            <p:nvPr>
              <p:extLst>
                <p:ext uri="{D42A27DB-BD31-4B8C-83A1-F6EECF244321}">
                  <p14:modId xmlns:p14="http://schemas.microsoft.com/office/powerpoint/2010/main" val="3585241003"/>
                </p:ext>
              </p:extLst>
            </p:nvPr>
          </p:nvGraphicFramePr>
          <p:xfrm>
            <a:off x="1303338" y="5081588"/>
            <a:ext cx="5297487" cy="838200"/>
          </p:xfrm>
          <a:graphic>
            <a:graphicData uri="http://schemas.openxmlformats.org/presentationml/2006/ole">
              <mc:AlternateContent xmlns:mc="http://schemas.openxmlformats.org/markup-compatibility/2006">
                <mc:Choice xmlns:v="urn:schemas-microsoft-com:vml" Requires="v">
                  <p:oleObj name="Equation" r:id="rId19" imgW="2336760" imgH="368280" progId="Equation.DSMT4">
                    <p:embed/>
                  </p:oleObj>
                </mc:Choice>
                <mc:Fallback>
                  <p:oleObj name="Equation" r:id="rId19" imgW="2336760" imgH="368280" progId="Equation.DSMT4">
                    <p:embed/>
                    <p:pic>
                      <p:nvPicPr>
                        <p:cNvPr id="0" name="对象 11"/>
                        <p:cNvPicPr>
                          <a:picLocks noChangeAspect="1" noChangeArrowheads="1"/>
                        </p:cNvPicPr>
                        <p:nvPr/>
                      </p:nvPicPr>
                      <p:blipFill>
                        <a:blip r:embed="rId20"/>
                        <a:srcRect/>
                        <a:stretch>
                          <a:fillRect/>
                        </a:stretch>
                      </p:blipFill>
                      <p:spPr bwMode="auto">
                        <a:xfrm>
                          <a:off x="1303338" y="5081588"/>
                          <a:ext cx="529748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231997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5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4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9769DE4-4E89-B29B-92AB-A6F759AD7A51}"/>
              </a:ext>
            </a:extLst>
          </p:cNvPr>
          <p:cNvSpPr>
            <a:spLocks noGrp="1"/>
          </p:cNvSpPr>
          <p:nvPr>
            <p:ph type="sldNum" sz="quarter" idx="12"/>
          </p:nvPr>
        </p:nvSpPr>
        <p:spPr/>
        <p:txBody>
          <a:bodyPr/>
          <a:lstStyle/>
          <a:p>
            <a:fld id="{26673A84-873A-41C3-9E07-245B3A592B1D}" type="slidenum">
              <a:rPr lang="zh-CN" altLang="en-US" smtClean="0"/>
              <a:t>8</a:t>
            </a:fld>
            <a:endParaRPr lang="zh-CN" altLang="en-US"/>
          </a:p>
        </p:txBody>
      </p:sp>
      <p:sp>
        <p:nvSpPr>
          <p:cNvPr id="6" name="文本框 5">
            <a:extLst>
              <a:ext uri="{FF2B5EF4-FFF2-40B4-BE49-F238E27FC236}">
                <a16:creationId xmlns:a16="http://schemas.microsoft.com/office/drawing/2014/main" id="{3CC10930-8AA5-D28A-6FD3-70AA28C5BB2F}"/>
              </a:ext>
            </a:extLst>
          </p:cNvPr>
          <p:cNvSpPr txBox="1"/>
          <p:nvPr/>
        </p:nvSpPr>
        <p:spPr>
          <a:xfrm>
            <a:off x="323528" y="2924944"/>
            <a:ext cx="6277992"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解：</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轮</a:t>
            </a:r>
            <a:r>
              <a:rPr lang="en-US" altLang="zh-CN" sz="2000" i="1" dirty="0">
                <a:solidFill>
                  <a:srgbClr val="1A44A1"/>
                </a:solidFill>
                <a:latin typeface="Times New Roman" panose="02020603050405020304" pitchFamily="18" charset="0"/>
              </a:rPr>
              <a:t>O</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受力和运动分析如图，由定轴转动微分方程</a:t>
            </a:r>
            <a:endParaRPr lang="zh-CN" altLang="zh-CN" sz="2000" i="1" dirty="0">
              <a:solidFill>
                <a:srgbClr val="1A44A1"/>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27B86DE-9D4E-1973-741B-D4D609C852AB}"/>
                  </a:ext>
                </a:extLst>
              </p:cNvPr>
              <p:cNvSpPr txBox="1"/>
              <p:nvPr/>
            </p:nvSpPr>
            <p:spPr>
              <a:xfrm>
                <a:off x="251520" y="627894"/>
                <a:ext cx="5832648" cy="2272995"/>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习题册</a:t>
                </a:r>
                <a:r>
                  <a:rPr lang="en-US" altLang="zh-CN" sz="2000" dirty="0">
                    <a:solidFill>
                      <a:srgbClr val="1A44A1"/>
                    </a:solidFill>
                    <a:latin typeface="Times New Roman" panose="02020603050405020304" pitchFamily="18" charset="0"/>
                  </a:rPr>
                  <a:t>-P35-15</a:t>
                </a:r>
                <a:r>
                  <a:rPr lang="zh-CN" altLang="en-US" sz="2000" dirty="0">
                    <a:solidFill>
                      <a:srgbClr val="1A44A1"/>
                    </a:solidFill>
                    <a:latin typeface="Times New Roman" panose="02020603050405020304" pitchFamily="18" charset="0"/>
                  </a:rPr>
                  <a:t>：图示机构中，沿斜面纯滚动的圆柱体</a:t>
                </a:r>
                <a14:m>
                  <m:oMath xmlns:m="http://schemas.openxmlformats.org/officeDocument/2006/math">
                    <m:sSup>
                      <m:sSupPr>
                        <m:ctrlPr>
                          <a:rPr lang="en-US" altLang="zh-CN" sz="2000" i="1" dirty="0" smtClean="0">
                            <a:solidFill>
                              <a:srgbClr val="1A44A1"/>
                            </a:solidFill>
                            <a:latin typeface="Cambria Math" panose="02040503050406030204" pitchFamily="18" charset="0"/>
                          </a:rPr>
                        </m:ctrlPr>
                      </m:sSupPr>
                      <m:e>
                        <m:r>
                          <a:rPr lang="en-US" altLang="zh-CN" sz="2000" b="0" i="1" dirty="0" smtClean="0">
                            <a:solidFill>
                              <a:srgbClr val="1A44A1"/>
                            </a:solidFill>
                            <a:latin typeface="Cambria Math" panose="02040503050406030204" pitchFamily="18" charset="0"/>
                          </a:rPr>
                          <m:t>𝑂</m:t>
                        </m:r>
                      </m:e>
                      <m:sup>
                        <m:r>
                          <a:rPr lang="en-US" altLang="zh-CN" sz="2000" b="0" i="1" dirty="0" smtClean="0">
                            <a:solidFill>
                              <a:srgbClr val="1A44A1"/>
                            </a:solidFill>
                            <a:latin typeface="Cambria Math" panose="02040503050406030204" pitchFamily="18" charset="0"/>
                          </a:rPr>
                          <m:t>′</m:t>
                        </m:r>
                      </m:sup>
                    </m:sSup>
                    <m:r>
                      <a:rPr lang="zh-CN" altLang="en-US" sz="2000" i="1" dirty="0" smtClean="0">
                        <a:solidFill>
                          <a:srgbClr val="1A44A1"/>
                        </a:solidFill>
                        <a:latin typeface="Cambria Math" panose="02040503050406030204" pitchFamily="18" charset="0"/>
                      </a:rPr>
                      <m:t> </m:t>
                    </m:r>
                  </m:oMath>
                </a14:m>
                <a:r>
                  <a:rPr lang="zh-CN" altLang="en-US" sz="2000" dirty="0">
                    <a:solidFill>
                      <a:srgbClr val="1A44A1"/>
                    </a:solidFill>
                    <a:latin typeface="Times New Roman" panose="02020603050405020304" pitchFamily="18" charset="0"/>
                  </a:rPr>
                  <a:t>和鼓轮</a:t>
                </a:r>
                <a:r>
                  <a:rPr lang="en-US" altLang="zh-CN" sz="2000" i="1" dirty="0">
                    <a:solidFill>
                      <a:srgbClr val="1A44A1"/>
                    </a:solidFill>
                    <a:latin typeface="Times New Roman" panose="02020603050405020304" pitchFamily="18" charset="0"/>
                  </a:rPr>
                  <a:t>O</a:t>
                </a:r>
                <a:r>
                  <a:rPr lang="zh-CN" altLang="en-US" sz="2000" dirty="0">
                    <a:solidFill>
                      <a:srgbClr val="1A44A1"/>
                    </a:solidFill>
                    <a:latin typeface="Times New Roman" panose="02020603050405020304" pitchFamily="18" charset="0"/>
                  </a:rPr>
                  <a:t>为均质物体，质量均为</a:t>
                </a:r>
                <a:r>
                  <a:rPr lang="en-US" altLang="zh-CN" sz="2000" i="1" dirty="0">
                    <a:solidFill>
                      <a:srgbClr val="1A44A1"/>
                    </a:solidFill>
                    <a:latin typeface="Times New Roman" panose="02020603050405020304" pitchFamily="18" charset="0"/>
                  </a:rPr>
                  <a:t>m</a:t>
                </a:r>
                <a:r>
                  <a:rPr lang="zh-CN" altLang="en-US" sz="2000" dirty="0">
                    <a:solidFill>
                      <a:srgbClr val="1A44A1"/>
                    </a:solidFill>
                    <a:latin typeface="Times New Roman" panose="02020603050405020304" pitchFamily="18" charset="0"/>
                  </a:rPr>
                  <a:t> ，半径均为</a:t>
                </a:r>
                <a:r>
                  <a:rPr lang="en-US" altLang="zh-CN" sz="2000" i="1" dirty="0">
                    <a:solidFill>
                      <a:srgbClr val="1A44A1"/>
                    </a:solidFill>
                    <a:latin typeface="Times New Roman" panose="02020603050405020304" pitchFamily="18" charset="0"/>
                  </a:rPr>
                  <a:t>R</a:t>
                </a:r>
                <a:r>
                  <a:rPr lang="zh-CN" altLang="en-US" sz="2000" dirty="0">
                    <a:solidFill>
                      <a:srgbClr val="1A44A1"/>
                    </a:solidFill>
                    <a:latin typeface="Times New Roman" panose="02020603050405020304" pitchFamily="18" charset="0"/>
                  </a:rPr>
                  <a:t>。绳子不能伸缩，其质量略去不计。粗糙斜面的倾角为 </a:t>
                </a:r>
                <a14:m>
                  <m:oMath xmlns:m="http://schemas.openxmlformats.org/officeDocument/2006/math">
                    <m:r>
                      <a:rPr lang="zh-CN" altLang="en-US" sz="2000" i="1" smtClean="0">
                        <a:solidFill>
                          <a:srgbClr val="1A44A1"/>
                        </a:solidFill>
                        <a:latin typeface="Cambria Math" panose="02040503050406030204" pitchFamily="18" charset="0"/>
                      </a:rPr>
                      <m:t>𝜃</m:t>
                    </m:r>
                  </m:oMath>
                </a14:m>
                <a:r>
                  <a:rPr lang="zh-CN" altLang="en-US" sz="2000" dirty="0">
                    <a:solidFill>
                      <a:srgbClr val="1A44A1"/>
                    </a:solidFill>
                    <a:latin typeface="Times New Roman" panose="02020603050405020304" pitchFamily="18" charset="0"/>
                  </a:rPr>
                  <a:t>，不计滚动摩擦。如在鼓轮上作用一常力偶</a:t>
                </a:r>
                <a:r>
                  <a:rPr lang="en-US" altLang="zh-CN" sz="2000" i="1" dirty="0">
                    <a:solidFill>
                      <a:srgbClr val="1A44A1"/>
                    </a:solidFill>
                    <a:latin typeface="Times New Roman" panose="02020603050405020304" pitchFamily="18" charset="0"/>
                  </a:rPr>
                  <a:t>M</a:t>
                </a:r>
                <a:r>
                  <a:rPr lang="zh-CN" altLang="en-US" sz="2000" dirty="0">
                    <a:solidFill>
                      <a:srgbClr val="1A44A1"/>
                    </a:solidFill>
                    <a:latin typeface="Times New Roman" panose="02020603050405020304" pitchFamily="18" charset="0"/>
                  </a:rPr>
                  <a:t>。求：（</a:t>
                </a:r>
                <a:r>
                  <a:rPr lang="en-US" altLang="zh-CN" sz="2000" dirty="0">
                    <a:solidFill>
                      <a:srgbClr val="1A44A1"/>
                    </a:solidFill>
                    <a:latin typeface="Times New Roman" panose="02020603050405020304" pitchFamily="18" charset="0"/>
                  </a:rPr>
                  <a:t>1</a:t>
                </a:r>
                <a:r>
                  <a:rPr lang="zh-CN" altLang="en-US" sz="2000" dirty="0">
                    <a:solidFill>
                      <a:srgbClr val="1A44A1"/>
                    </a:solidFill>
                    <a:latin typeface="Times New Roman" panose="02020603050405020304" pitchFamily="18" charset="0"/>
                  </a:rPr>
                  <a:t>）鼓轮的角加速度；（</a:t>
                </a:r>
                <a:r>
                  <a:rPr lang="en-US" altLang="zh-CN" sz="2000" dirty="0">
                    <a:solidFill>
                      <a:srgbClr val="1A44A1"/>
                    </a:solidFill>
                    <a:latin typeface="Times New Roman" panose="02020603050405020304" pitchFamily="18" charset="0"/>
                  </a:rPr>
                  <a:t>2</a:t>
                </a:r>
                <a:r>
                  <a:rPr lang="zh-CN" altLang="en-US" sz="2000" dirty="0">
                    <a:solidFill>
                      <a:srgbClr val="1A44A1"/>
                    </a:solidFill>
                    <a:latin typeface="Times New Roman" panose="02020603050405020304" pitchFamily="18" charset="0"/>
                  </a:rPr>
                  <a:t>）绳索的拉力；（</a:t>
                </a:r>
                <a:r>
                  <a:rPr lang="en-US" altLang="zh-CN" sz="2000" dirty="0">
                    <a:solidFill>
                      <a:srgbClr val="1A44A1"/>
                    </a:solidFill>
                    <a:latin typeface="Times New Roman" panose="02020603050405020304" pitchFamily="18" charset="0"/>
                  </a:rPr>
                  <a:t>3</a:t>
                </a:r>
                <a:r>
                  <a:rPr lang="zh-CN" altLang="en-US" sz="2000" dirty="0">
                    <a:solidFill>
                      <a:srgbClr val="1A44A1"/>
                    </a:solidFill>
                    <a:latin typeface="Times New Roman" panose="02020603050405020304" pitchFamily="18" charset="0"/>
                  </a:rPr>
                  <a:t>）轴承</a:t>
                </a:r>
                <a:r>
                  <a:rPr lang="en-US" altLang="zh-CN" sz="2000" i="1" dirty="0">
                    <a:solidFill>
                      <a:srgbClr val="1A44A1"/>
                    </a:solidFill>
                    <a:latin typeface="Times New Roman" panose="02020603050405020304" pitchFamily="18" charset="0"/>
                  </a:rPr>
                  <a:t>O</a:t>
                </a:r>
                <a:r>
                  <a:rPr lang="zh-CN" altLang="en-US" sz="2000" dirty="0">
                    <a:solidFill>
                      <a:srgbClr val="1A44A1"/>
                    </a:solidFill>
                    <a:latin typeface="Times New Roman" panose="02020603050405020304" pitchFamily="18" charset="0"/>
                  </a:rPr>
                  <a:t>的水平反力。</a:t>
                </a:r>
                <a:endParaRPr lang="zh-CN" altLang="zh-CN" sz="2000" dirty="0">
                  <a:solidFill>
                    <a:srgbClr val="1A44A1"/>
                  </a:solidFill>
                  <a:latin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xmlns="" xmlns:a14="http://schemas.microsoft.com/office/drawing/2010/main" id="{127B86DE-9D4E-1973-741B-D4D609C852AB}"/>
                  </a:ext>
                </a:extLst>
              </p:cNvPr>
              <p:cNvSpPr txBox="1">
                <a:spLocks noRot="1" noChangeAspect="1" noMove="1" noResize="1" noEditPoints="1" noAdjustHandles="1" noChangeArrowheads="1" noChangeShapeType="1" noTextEdit="1"/>
              </p:cNvSpPr>
              <p:nvPr/>
            </p:nvSpPr>
            <p:spPr>
              <a:xfrm>
                <a:off x="251520" y="627894"/>
                <a:ext cx="5832648" cy="2272995"/>
              </a:xfrm>
              <a:prstGeom prst="rect">
                <a:avLst/>
              </a:prstGeom>
              <a:blipFill rotWithShape="1">
                <a:blip r:embed="rId4"/>
                <a:stretch>
                  <a:fillRect l="-1045" t="-804" r="-1149" b="-4021"/>
                </a:stretch>
              </a:blipFill>
            </p:spPr>
            <p:txBody>
              <a:bodyPr/>
              <a:lstStyle/>
              <a:p>
                <a:r>
                  <a:rPr lang="zh-CN" altLang="en-US">
                    <a:noFill/>
                  </a:rPr>
                  <a:t> </a:t>
                </a:r>
              </a:p>
            </p:txBody>
          </p:sp>
        </mc:Fallback>
      </mc:AlternateContent>
      <p:pic>
        <p:nvPicPr>
          <p:cNvPr id="9" name="图片 8" descr="t10-16">
            <a:extLst>
              <a:ext uri="{FF2B5EF4-FFF2-40B4-BE49-F238E27FC236}">
                <a16:creationId xmlns:a16="http://schemas.microsoft.com/office/drawing/2014/main" id="{78754B91-6475-42E9-9A3A-64E618DF0459}"/>
              </a:ext>
            </a:extLst>
          </p:cNvPr>
          <p:cNvPicPr>
            <a:picLocks noChangeAspect="1"/>
          </p:cNvPicPr>
          <p:nvPr/>
        </p:nvPicPr>
        <p:blipFill>
          <a:blip r:embed="rId5" cstate="print">
            <a:duotone>
              <a:schemeClr val="accent1">
                <a:shade val="45000"/>
                <a:satMod val="135000"/>
              </a:schemeClr>
              <a:prstClr val="white"/>
            </a:duotone>
          </a:blip>
          <a:stretch>
            <a:fillRect/>
          </a:stretch>
        </p:blipFill>
        <p:spPr>
          <a:xfrm>
            <a:off x="6268295" y="594016"/>
            <a:ext cx="2133600" cy="2177259"/>
          </a:xfrm>
          <a:prstGeom prst="rect">
            <a:avLst/>
          </a:prstGeom>
          <a:noFill/>
          <a:ln w="9525">
            <a:noFill/>
            <a:miter/>
          </a:ln>
        </p:spPr>
      </p:pic>
      <p:graphicFrame>
        <p:nvGraphicFramePr>
          <p:cNvPr id="36" name="对象 35">
            <a:extLst>
              <a:ext uri="{FF2B5EF4-FFF2-40B4-BE49-F238E27FC236}">
                <a16:creationId xmlns:a16="http://schemas.microsoft.com/office/drawing/2014/main" id="{C31D9F5B-3F5B-FD1B-0794-F288D1AA7D27}"/>
              </a:ext>
            </a:extLst>
          </p:cNvPr>
          <p:cNvGraphicFramePr>
            <a:graphicFrameLocks noChangeAspect="1"/>
          </p:cNvGraphicFramePr>
          <p:nvPr>
            <p:extLst>
              <p:ext uri="{D42A27DB-BD31-4B8C-83A1-F6EECF244321}">
                <p14:modId xmlns:p14="http://schemas.microsoft.com/office/powerpoint/2010/main" val="2221590264"/>
              </p:ext>
            </p:extLst>
          </p:nvPr>
        </p:nvGraphicFramePr>
        <p:xfrm>
          <a:off x="2466975" y="3394075"/>
          <a:ext cx="1835150" cy="431800"/>
        </p:xfrm>
        <a:graphic>
          <a:graphicData uri="http://schemas.openxmlformats.org/presentationml/2006/ole">
            <mc:AlternateContent xmlns:mc="http://schemas.openxmlformats.org/markup-compatibility/2006">
              <mc:Choice xmlns:v="urn:schemas-microsoft-com:vml" Requires="v">
                <p:oleObj name="Equation" r:id="rId6" imgW="812520" imgH="190440" progId="Equation.DSMT4">
                  <p:embed/>
                </p:oleObj>
              </mc:Choice>
              <mc:Fallback>
                <p:oleObj name="Equation" r:id="rId6" imgW="812520" imgH="190440" progId="Equation.DSMT4">
                  <p:embed/>
                  <p:pic>
                    <p:nvPicPr>
                      <p:cNvPr id="0" name=""/>
                      <p:cNvPicPr/>
                      <p:nvPr/>
                    </p:nvPicPr>
                    <p:blipFill>
                      <a:blip r:embed="rId7"/>
                      <a:stretch>
                        <a:fillRect/>
                      </a:stretch>
                    </p:blipFill>
                    <p:spPr>
                      <a:xfrm>
                        <a:off x="2466975" y="3394075"/>
                        <a:ext cx="1835150" cy="4318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FB715BB4-9EB1-AAEA-263D-4DD3F8179801}"/>
                  </a:ext>
                </a:extLst>
              </p:cNvPr>
              <p:cNvSpPr txBox="1"/>
              <p:nvPr/>
            </p:nvSpPr>
            <p:spPr>
              <a:xfrm>
                <a:off x="323528" y="4527213"/>
                <a:ext cx="8496944" cy="400110"/>
              </a:xfrm>
              <a:prstGeom prst="rect">
                <a:avLst/>
              </a:prstGeom>
              <a:noFill/>
            </p:spPr>
            <p:txBody>
              <a:bodyPr wrap="square" rtlCol="0">
                <a:spAutoFit/>
              </a:bodyPr>
              <a:lstStyle/>
              <a:p>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轮</a:t>
                </a:r>
                <a14:m>
                  <m:oMath xmlns:m="http://schemas.openxmlformats.org/officeDocument/2006/math">
                    <m:sSup>
                      <m:sSupPr>
                        <m:ctrlPr>
                          <a:rPr lang="en-US" altLang="zh-CN" sz="2000" i="1" dirty="0">
                            <a:solidFill>
                              <a:srgbClr val="1A44A1"/>
                            </a:solidFill>
                            <a:latin typeface="Cambria Math" panose="02040503050406030204" pitchFamily="18" charset="0"/>
                          </a:rPr>
                        </m:ctrlPr>
                      </m:sSupPr>
                      <m:e>
                        <m:r>
                          <a:rPr lang="en-US" altLang="zh-CN" sz="2000" i="1" dirty="0">
                            <a:solidFill>
                              <a:srgbClr val="1A44A1"/>
                            </a:solidFill>
                            <a:latin typeface="Cambria Math" panose="02040503050406030204" pitchFamily="18" charset="0"/>
                          </a:rPr>
                          <m:t>𝑂</m:t>
                        </m:r>
                      </m:e>
                      <m:sup>
                        <m:r>
                          <a:rPr lang="en-US" altLang="zh-CN" sz="2000" i="1" dirty="0">
                            <a:solidFill>
                              <a:srgbClr val="1A44A1"/>
                            </a:solidFill>
                            <a:latin typeface="Cambria Math" panose="02040503050406030204" pitchFamily="18" charset="0"/>
                          </a:rPr>
                          <m:t>′</m:t>
                        </m:r>
                      </m:sup>
                    </m:sSup>
                    <m:r>
                      <a:rPr lang="zh-CN" altLang="en-US" sz="2000" i="1" dirty="0">
                        <a:solidFill>
                          <a:srgbClr val="1A44A1"/>
                        </a:solidFill>
                        <a:latin typeface="Cambria Math" panose="02040503050406030204" pitchFamily="18" charset="0"/>
                      </a:rPr>
                      <m:t> </m:t>
                    </m:r>
                  </m:oMath>
                </a14:m>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受力和运动分析如图，由刚体平面运动微分方程</a:t>
                </a:r>
                <a:endParaRPr lang="zh-CN" altLang="zh-CN" sz="2000" i="1" dirty="0">
                  <a:solidFill>
                    <a:srgbClr val="1A44A1"/>
                  </a:solidFill>
                  <a:latin typeface="Times New Roman" panose="02020603050405020304" pitchFamily="18" charset="0"/>
                </a:endParaRPr>
              </a:p>
            </p:txBody>
          </p:sp>
        </mc:Choice>
        <mc:Fallback xmlns="">
          <p:sp>
            <p:nvSpPr>
              <p:cNvPr id="43" name="文本框 42">
                <a:extLst>
                  <a:ext uri="{FF2B5EF4-FFF2-40B4-BE49-F238E27FC236}">
                    <a16:creationId xmlns="" xmlns:a16="http://schemas.microsoft.com/office/drawing/2014/main" xmlns:a14="http://schemas.microsoft.com/office/drawing/2010/main" id="{FB715BB4-9EB1-AAEA-263D-4DD3F8179801}"/>
                  </a:ext>
                </a:extLst>
              </p:cNvPr>
              <p:cNvSpPr txBox="1">
                <a:spLocks noRot="1" noChangeAspect="1" noMove="1" noResize="1" noEditPoints="1" noAdjustHandles="1" noChangeArrowheads="1" noChangeShapeType="1" noTextEdit="1"/>
              </p:cNvSpPr>
              <p:nvPr/>
            </p:nvSpPr>
            <p:spPr>
              <a:xfrm>
                <a:off x="323528" y="4527213"/>
                <a:ext cx="8496944" cy="400110"/>
              </a:xfrm>
              <a:prstGeom prst="rect">
                <a:avLst/>
              </a:prstGeom>
              <a:blipFill rotWithShape="1">
                <a:blip r:embed="rId8"/>
                <a:stretch>
                  <a:fillRect l="-717" t="-10769" b="-29231"/>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43663276-3169-C834-7F51-EADBE7590192}"/>
              </a:ext>
            </a:extLst>
          </p:cNvPr>
          <p:cNvGrpSpPr/>
          <p:nvPr/>
        </p:nvGrpSpPr>
        <p:grpSpPr>
          <a:xfrm>
            <a:off x="5915033" y="2705259"/>
            <a:ext cx="2608545" cy="1971313"/>
            <a:chOff x="5915033" y="2705259"/>
            <a:chExt cx="2608545" cy="1971313"/>
          </a:xfrm>
        </p:grpSpPr>
        <p:sp>
          <p:nvSpPr>
            <p:cNvPr id="10" name="椭圆 9">
              <a:extLst>
                <a:ext uri="{FF2B5EF4-FFF2-40B4-BE49-F238E27FC236}">
                  <a16:creationId xmlns:a16="http://schemas.microsoft.com/office/drawing/2014/main" id="{B7B350A5-B381-0374-8FF2-97DCD04CFB9E}"/>
                </a:ext>
              </a:extLst>
            </p:cNvPr>
            <p:cNvSpPr/>
            <p:nvPr/>
          </p:nvSpPr>
          <p:spPr>
            <a:xfrm>
              <a:off x="6660232" y="3426444"/>
              <a:ext cx="644128" cy="627859"/>
            </a:xfrm>
            <a:prstGeom prst="ellipse">
              <a:avLst/>
            </a:prstGeom>
            <a:solidFill>
              <a:schemeClr val="bg1"/>
            </a:solidFill>
            <a:ln>
              <a:solidFill>
                <a:srgbClr val="1A44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034BD874-D147-77CA-7070-EB0B844E7490}"/>
                </a:ext>
              </a:extLst>
            </p:cNvPr>
            <p:cNvSpPr txBox="1"/>
            <p:nvPr/>
          </p:nvSpPr>
          <p:spPr>
            <a:xfrm>
              <a:off x="6651370" y="3502935"/>
              <a:ext cx="1872208" cy="400110"/>
            </a:xfrm>
            <a:prstGeom prst="rect">
              <a:avLst/>
            </a:prstGeom>
            <a:noFill/>
          </p:spPr>
          <p:txBody>
            <a:bodyPr wrap="square" rtlCol="0">
              <a:spAutoFit/>
            </a:bodyPr>
            <a:lstStyle/>
            <a:p>
              <a:r>
                <a:rPr lang="en-US" altLang="zh-CN" sz="2000" i="1" dirty="0">
                  <a:solidFill>
                    <a:srgbClr val="1A44A1"/>
                  </a:solidFill>
                  <a:latin typeface="Times New Roman" panose="02020603050405020304" pitchFamily="18" charset="0"/>
                </a:rPr>
                <a:t>O</a:t>
              </a:r>
              <a:endParaRPr lang="zh-CN" altLang="zh-CN" sz="2000" i="1" dirty="0">
                <a:solidFill>
                  <a:srgbClr val="1A44A1"/>
                </a:solidFill>
                <a:latin typeface="Times New Roman" panose="02020603050405020304" pitchFamily="18" charset="0"/>
              </a:endParaRPr>
            </a:p>
          </p:txBody>
        </p:sp>
        <p:cxnSp>
          <p:nvCxnSpPr>
            <p:cNvPr id="12" name="直接箭头连接符 11">
              <a:extLst>
                <a:ext uri="{FF2B5EF4-FFF2-40B4-BE49-F238E27FC236}">
                  <a16:creationId xmlns:a16="http://schemas.microsoft.com/office/drawing/2014/main" id="{D8D36ED1-F836-064C-D659-FEF85BD4C730}"/>
                </a:ext>
              </a:extLst>
            </p:cNvPr>
            <p:cNvCxnSpPr>
              <a:cxnSpLocks/>
            </p:cNvCxnSpPr>
            <p:nvPr/>
          </p:nvCxnSpPr>
          <p:spPr>
            <a:xfrm flipH="1" flipV="1">
              <a:off x="6975349" y="2924944"/>
              <a:ext cx="6511" cy="828437"/>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6CB4C58A-19DB-B68D-EDFE-345A977FE801}"/>
                </a:ext>
              </a:extLst>
            </p:cNvPr>
            <p:cNvCxnSpPr>
              <a:cxnSpLocks/>
            </p:cNvCxnSpPr>
            <p:nvPr/>
          </p:nvCxnSpPr>
          <p:spPr>
            <a:xfrm>
              <a:off x="6981860" y="3733795"/>
              <a:ext cx="621662" cy="0"/>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75060658-9328-C48B-9DC2-61AD76BD2DA5}"/>
                    </a:ext>
                  </a:extLst>
                </p:cNvPr>
                <p:cNvSpPr txBox="1"/>
                <p:nvPr/>
              </p:nvSpPr>
              <p:spPr>
                <a:xfrm>
                  <a:off x="6958871" y="2705259"/>
                  <a:ext cx="644651" cy="39126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b="0" i="1" smtClean="0">
                                <a:solidFill>
                                  <a:srgbClr val="C00000"/>
                                </a:solidFill>
                                <a:latin typeface="Cambria Math" panose="02040503050406030204" pitchFamily="18" charset="0"/>
                              </a:rPr>
                              <m:t>𝑂𝑦</m:t>
                            </m:r>
                          </m:sub>
                        </m:sSub>
                      </m:oMath>
                    </m:oMathPara>
                  </a14:m>
                  <a:endParaRPr lang="en-US" altLang="zh-CN" dirty="0">
                    <a:solidFill>
                      <a:srgbClr val="C00000"/>
                    </a:solidFill>
                    <a:latin typeface="Times New Roman" panose="02020603050405020304" pitchFamily="18" charset="0"/>
                  </a:endParaRPr>
                </a:p>
              </p:txBody>
            </p:sp>
          </mc:Choice>
          <mc:Fallback xmlns="">
            <p:sp>
              <p:nvSpPr>
                <p:cNvPr id="16" name="文本框 15">
                  <a:extLst>
                    <a:ext uri="{FF2B5EF4-FFF2-40B4-BE49-F238E27FC236}">
                      <a16:creationId xmlns:a16="http://schemas.microsoft.com/office/drawing/2014/main" id="{75060658-9328-C48B-9DC2-61AD76BD2DA5}"/>
                    </a:ext>
                  </a:extLst>
                </p:cNvPr>
                <p:cNvSpPr txBox="1">
                  <a:spLocks noRot="1" noChangeAspect="1" noMove="1" noResize="1" noEditPoints="1" noAdjustHandles="1" noChangeArrowheads="1" noChangeShapeType="1" noTextEdit="1"/>
                </p:cNvSpPr>
                <p:nvPr/>
              </p:nvSpPr>
              <p:spPr>
                <a:xfrm>
                  <a:off x="6958871" y="2705259"/>
                  <a:ext cx="644651" cy="391261"/>
                </a:xfrm>
                <a:prstGeom prst="rect">
                  <a:avLst/>
                </a:prstGeom>
                <a:blipFill>
                  <a:blip r:embed="rId13"/>
                  <a:stretch>
                    <a:fillRect b="-62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CB88829B-42AE-AD95-DCDD-4679D25682C7}"/>
                    </a:ext>
                  </a:extLst>
                </p:cNvPr>
                <p:cNvSpPr txBox="1"/>
                <p:nvPr/>
              </p:nvSpPr>
              <p:spPr>
                <a:xfrm>
                  <a:off x="7132650" y="3734083"/>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b="0" i="1" smtClean="0">
                                <a:solidFill>
                                  <a:srgbClr val="C00000"/>
                                </a:solidFill>
                                <a:latin typeface="Cambria Math" panose="02040503050406030204" pitchFamily="18" charset="0"/>
                              </a:rPr>
                              <m:t>𝑂𝑥</m:t>
                            </m:r>
                          </m:sub>
                        </m:sSub>
                      </m:oMath>
                    </m:oMathPara>
                  </a14:m>
                  <a:endParaRPr lang="en-US" altLang="zh-CN" dirty="0">
                    <a:solidFill>
                      <a:srgbClr val="C00000"/>
                    </a:solidFill>
                    <a:latin typeface="Times New Roman" panose="02020603050405020304" pitchFamily="18" charset="0"/>
                  </a:endParaRPr>
                </a:p>
              </p:txBody>
            </p:sp>
          </mc:Choice>
          <mc:Fallback xmlns="">
            <p:sp>
              <p:nvSpPr>
                <p:cNvPr id="22" name="文本框 21">
                  <a:extLst>
                    <a:ext uri="{FF2B5EF4-FFF2-40B4-BE49-F238E27FC236}">
                      <a16:creationId xmlns:a16="http://schemas.microsoft.com/office/drawing/2014/main" id="{CB88829B-42AE-AD95-DCDD-4679D25682C7}"/>
                    </a:ext>
                  </a:extLst>
                </p:cNvPr>
                <p:cNvSpPr txBox="1">
                  <a:spLocks noRot="1" noChangeAspect="1" noMove="1" noResize="1" noEditPoints="1" noAdjustHandles="1" noChangeArrowheads="1" noChangeShapeType="1" noTextEdit="1"/>
                </p:cNvSpPr>
                <p:nvPr/>
              </p:nvSpPr>
              <p:spPr>
                <a:xfrm>
                  <a:off x="7132650" y="3734083"/>
                  <a:ext cx="644651" cy="369332"/>
                </a:xfrm>
                <a:prstGeom prst="rect">
                  <a:avLst/>
                </a:prstGeom>
                <a:blipFill>
                  <a:blip r:embed="rId14"/>
                  <a:stretch>
                    <a:fillRect b="-1667"/>
                  </a:stretch>
                </a:blipFill>
              </p:spPr>
              <p:txBody>
                <a:bodyPr/>
                <a:lstStyle/>
                <a:p>
                  <a:r>
                    <a:rPr lang="zh-CN" altLang="en-US">
                      <a:noFill/>
                    </a:rPr>
                    <a:t> </a:t>
                  </a:r>
                </a:p>
              </p:txBody>
            </p:sp>
          </mc:Fallback>
        </mc:AlternateContent>
        <p:cxnSp>
          <p:nvCxnSpPr>
            <p:cNvPr id="24" name="直接箭头连接符 23">
              <a:extLst>
                <a:ext uri="{FF2B5EF4-FFF2-40B4-BE49-F238E27FC236}">
                  <a16:creationId xmlns:a16="http://schemas.microsoft.com/office/drawing/2014/main" id="{051CFD5D-C117-CC69-18DC-C4AE458A6111}"/>
                </a:ext>
              </a:extLst>
            </p:cNvPr>
            <p:cNvCxnSpPr>
              <a:cxnSpLocks/>
            </p:cNvCxnSpPr>
            <p:nvPr/>
          </p:nvCxnSpPr>
          <p:spPr>
            <a:xfrm flipH="1">
              <a:off x="6217559" y="3536205"/>
              <a:ext cx="504056" cy="609745"/>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12FD39F4-3007-F230-D0DD-B192B6066BEC}"/>
                    </a:ext>
                  </a:extLst>
                </p:cNvPr>
                <p:cNvSpPr txBox="1"/>
                <p:nvPr/>
              </p:nvSpPr>
              <p:spPr>
                <a:xfrm>
                  <a:off x="5915033" y="3711213"/>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𝑻</m:t>
                        </m:r>
                      </m:oMath>
                    </m:oMathPara>
                  </a14:m>
                  <a:endParaRPr lang="en-US" altLang="zh-CN" dirty="0">
                    <a:solidFill>
                      <a:srgbClr val="C00000"/>
                    </a:solidFill>
                    <a:latin typeface="Times New Roman" panose="02020603050405020304" pitchFamily="18" charset="0"/>
                  </a:endParaRPr>
                </a:p>
              </p:txBody>
            </p:sp>
          </mc:Choice>
          <mc:Fallback xmlns="">
            <p:sp>
              <p:nvSpPr>
                <p:cNvPr id="31" name="文本框 30">
                  <a:extLst>
                    <a:ext uri="{FF2B5EF4-FFF2-40B4-BE49-F238E27FC236}">
                      <a16:creationId xmlns:a16="http://schemas.microsoft.com/office/drawing/2014/main" id="{12FD39F4-3007-F230-D0DD-B192B6066BEC}"/>
                    </a:ext>
                  </a:extLst>
                </p:cNvPr>
                <p:cNvSpPr txBox="1">
                  <a:spLocks noRot="1" noChangeAspect="1" noMove="1" noResize="1" noEditPoints="1" noAdjustHandles="1" noChangeArrowheads="1" noChangeShapeType="1" noTextEdit="1"/>
                </p:cNvSpPr>
                <p:nvPr/>
              </p:nvSpPr>
              <p:spPr>
                <a:xfrm>
                  <a:off x="5915033" y="3711213"/>
                  <a:ext cx="644651" cy="369332"/>
                </a:xfrm>
                <a:prstGeom prst="rect">
                  <a:avLst/>
                </a:prstGeom>
                <a:blipFill>
                  <a:blip r:embed="rId15"/>
                  <a:stretch>
                    <a:fillRect/>
                  </a:stretch>
                </a:blipFill>
              </p:spPr>
              <p:txBody>
                <a:bodyPr/>
                <a:lstStyle/>
                <a:p>
                  <a:r>
                    <a:rPr lang="zh-CN" altLang="en-US">
                      <a:noFill/>
                    </a:rPr>
                    <a:t> </a:t>
                  </a:r>
                </a:p>
              </p:txBody>
            </p:sp>
          </mc:Fallback>
        </mc:AlternateContent>
        <p:sp>
          <p:nvSpPr>
            <p:cNvPr id="32" name="弧形 31">
              <a:extLst>
                <a:ext uri="{FF2B5EF4-FFF2-40B4-BE49-F238E27FC236}">
                  <a16:creationId xmlns:a16="http://schemas.microsoft.com/office/drawing/2014/main" id="{33339090-55F5-3BDE-FDF8-6736D693DBD9}"/>
                </a:ext>
              </a:extLst>
            </p:cNvPr>
            <p:cNvSpPr/>
            <p:nvPr/>
          </p:nvSpPr>
          <p:spPr>
            <a:xfrm rot="17243841">
              <a:off x="6613543" y="3339344"/>
              <a:ext cx="795478" cy="743738"/>
            </a:xfrm>
            <a:prstGeom prst="arc">
              <a:avLst>
                <a:gd name="adj1" fmla="val 18370274"/>
                <a:gd name="adj2" fmla="val 2351148"/>
              </a:avLst>
            </a:prstGeom>
            <a:ln w="317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20C3D808-6F02-047F-C8B0-33ADE46C1C0F}"/>
                    </a:ext>
                  </a:extLst>
                </p:cNvPr>
                <p:cNvSpPr txBox="1"/>
                <p:nvPr/>
              </p:nvSpPr>
              <p:spPr>
                <a:xfrm>
                  <a:off x="6899641" y="3001497"/>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0" i="1" smtClean="0">
                            <a:solidFill>
                              <a:srgbClr val="C00000"/>
                            </a:solidFill>
                            <a:latin typeface="Cambria Math" panose="02040503050406030204" pitchFamily="18" charset="0"/>
                          </a:rPr>
                          <m:t>𝑀</m:t>
                        </m:r>
                      </m:oMath>
                    </m:oMathPara>
                  </a14:m>
                  <a:endParaRPr lang="en-US" altLang="zh-CN" dirty="0">
                    <a:solidFill>
                      <a:srgbClr val="C00000"/>
                    </a:solidFill>
                    <a:latin typeface="Times New Roman" panose="02020603050405020304" pitchFamily="18" charset="0"/>
                  </a:endParaRPr>
                </a:p>
              </p:txBody>
            </p:sp>
          </mc:Choice>
          <mc:Fallback xmlns="">
            <p:sp>
              <p:nvSpPr>
                <p:cNvPr id="34" name="文本框 33">
                  <a:extLst>
                    <a:ext uri="{FF2B5EF4-FFF2-40B4-BE49-F238E27FC236}">
                      <a16:creationId xmlns:a16="http://schemas.microsoft.com/office/drawing/2014/main" id="{20C3D808-6F02-047F-C8B0-33ADE46C1C0F}"/>
                    </a:ext>
                  </a:extLst>
                </p:cNvPr>
                <p:cNvSpPr txBox="1">
                  <a:spLocks noRot="1" noChangeAspect="1" noMove="1" noResize="1" noEditPoints="1" noAdjustHandles="1" noChangeArrowheads="1" noChangeShapeType="1" noTextEdit="1"/>
                </p:cNvSpPr>
                <p:nvPr/>
              </p:nvSpPr>
              <p:spPr>
                <a:xfrm>
                  <a:off x="6899641" y="3001497"/>
                  <a:ext cx="644651" cy="369332"/>
                </a:xfrm>
                <a:prstGeom prst="rect">
                  <a:avLst/>
                </a:prstGeom>
                <a:blipFill>
                  <a:blip r:embed="rId16"/>
                  <a:stretch>
                    <a:fillRect/>
                  </a:stretch>
                </a:blipFill>
              </p:spPr>
              <p:txBody>
                <a:bodyPr/>
                <a:lstStyle/>
                <a:p>
                  <a:r>
                    <a:rPr lang="zh-CN" altLang="en-US">
                      <a:noFill/>
                    </a:rPr>
                    <a:t> </a:t>
                  </a:r>
                </a:p>
              </p:txBody>
            </p:sp>
          </mc:Fallback>
        </mc:AlternateContent>
        <p:sp>
          <p:nvSpPr>
            <p:cNvPr id="37" name="弧形 36">
              <a:extLst>
                <a:ext uri="{FF2B5EF4-FFF2-40B4-BE49-F238E27FC236}">
                  <a16:creationId xmlns:a16="http://schemas.microsoft.com/office/drawing/2014/main" id="{5FE76FFC-7BC9-3F08-5E17-8C3BC8122AF2}"/>
                </a:ext>
              </a:extLst>
            </p:cNvPr>
            <p:cNvSpPr/>
            <p:nvPr/>
          </p:nvSpPr>
          <p:spPr>
            <a:xfrm rot="20340655">
              <a:off x="6937356" y="3179707"/>
              <a:ext cx="795478" cy="909960"/>
            </a:xfrm>
            <a:prstGeom prst="arc">
              <a:avLst>
                <a:gd name="adj1" fmla="val 19387153"/>
                <a:gd name="adj2" fmla="val 1103231"/>
              </a:avLst>
            </a:prstGeom>
            <a:ln w="317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C6B7884B-E2AB-1FEB-B4A3-F91F5B0233AD}"/>
                    </a:ext>
                  </a:extLst>
                </p:cNvPr>
                <p:cNvSpPr txBox="1"/>
                <p:nvPr/>
              </p:nvSpPr>
              <p:spPr>
                <a:xfrm>
                  <a:off x="7587474" y="3159797"/>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rgbClr val="C00000"/>
                                </a:solidFill>
                                <a:latin typeface="Cambria Math" panose="02040503050406030204" pitchFamily="18" charset="0"/>
                              </a:rPr>
                            </m:ctrlPr>
                          </m:sSubPr>
                          <m:e>
                            <m:r>
                              <a:rPr lang="zh-CN" altLang="en-US" i="1">
                                <a:solidFill>
                                  <a:srgbClr val="C00000"/>
                                </a:solidFill>
                                <a:latin typeface="Cambria Math" panose="02040503050406030204" pitchFamily="18" charset="0"/>
                              </a:rPr>
                              <m:t>𝜔</m:t>
                            </m:r>
                          </m:e>
                          <m:sub>
                            <m:r>
                              <a:rPr lang="en-US" altLang="zh-CN" b="0" i="1" smtClean="0">
                                <a:solidFill>
                                  <a:srgbClr val="C00000"/>
                                </a:solidFill>
                                <a:latin typeface="Cambria Math" panose="02040503050406030204" pitchFamily="18" charset="0"/>
                              </a:rPr>
                              <m:t>1</m:t>
                            </m:r>
                          </m:sub>
                        </m:sSub>
                      </m:oMath>
                    </m:oMathPara>
                  </a14:m>
                  <a:endParaRPr lang="en-US" altLang="zh-CN" dirty="0">
                    <a:solidFill>
                      <a:srgbClr val="C00000"/>
                    </a:solidFill>
                    <a:latin typeface="Times New Roman" panose="02020603050405020304" pitchFamily="18" charset="0"/>
                  </a:endParaRPr>
                </a:p>
              </p:txBody>
            </p:sp>
          </mc:Choice>
          <mc:Fallback xmlns="">
            <p:sp>
              <p:nvSpPr>
                <p:cNvPr id="38" name="文本框 37">
                  <a:extLst>
                    <a:ext uri="{FF2B5EF4-FFF2-40B4-BE49-F238E27FC236}">
                      <a16:creationId xmlns:a16="http://schemas.microsoft.com/office/drawing/2014/main" id="{C6B7884B-E2AB-1FEB-B4A3-F91F5B0233AD}"/>
                    </a:ext>
                  </a:extLst>
                </p:cNvPr>
                <p:cNvSpPr txBox="1">
                  <a:spLocks noRot="1" noChangeAspect="1" noMove="1" noResize="1" noEditPoints="1" noAdjustHandles="1" noChangeArrowheads="1" noChangeShapeType="1" noTextEdit="1"/>
                </p:cNvSpPr>
                <p:nvPr/>
              </p:nvSpPr>
              <p:spPr>
                <a:xfrm>
                  <a:off x="7587474" y="3159797"/>
                  <a:ext cx="644651" cy="369332"/>
                </a:xfrm>
                <a:prstGeom prst="rect">
                  <a:avLst/>
                </a:prstGeom>
                <a:blipFill>
                  <a:blip r:embed="rId17"/>
                  <a:stretch>
                    <a:fillRect/>
                  </a:stretch>
                </a:blipFill>
              </p:spPr>
              <p:txBody>
                <a:bodyPr/>
                <a:lstStyle/>
                <a:p>
                  <a:r>
                    <a:rPr lang="zh-CN" altLang="en-US">
                      <a:noFill/>
                    </a:rPr>
                    <a:t> </a:t>
                  </a:r>
                </a:p>
              </p:txBody>
            </p:sp>
          </mc:Fallback>
        </mc:AlternateContent>
        <p:sp>
          <p:nvSpPr>
            <p:cNvPr id="41" name="弧形 40">
              <a:extLst>
                <a:ext uri="{FF2B5EF4-FFF2-40B4-BE49-F238E27FC236}">
                  <a16:creationId xmlns:a16="http://schemas.microsoft.com/office/drawing/2014/main" id="{B06A7ACC-E1CC-06C4-46C3-14F5475FB588}"/>
                </a:ext>
              </a:extLst>
            </p:cNvPr>
            <p:cNvSpPr/>
            <p:nvPr/>
          </p:nvSpPr>
          <p:spPr>
            <a:xfrm rot="20588890">
              <a:off x="6974072" y="3371244"/>
              <a:ext cx="795478" cy="909960"/>
            </a:xfrm>
            <a:prstGeom prst="arc">
              <a:avLst>
                <a:gd name="adj1" fmla="val 21229600"/>
                <a:gd name="adj2" fmla="val 3321313"/>
              </a:avLst>
            </a:prstGeom>
            <a:ln w="317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8AC2241B-3279-4839-4EF7-9A3392387478}"/>
                    </a:ext>
                  </a:extLst>
                </p:cNvPr>
                <p:cNvSpPr txBox="1"/>
                <p:nvPr/>
              </p:nvSpPr>
              <p:spPr>
                <a:xfrm>
                  <a:off x="7652347" y="3669860"/>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rgbClr val="C00000"/>
                                </a:solidFill>
                                <a:latin typeface="Cambria Math" panose="02040503050406030204" pitchFamily="18" charset="0"/>
                              </a:rPr>
                            </m:ctrlPr>
                          </m:sSubPr>
                          <m:e>
                            <m:r>
                              <a:rPr lang="zh-CN" altLang="en-US" i="1">
                                <a:solidFill>
                                  <a:srgbClr val="C00000"/>
                                </a:solidFill>
                                <a:latin typeface="Cambria Math" panose="02040503050406030204" pitchFamily="18" charset="0"/>
                              </a:rPr>
                              <m:t>𝛼</m:t>
                            </m:r>
                          </m:e>
                          <m:sub>
                            <m:r>
                              <a:rPr lang="en-US" altLang="zh-CN" b="0" i="1" smtClean="0">
                                <a:solidFill>
                                  <a:srgbClr val="C00000"/>
                                </a:solidFill>
                                <a:latin typeface="Cambria Math" panose="02040503050406030204" pitchFamily="18" charset="0"/>
                              </a:rPr>
                              <m:t>1</m:t>
                            </m:r>
                          </m:sub>
                        </m:sSub>
                      </m:oMath>
                    </m:oMathPara>
                  </a14:m>
                  <a:endParaRPr lang="en-US" altLang="zh-CN" dirty="0">
                    <a:solidFill>
                      <a:srgbClr val="C00000"/>
                    </a:solidFill>
                    <a:latin typeface="Times New Roman" panose="02020603050405020304" pitchFamily="18" charset="0"/>
                  </a:endParaRPr>
                </a:p>
              </p:txBody>
            </p:sp>
          </mc:Choice>
          <mc:Fallback xmlns="">
            <p:sp>
              <p:nvSpPr>
                <p:cNvPr id="42" name="文本框 41">
                  <a:extLst>
                    <a:ext uri="{FF2B5EF4-FFF2-40B4-BE49-F238E27FC236}">
                      <a16:creationId xmlns:a16="http://schemas.microsoft.com/office/drawing/2014/main" id="{8AC2241B-3279-4839-4EF7-9A3392387478}"/>
                    </a:ext>
                  </a:extLst>
                </p:cNvPr>
                <p:cNvSpPr txBox="1">
                  <a:spLocks noRot="1" noChangeAspect="1" noMove="1" noResize="1" noEditPoints="1" noAdjustHandles="1" noChangeArrowheads="1" noChangeShapeType="1" noTextEdit="1"/>
                </p:cNvSpPr>
                <p:nvPr/>
              </p:nvSpPr>
              <p:spPr>
                <a:xfrm>
                  <a:off x="7652347" y="3669860"/>
                  <a:ext cx="644651" cy="369332"/>
                </a:xfrm>
                <a:prstGeom prst="rect">
                  <a:avLst/>
                </a:prstGeom>
                <a:blipFill>
                  <a:blip r:embed="rId18"/>
                  <a:stretch>
                    <a:fillRect/>
                  </a:stretch>
                </a:blipFill>
              </p:spPr>
              <p:txBody>
                <a:bodyPr/>
                <a:lstStyle/>
                <a:p>
                  <a:r>
                    <a:rPr lang="zh-CN" altLang="en-US">
                      <a:noFill/>
                    </a:rPr>
                    <a:t> </a:t>
                  </a:r>
                </a:p>
              </p:txBody>
            </p:sp>
          </mc:Fallback>
        </mc:AlternateContent>
        <p:cxnSp>
          <p:nvCxnSpPr>
            <p:cNvPr id="45" name="直接箭头连接符 44">
              <a:extLst>
                <a:ext uri="{FF2B5EF4-FFF2-40B4-BE49-F238E27FC236}">
                  <a16:creationId xmlns:a16="http://schemas.microsoft.com/office/drawing/2014/main" id="{EC9BC420-8ADE-C181-FE46-C935AA374DA8}"/>
                </a:ext>
              </a:extLst>
            </p:cNvPr>
            <p:cNvCxnSpPr>
              <a:cxnSpLocks/>
            </p:cNvCxnSpPr>
            <p:nvPr/>
          </p:nvCxnSpPr>
          <p:spPr>
            <a:xfrm>
              <a:off x="6986959" y="3702990"/>
              <a:ext cx="12261" cy="973582"/>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394CB779-BDEE-4A98-83DC-2D2248C86B4B}"/>
                    </a:ext>
                  </a:extLst>
                </p:cNvPr>
                <p:cNvSpPr txBox="1"/>
                <p:nvPr/>
              </p:nvSpPr>
              <p:spPr>
                <a:xfrm>
                  <a:off x="6981665" y="4255084"/>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0" i="1" smtClean="0">
                            <a:solidFill>
                              <a:srgbClr val="C00000"/>
                            </a:solidFill>
                            <a:latin typeface="Cambria Math" panose="02040503050406030204" pitchFamily="18" charset="0"/>
                          </a:rPr>
                          <m:t>𝑚</m:t>
                        </m:r>
                        <m:r>
                          <a:rPr lang="en-US" altLang="zh-CN" b="1" i="1">
                            <a:solidFill>
                              <a:srgbClr val="C00000"/>
                            </a:solidFill>
                            <a:latin typeface="Cambria Math" panose="02040503050406030204" pitchFamily="18" charset="0"/>
                          </a:rPr>
                          <m:t>𝒈</m:t>
                        </m:r>
                      </m:oMath>
                    </m:oMathPara>
                  </a14:m>
                  <a:endParaRPr lang="en-US" altLang="zh-CN" dirty="0">
                    <a:solidFill>
                      <a:srgbClr val="C00000"/>
                    </a:solidFill>
                    <a:latin typeface="Times New Roman" panose="02020603050405020304" pitchFamily="18" charset="0"/>
                  </a:endParaRPr>
                </a:p>
              </p:txBody>
            </p:sp>
          </mc:Choice>
          <mc:Fallback xmlns="">
            <p:sp>
              <p:nvSpPr>
                <p:cNvPr id="72" name="文本框 71">
                  <a:extLst>
                    <a:ext uri="{FF2B5EF4-FFF2-40B4-BE49-F238E27FC236}">
                      <a16:creationId xmlns:a16="http://schemas.microsoft.com/office/drawing/2014/main" id="{394CB779-BDEE-4A98-83DC-2D2248C86B4B}"/>
                    </a:ext>
                  </a:extLst>
                </p:cNvPr>
                <p:cNvSpPr txBox="1">
                  <a:spLocks noRot="1" noChangeAspect="1" noMove="1" noResize="1" noEditPoints="1" noAdjustHandles="1" noChangeArrowheads="1" noChangeShapeType="1" noTextEdit="1"/>
                </p:cNvSpPr>
                <p:nvPr/>
              </p:nvSpPr>
              <p:spPr>
                <a:xfrm>
                  <a:off x="6981665" y="4255084"/>
                  <a:ext cx="644651" cy="369332"/>
                </a:xfrm>
                <a:prstGeom prst="rect">
                  <a:avLst/>
                </a:prstGeom>
                <a:blipFill>
                  <a:blip r:embed="rId19"/>
                  <a:stretch>
                    <a:fillRect b="-8197"/>
                  </a:stretch>
                </a:blipFill>
              </p:spPr>
              <p:txBody>
                <a:bodyPr/>
                <a:lstStyle/>
                <a:p>
                  <a:r>
                    <a:rPr lang="zh-CN" altLang="en-US">
                      <a:noFill/>
                    </a:rPr>
                    <a:t> </a:t>
                  </a:r>
                </a:p>
              </p:txBody>
            </p:sp>
          </mc:Fallback>
        </mc:AlternateContent>
      </p:grpSp>
      <p:graphicFrame>
        <p:nvGraphicFramePr>
          <p:cNvPr id="85" name="对象 84">
            <a:extLst>
              <a:ext uri="{FF2B5EF4-FFF2-40B4-BE49-F238E27FC236}">
                <a16:creationId xmlns:a16="http://schemas.microsoft.com/office/drawing/2014/main" id="{71518767-12D2-1F66-05DD-FCC536926C7B}"/>
              </a:ext>
            </a:extLst>
          </p:cNvPr>
          <p:cNvGraphicFramePr>
            <a:graphicFrameLocks noChangeAspect="1"/>
          </p:cNvGraphicFramePr>
          <p:nvPr>
            <p:extLst>
              <p:ext uri="{D42A27DB-BD31-4B8C-83A1-F6EECF244321}">
                <p14:modId xmlns:p14="http://schemas.microsoft.com/office/powerpoint/2010/main" val="3798209814"/>
              </p:ext>
            </p:extLst>
          </p:nvPr>
        </p:nvGraphicFramePr>
        <p:xfrm>
          <a:off x="1360488" y="4985281"/>
          <a:ext cx="2752725" cy="431800"/>
        </p:xfrm>
        <a:graphic>
          <a:graphicData uri="http://schemas.openxmlformats.org/presentationml/2006/ole">
            <mc:AlternateContent xmlns:mc="http://schemas.openxmlformats.org/markup-compatibility/2006">
              <mc:Choice xmlns:v="urn:schemas-microsoft-com:vml" Requires="v">
                <p:oleObj name="Equation" r:id="rId20" imgW="1218960" imgH="190440" progId="Equation.DSMT4">
                  <p:embed/>
                </p:oleObj>
              </mc:Choice>
              <mc:Fallback>
                <p:oleObj name="Equation" r:id="rId20" imgW="1218960" imgH="190440" progId="Equation.DSMT4">
                  <p:embed/>
                  <p:pic>
                    <p:nvPicPr>
                      <p:cNvPr id="0" name=""/>
                      <p:cNvPicPr/>
                      <p:nvPr/>
                    </p:nvPicPr>
                    <p:blipFill>
                      <a:blip r:embed="rId21"/>
                      <a:stretch>
                        <a:fillRect/>
                      </a:stretch>
                    </p:blipFill>
                    <p:spPr>
                      <a:xfrm>
                        <a:off x="1360488" y="4985281"/>
                        <a:ext cx="2752725" cy="431800"/>
                      </a:xfrm>
                      <a:prstGeom prst="rect">
                        <a:avLst/>
                      </a:prstGeom>
                    </p:spPr>
                  </p:pic>
                </p:oleObj>
              </mc:Fallback>
            </mc:AlternateContent>
          </a:graphicData>
        </a:graphic>
      </p:graphicFrame>
      <p:grpSp>
        <p:nvGrpSpPr>
          <p:cNvPr id="5" name="组合 4">
            <a:extLst>
              <a:ext uri="{FF2B5EF4-FFF2-40B4-BE49-F238E27FC236}">
                <a16:creationId xmlns:a16="http://schemas.microsoft.com/office/drawing/2014/main" id="{23C235E1-2E58-077A-A778-B54EC04F586B}"/>
              </a:ext>
            </a:extLst>
          </p:cNvPr>
          <p:cNvGrpSpPr/>
          <p:nvPr/>
        </p:nvGrpSpPr>
        <p:grpSpPr>
          <a:xfrm>
            <a:off x="5963537" y="4982220"/>
            <a:ext cx="2146885" cy="1814341"/>
            <a:chOff x="5963537" y="4982220"/>
            <a:chExt cx="2146885" cy="1814341"/>
          </a:xfrm>
        </p:grpSpPr>
        <p:sp>
          <p:nvSpPr>
            <p:cNvPr id="44" name="椭圆 43">
              <a:extLst>
                <a:ext uri="{FF2B5EF4-FFF2-40B4-BE49-F238E27FC236}">
                  <a16:creationId xmlns:a16="http://schemas.microsoft.com/office/drawing/2014/main" id="{CE68C37A-02D7-8D9C-6DE7-73117C96D474}"/>
                </a:ext>
              </a:extLst>
            </p:cNvPr>
            <p:cNvSpPr/>
            <p:nvPr/>
          </p:nvSpPr>
          <p:spPr>
            <a:xfrm>
              <a:off x="6719461" y="5638827"/>
              <a:ext cx="644128" cy="627859"/>
            </a:xfrm>
            <a:prstGeom prst="ellipse">
              <a:avLst/>
            </a:prstGeom>
            <a:solidFill>
              <a:schemeClr val="bg1"/>
            </a:solidFill>
            <a:ln>
              <a:solidFill>
                <a:srgbClr val="1A44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6" name="直接箭头连接符 45">
              <a:extLst>
                <a:ext uri="{FF2B5EF4-FFF2-40B4-BE49-F238E27FC236}">
                  <a16:creationId xmlns:a16="http://schemas.microsoft.com/office/drawing/2014/main" id="{6B4E276D-8C8F-9B16-2F02-32374D59A433}"/>
                </a:ext>
              </a:extLst>
            </p:cNvPr>
            <p:cNvCxnSpPr>
              <a:cxnSpLocks/>
              <a:stCxn id="44" idx="5"/>
            </p:cNvCxnSpPr>
            <p:nvPr/>
          </p:nvCxnSpPr>
          <p:spPr>
            <a:xfrm flipH="1" flipV="1">
              <a:off x="6469587" y="5487861"/>
              <a:ext cx="799672" cy="686877"/>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B107F220-58E9-448B-E699-59424E212FBD}"/>
                    </a:ext>
                  </a:extLst>
                </p:cNvPr>
                <p:cNvSpPr txBox="1"/>
                <p:nvPr/>
              </p:nvSpPr>
              <p:spPr>
                <a:xfrm>
                  <a:off x="7041089" y="6300028"/>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0" i="1" smtClean="0">
                            <a:solidFill>
                              <a:srgbClr val="C00000"/>
                            </a:solidFill>
                            <a:latin typeface="Cambria Math" panose="02040503050406030204" pitchFamily="18" charset="0"/>
                          </a:rPr>
                          <m:t>𝑚</m:t>
                        </m:r>
                        <m:r>
                          <a:rPr lang="en-US" altLang="zh-CN" b="1" i="1">
                            <a:solidFill>
                              <a:srgbClr val="C00000"/>
                            </a:solidFill>
                            <a:latin typeface="Cambria Math" panose="02040503050406030204" pitchFamily="18" charset="0"/>
                          </a:rPr>
                          <m:t>𝒈</m:t>
                        </m:r>
                      </m:oMath>
                    </m:oMathPara>
                  </a14:m>
                  <a:endParaRPr lang="en-US" altLang="zh-CN" dirty="0">
                    <a:solidFill>
                      <a:srgbClr val="C00000"/>
                    </a:solidFill>
                    <a:latin typeface="Times New Roman" panose="02020603050405020304" pitchFamily="18" charset="0"/>
                  </a:endParaRPr>
                </a:p>
              </p:txBody>
            </p:sp>
          </mc:Choice>
          <mc:Fallback xmlns="">
            <p:sp>
              <p:nvSpPr>
                <p:cNvPr id="47" name="文本框 46">
                  <a:extLst>
                    <a:ext uri="{FF2B5EF4-FFF2-40B4-BE49-F238E27FC236}">
                      <a16:creationId xmlns:a16="http://schemas.microsoft.com/office/drawing/2014/main" id="{B107F220-58E9-448B-E699-59424E212FBD}"/>
                    </a:ext>
                  </a:extLst>
                </p:cNvPr>
                <p:cNvSpPr txBox="1">
                  <a:spLocks noRot="1" noChangeAspect="1" noMove="1" noResize="1" noEditPoints="1" noAdjustHandles="1" noChangeArrowheads="1" noChangeShapeType="1" noTextEdit="1"/>
                </p:cNvSpPr>
                <p:nvPr/>
              </p:nvSpPr>
              <p:spPr>
                <a:xfrm>
                  <a:off x="7041089" y="6300028"/>
                  <a:ext cx="644651" cy="369332"/>
                </a:xfrm>
                <a:prstGeom prst="rect">
                  <a:avLst/>
                </a:prstGeom>
                <a:blipFill>
                  <a:blip r:embed="rId22"/>
                  <a:stretch>
                    <a:fillRect b="-8197"/>
                  </a:stretch>
                </a:blipFill>
              </p:spPr>
              <p:txBody>
                <a:bodyPr/>
                <a:lstStyle/>
                <a:p>
                  <a:r>
                    <a:rPr lang="zh-CN" altLang="en-US">
                      <a:noFill/>
                    </a:rPr>
                    <a:t> </a:t>
                  </a:r>
                </a:p>
              </p:txBody>
            </p:sp>
          </mc:Fallback>
        </mc:AlternateContent>
        <p:cxnSp>
          <p:nvCxnSpPr>
            <p:cNvPr id="49" name="直接箭头连接符 48">
              <a:extLst>
                <a:ext uri="{FF2B5EF4-FFF2-40B4-BE49-F238E27FC236}">
                  <a16:creationId xmlns:a16="http://schemas.microsoft.com/office/drawing/2014/main" id="{4FA92359-1947-96CC-3633-C224A8EA42A8}"/>
                </a:ext>
              </a:extLst>
            </p:cNvPr>
            <p:cNvCxnSpPr>
              <a:cxnSpLocks/>
            </p:cNvCxnSpPr>
            <p:nvPr/>
          </p:nvCxnSpPr>
          <p:spPr>
            <a:xfrm flipV="1">
              <a:off x="6993531" y="5333975"/>
              <a:ext cx="516831" cy="626912"/>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392FB39E-412A-1DE0-C3D4-AEF2B523AC5A}"/>
                    </a:ext>
                  </a:extLst>
                </p:cNvPr>
                <p:cNvSpPr txBox="1"/>
                <p:nvPr/>
              </p:nvSpPr>
              <p:spPr>
                <a:xfrm>
                  <a:off x="7025361" y="5048231"/>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US" altLang="zh-CN" b="1" i="1" smtClean="0">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𝑻</m:t>
                            </m:r>
                          </m:e>
                          <m:sup>
                            <m:r>
                              <a:rPr lang="en-US" altLang="zh-CN" b="1" i="1" smtClean="0">
                                <a:solidFill>
                                  <a:srgbClr val="C00000"/>
                                </a:solidFill>
                                <a:latin typeface="Cambria Math" panose="02040503050406030204" pitchFamily="18" charset="0"/>
                              </a:rPr>
                              <m:t>′</m:t>
                            </m:r>
                          </m:sup>
                        </m:sSup>
                      </m:oMath>
                    </m:oMathPara>
                  </a14:m>
                  <a:endParaRPr lang="en-US" altLang="zh-CN" dirty="0">
                    <a:solidFill>
                      <a:srgbClr val="C00000"/>
                    </a:solidFill>
                    <a:latin typeface="Times New Roman" panose="02020603050405020304" pitchFamily="18" charset="0"/>
                  </a:endParaRPr>
                </a:p>
              </p:txBody>
            </p:sp>
          </mc:Choice>
          <mc:Fallback xmlns="">
            <p:sp>
              <p:nvSpPr>
                <p:cNvPr id="50" name="文本框 49">
                  <a:extLst>
                    <a:ext uri="{FF2B5EF4-FFF2-40B4-BE49-F238E27FC236}">
                      <a16:creationId xmlns:a16="http://schemas.microsoft.com/office/drawing/2014/main" id="{392FB39E-412A-1DE0-C3D4-AEF2B523AC5A}"/>
                    </a:ext>
                  </a:extLst>
                </p:cNvPr>
                <p:cNvSpPr txBox="1">
                  <a:spLocks noRot="1" noChangeAspect="1" noMove="1" noResize="1" noEditPoints="1" noAdjustHandles="1" noChangeArrowheads="1" noChangeShapeType="1" noTextEdit="1"/>
                </p:cNvSpPr>
                <p:nvPr/>
              </p:nvSpPr>
              <p:spPr>
                <a:xfrm>
                  <a:off x="7025361" y="5048231"/>
                  <a:ext cx="644651" cy="369332"/>
                </a:xfrm>
                <a:prstGeom prst="rect">
                  <a:avLst/>
                </a:prstGeom>
                <a:blipFill>
                  <a:blip r:embed="rId23"/>
                  <a:stretch>
                    <a:fillRect/>
                  </a:stretch>
                </a:blipFill>
              </p:spPr>
              <p:txBody>
                <a:bodyPr/>
                <a:lstStyle/>
                <a:p>
                  <a:r>
                    <a:rPr lang="zh-CN" altLang="en-US">
                      <a:noFill/>
                    </a:rPr>
                    <a:t> </a:t>
                  </a:r>
                </a:p>
              </p:txBody>
            </p:sp>
          </mc:Fallback>
        </mc:AlternateContent>
        <p:sp>
          <p:nvSpPr>
            <p:cNvPr id="53" name="弧形 52">
              <a:extLst>
                <a:ext uri="{FF2B5EF4-FFF2-40B4-BE49-F238E27FC236}">
                  <a16:creationId xmlns:a16="http://schemas.microsoft.com/office/drawing/2014/main" id="{831C98FD-57F0-17A3-EE50-D0ACF5176AC0}"/>
                </a:ext>
              </a:extLst>
            </p:cNvPr>
            <p:cNvSpPr/>
            <p:nvPr/>
          </p:nvSpPr>
          <p:spPr>
            <a:xfrm rot="20340655">
              <a:off x="6808295" y="5431098"/>
              <a:ext cx="795478" cy="909960"/>
            </a:xfrm>
            <a:prstGeom prst="arc">
              <a:avLst>
                <a:gd name="adj1" fmla="val 19387153"/>
                <a:gd name="adj2" fmla="val 1103231"/>
              </a:avLst>
            </a:prstGeom>
            <a:ln w="317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C60624BF-2971-FA5F-0288-4C4E98551B01}"/>
                    </a:ext>
                  </a:extLst>
                </p:cNvPr>
                <p:cNvSpPr txBox="1"/>
                <p:nvPr/>
              </p:nvSpPr>
              <p:spPr>
                <a:xfrm>
                  <a:off x="7390868" y="5380179"/>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rgbClr val="C00000"/>
                                </a:solidFill>
                                <a:latin typeface="Cambria Math" panose="02040503050406030204" pitchFamily="18" charset="0"/>
                              </a:rPr>
                            </m:ctrlPr>
                          </m:sSubPr>
                          <m:e>
                            <m:r>
                              <a:rPr lang="zh-CN" altLang="en-US" i="1">
                                <a:solidFill>
                                  <a:srgbClr val="C00000"/>
                                </a:solidFill>
                                <a:latin typeface="Cambria Math" panose="02040503050406030204" pitchFamily="18" charset="0"/>
                              </a:rPr>
                              <m:t>𝜔</m:t>
                            </m:r>
                          </m:e>
                          <m:sub>
                            <m:r>
                              <a:rPr lang="en-US" altLang="zh-CN" b="0" i="1" smtClean="0">
                                <a:solidFill>
                                  <a:srgbClr val="C00000"/>
                                </a:solidFill>
                                <a:latin typeface="Cambria Math" panose="02040503050406030204" pitchFamily="18" charset="0"/>
                              </a:rPr>
                              <m:t>2</m:t>
                            </m:r>
                          </m:sub>
                        </m:sSub>
                      </m:oMath>
                    </m:oMathPara>
                  </a14:m>
                  <a:endParaRPr lang="en-US" altLang="zh-CN" dirty="0">
                    <a:solidFill>
                      <a:srgbClr val="C00000"/>
                    </a:solidFill>
                    <a:latin typeface="Times New Roman" panose="02020603050405020304" pitchFamily="18" charset="0"/>
                  </a:endParaRPr>
                </a:p>
              </p:txBody>
            </p:sp>
          </mc:Choice>
          <mc:Fallback xmlns="">
            <p:sp>
              <p:nvSpPr>
                <p:cNvPr id="54" name="文本框 53">
                  <a:extLst>
                    <a:ext uri="{FF2B5EF4-FFF2-40B4-BE49-F238E27FC236}">
                      <a16:creationId xmlns:a16="http://schemas.microsoft.com/office/drawing/2014/main" id="{C60624BF-2971-FA5F-0288-4C4E98551B01}"/>
                    </a:ext>
                  </a:extLst>
                </p:cNvPr>
                <p:cNvSpPr txBox="1">
                  <a:spLocks noRot="1" noChangeAspect="1" noMove="1" noResize="1" noEditPoints="1" noAdjustHandles="1" noChangeArrowheads="1" noChangeShapeType="1" noTextEdit="1"/>
                </p:cNvSpPr>
                <p:nvPr/>
              </p:nvSpPr>
              <p:spPr>
                <a:xfrm>
                  <a:off x="7390868" y="5380179"/>
                  <a:ext cx="644651" cy="369332"/>
                </a:xfrm>
                <a:prstGeom prst="rect">
                  <a:avLst/>
                </a:prstGeom>
                <a:blipFill>
                  <a:blip r:embed="rId24"/>
                  <a:stretch>
                    <a:fillRect b="-1667"/>
                  </a:stretch>
                </a:blipFill>
              </p:spPr>
              <p:txBody>
                <a:bodyPr/>
                <a:lstStyle/>
                <a:p>
                  <a:r>
                    <a:rPr lang="zh-CN" altLang="en-US">
                      <a:noFill/>
                    </a:rPr>
                    <a:t> </a:t>
                  </a:r>
                </a:p>
              </p:txBody>
            </p:sp>
          </mc:Fallback>
        </mc:AlternateContent>
        <p:sp>
          <p:nvSpPr>
            <p:cNvPr id="55" name="弧形 54">
              <a:extLst>
                <a:ext uri="{FF2B5EF4-FFF2-40B4-BE49-F238E27FC236}">
                  <a16:creationId xmlns:a16="http://schemas.microsoft.com/office/drawing/2014/main" id="{C559A3DC-7355-BDAD-D2D2-825F5EE5ADC6}"/>
                </a:ext>
              </a:extLst>
            </p:cNvPr>
            <p:cNvSpPr/>
            <p:nvPr/>
          </p:nvSpPr>
          <p:spPr>
            <a:xfrm rot="20588890">
              <a:off x="6819298" y="5612998"/>
              <a:ext cx="795478" cy="909960"/>
            </a:xfrm>
            <a:prstGeom prst="arc">
              <a:avLst>
                <a:gd name="adj1" fmla="val 21229600"/>
                <a:gd name="adj2" fmla="val 3321313"/>
              </a:avLst>
            </a:prstGeom>
            <a:ln w="317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6919FAB3-08B0-9524-0B94-F67D22167770}"/>
                    </a:ext>
                  </a:extLst>
                </p:cNvPr>
                <p:cNvSpPr txBox="1"/>
                <p:nvPr/>
              </p:nvSpPr>
              <p:spPr>
                <a:xfrm>
                  <a:off x="7465771" y="6020100"/>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rgbClr val="C00000"/>
                                </a:solidFill>
                                <a:latin typeface="Cambria Math" panose="02040503050406030204" pitchFamily="18" charset="0"/>
                              </a:rPr>
                            </m:ctrlPr>
                          </m:sSubPr>
                          <m:e>
                            <m:r>
                              <a:rPr lang="zh-CN" altLang="en-US" i="1">
                                <a:solidFill>
                                  <a:srgbClr val="C00000"/>
                                </a:solidFill>
                                <a:latin typeface="Cambria Math" panose="02040503050406030204" pitchFamily="18" charset="0"/>
                              </a:rPr>
                              <m:t>𝛼</m:t>
                            </m:r>
                          </m:e>
                          <m:sub>
                            <m:r>
                              <a:rPr lang="en-US" altLang="zh-CN" b="0" i="1" smtClean="0">
                                <a:solidFill>
                                  <a:srgbClr val="C00000"/>
                                </a:solidFill>
                                <a:latin typeface="Cambria Math" panose="02040503050406030204" pitchFamily="18" charset="0"/>
                              </a:rPr>
                              <m:t>2</m:t>
                            </m:r>
                          </m:sub>
                        </m:sSub>
                      </m:oMath>
                    </m:oMathPara>
                  </a14:m>
                  <a:endParaRPr lang="en-US" altLang="zh-CN" dirty="0">
                    <a:solidFill>
                      <a:srgbClr val="C00000"/>
                    </a:solidFill>
                    <a:latin typeface="Times New Roman" panose="02020603050405020304" pitchFamily="18" charset="0"/>
                  </a:endParaRPr>
                </a:p>
              </p:txBody>
            </p:sp>
          </mc:Choice>
          <mc:Fallback xmlns="">
            <p:sp>
              <p:nvSpPr>
                <p:cNvPr id="56" name="文本框 55">
                  <a:extLst>
                    <a:ext uri="{FF2B5EF4-FFF2-40B4-BE49-F238E27FC236}">
                      <a16:creationId xmlns:a16="http://schemas.microsoft.com/office/drawing/2014/main" id="{6919FAB3-08B0-9524-0B94-F67D22167770}"/>
                    </a:ext>
                  </a:extLst>
                </p:cNvPr>
                <p:cNvSpPr txBox="1">
                  <a:spLocks noRot="1" noChangeAspect="1" noMove="1" noResize="1" noEditPoints="1" noAdjustHandles="1" noChangeArrowheads="1" noChangeShapeType="1" noTextEdit="1"/>
                </p:cNvSpPr>
                <p:nvPr/>
              </p:nvSpPr>
              <p:spPr>
                <a:xfrm>
                  <a:off x="7465771" y="6020100"/>
                  <a:ext cx="644651" cy="369332"/>
                </a:xfrm>
                <a:prstGeom prst="rect">
                  <a:avLst/>
                </a:prstGeom>
                <a:blipFill>
                  <a:blip r:embed="rId25"/>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CB0E7CBA-376D-CDA9-5FDC-25EE7B63D3A4}"/>
                    </a:ext>
                  </a:extLst>
                </p:cNvPr>
                <p:cNvSpPr txBox="1"/>
                <p:nvPr/>
              </p:nvSpPr>
              <p:spPr>
                <a:xfrm>
                  <a:off x="6197033" y="5520872"/>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b="0" i="1" smtClean="0">
                                <a:solidFill>
                                  <a:srgbClr val="C00000"/>
                                </a:solidFill>
                                <a:latin typeface="Cambria Math" panose="02040503050406030204" pitchFamily="18" charset="0"/>
                              </a:rPr>
                              <m:t>𝑁</m:t>
                            </m:r>
                          </m:sub>
                        </m:sSub>
                      </m:oMath>
                    </m:oMathPara>
                  </a14:m>
                  <a:endParaRPr lang="en-US" altLang="zh-CN" dirty="0">
                    <a:solidFill>
                      <a:srgbClr val="C00000"/>
                    </a:solidFill>
                    <a:latin typeface="Times New Roman" panose="02020603050405020304" pitchFamily="18" charset="0"/>
                  </a:endParaRPr>
                </a:p>
              </p:txBody>
            </p:sp>
          </mc:Choice>
          <mc:Fallback xmlns="">
            <p:sp>
              <p:nvSpPr>
                <p:cNvPr id="59" name="文本框 58">
                  <a:extLst>
                    <a:ext uri="{FF2B5EF4-FFF2-40B4-BE49-F238E27FC236}">
                      <a16:creationId xmlns:a16="http://schemas.microsoft.com/office/drawing/2014/main" id="{CB0E7CBA-376D-CDA9-5FDC-25EE7B63D3A4}"/>
                    </a:ext>
                  </a:extLst>
                </p:cNvPr>
                <p:cNvSpPr txBox="1">
                  <a:spLocks noRot="1" noChangeAspect="1" noMove="1" noResize="1" noEditPoints="1" noAdjustHandles="1" noChangeArrowheads="1" noChangeShapeType="1" noTextEdit="1"/>
                </p:cNvSpPr>
                <p:nvPr/>
              </p:nvSpPr>
              <p:spPr>
                <a:xfrm>
                  <a:off x="6197033" y="5520872"/>
                  <a:ext cx="644651" cy="369332"/>
                </a:xfrm>
                <a:prstGeom prst="rect">
                  <a:avLst/>
                </a:prstGeom>
                <a:blipFill>
                  <a:blip r:embed="rId26"/>
                  <a:stretch>
                    <a:fillRect b="-1667"/>
                  </a:stretch>
                </a:blipFill>
              </p:spPr>
              <p:txBody>
                <a:bodyPr/>
                <a:lstStyle/>
                <a:p>
                  <a:r>
                    <a:rPr lang="zh-CN" altLang="en-US">
                      <a:noFill/>
                    </a:rPr>
                    <a:t> </a:t>
                  </a:r>
                </a:p>
              </p:txBody>
            </p:sp>
          </mc:Fallback>
        </mc:AlternateContent>
        <p:cxnSp>
          <p:nvCxnSpPr>
            <p:cNvPr id="76" name="直接箭头连接符 75">
              <a:extLst>
                <a:ext uri="{FF2B5EF4-FFF2-40B4-BE49-F238E27FC236}">
                  <a16:creationId xmlns:a16="http://schemas.microsoft.com/office/drawing/2014/main" id="{21EFFD18-8B65-8001-EB61-73344BD18969}"/>
                </a:ext>
              </a:extLst>
            </p:cNvPr>
            <p:cNvCxnSpPr>
              <a:cxnSpLocks/>
            </p:cNvCxnSpPr>
            <p:nvPr/>
          </p:nvCxnSpPr>
          <p:spPr>
            <a:xfrm>
              <a:off x="7021066" y="5921361"/>
              <a:ext cx="11644" cy="818958"/>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9A6EF758-DD8D-82C0-57DA-D3937445F0C5}"/>
                </a:ext>
              </a:extLst>
            </p:cNvPr>
            <p:cNvCxnSpPr>
              <a:cxnSpLocks/>
              <a:stCxn id="44" idx="5"/>
            </p:cNvCxnSpPr>
            <p:nvPr/>
          </p:nvCxnSpPr>
          <p:spPr>
            <a:xfrm flipH="1">
              <a:off x="6660232" y="6174738"/>
              <a:ext cx="609027" cy="621823"/>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CEF6ACC5-D033-35EB-F7ED-80E7C4D8447D}"/>
                    </a:ext>
                  </a:extLst>
                </p:cNvPr>
                <p:cNvSpPr txBox="1"/>
                <p:nvPr/>
              </p:nvSpPr>
              <p:spPr>
                <a:xfrm>
                  <a:off x="6279195" y="6305829"/>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b="0" i="1" smtClean="0">
                                <a:solidFill>
                                  <a:srgbClr val="C00000"/>
                                </a:solidFill>
                                <a:latin typeface="Cambria Math" panose="02040503050406030204" pitchFamily="18" charset="0"/>
                              </a:rPr>
                              <m:t>𝑠</m:t>
                            </m:r>
                          </m:sub>
                        </m:sSub>
                      </m:oMath>
                    </m:oMathPara>
                  </a14:m>
                  <a:endParaRPr lang="en-US" altLang="zh-CN" dirty="0">
                    <a:solidFill>
                      <a:srgbClr val="C00000"/>
                    </a:solidFill>
                    <a:latin typeface="Times New Roman" panose="02020603050405020304" pitchFamily="18" charset="0"/>
                  </a:endParaRPr>
                </a:p>
              </p:txBody>
            </p:sp>
          </mc:Choice>
          <mc:Fallback xmlns="">
            <p:sp>
              <p:nvSpPr>
                <p:cNvPr id="82" name="文本框 81">
                  <a:extLst>
                    <a:ext uri="{FF2B5EF4-FFF2-40B4-BE49-F238E27FC236}">
                      <a16:creationId xmlns:a16="http://schemas.microsoft.com/office/drawing/2014/main" id="{CEF6ACC5-D033-35EB-F7ED-80E7C4D8447D}"/>
                    </a:ext>
                  </a:extLst>
                </p:cNvPr>
                <p:cNvSpPr txBox="1">
                  <a:spLocks noRot="1" noChangeAspect="1" noMove="1" noResize="1" noEditPoints="1" noAdjustHandles="1" noChangeArrowheads="1" noChangeShapeType="1" noTextEdit="1"/>
                </p:cNvSpPr>
                <p:nvPr/>
              </p:nvSpPr>
              <p:spPr>
                <a:xfrm>
                  <a:off x="6279195" y="6305829"/>
                  <a:ext cx="644651" cy="369332"/>
                </a:xfrm>
                <a:prstGeom prst="rect">
                  <a:avLst/>
                </a:prstGeom>
                <a:blipFill>
                  <a:blip r:embed="rId2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6E678BDD-B353-7A93-CC41-41479B36D5C1}"/>
                    </a:ext>
                  </a:extLst>
                </p:cNvPr>
                <p:cNvSpPr txBox="1"/>
                <p:nvPr/>
              </p:nvSpPr>
              <p:spPr>
                <a:xfrm>
                  <a:off x="5963537" y="5864281"/>
                  <a:ext cx="1872208"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dirty="0">
                                <a:solidFill>
                                  <a:srgbClr val="1A44A1"/>
                                </a:solidFill>
                                <a:latin typeface="Cambria Math" panose="02040503050406030204" pitchFamily="18" charset="0"/>
                              </a:rPr>
                            </m:ctrlPr>
                          </m:sSupPr>
                          <m:e>
                            <m:r>
                              <a:rPr lang="en-US" altLang="zh-CN" i="1" dirty="0">
                                <a:solidFill>
                                  <a:srgbClr val="1A44A1"/>
                                </a:solidFill>
                                <a:latin typeface="Cambria Math" panose="02040503050406030204" pitchFamily="18" charset="0"/>
                              </a:rPr>
                              <m:t>𝑂</m:t>
                            </m:r>
                          </m:e>
                          <m:sup>
                            <m:r>
                              <a:rPr lang="en-US" altLang="zh-CN" i="1" dirty="0">
                                <a:solidFill>
                                  <a:srgbClr val="1A44A1"/>
                                </a:solidFill>
                                <a:latin typeface="Cambria Math" panose="02040503050406030204" pitchFamily="18" charset="0"/>
                              </a:rPr>
                              <m:t>′</m:t>
                            </m:r>
                          </m:sup>
                        </m:sSup>
                      </m:oMath>
                    </m:oMathPara>
                  </a14:m>
                  <a:endParaRPr lang="zh-CN" altLang="zh-CN" sz="2000" i="1" dirty="0">
                    <a:solidFill>
                      <a:srgbClr val="1A44A1"/>
                    </a:solidFill>
                    <a:latin typeface="Times New Roman" panose="02020603050405020304" pitchFamily="18" charset="0"/>
                  </a:endParaRPr>
                </a:p>
              </p:txBody>
            </p:sp>
          </mc:Choice>
          <mc:Fallback xmlns="">
            <p:sp>
              <p:nvSpPr>
                <p:cNvPr id="83" name="文本框 82">
                  <a:extLst>
                    <a:ext uri="{FF2B5EF4-FFF2-40B4-BE49-F238E27FC236}">
                      <a16:creationId xmlns:a16="http://schemas.microsoft.com/office/drawing/2014/main" id="{6E678BDD-B353-7A93-CC41-41479B36D5C1}"/>
                    </a:ext>
                  </a:extLst>
                </p:cNvPr>
                <p:cNvSpPr txBox="1">
                  <a:spLocks noRot="1" noChangeAspect="1" noMove="1" noResize="1" noEditPoints="1" noAdjustHandles="1" noChangeArrowheads="1" noChangeShapeType="1" noTextEdit="1"/>
                </p:cNvSpPr>
                <p:nvPr/>
              </p:nvSpPr>
              <p:spPr>
                <a:xfrm>
                  <a:off x="5963537" y="5864281"/>
                  <a:ext cx="1872208" cy="400110"/>
                </a:xfrm>
                <a:prstGeom prst="rect">
                  <a:avLst/>
                </a:prstGeom>
                <a:blipFill>
                  <a:blip r:embed="rId28"/>
                  <a:stretch>
                    <a:fillRect/>
                  </a:stretch>
                </a:blipFill>
              </p:spPr>
              <p:txBody>
                <a:bodyPr/>
                <a:lstStyle/>
                <a:p>
                  <a:r>
                    <a:rPr lang="zh-CN" altLang="en-US">
                      <a:noFill/>
                    </a:rPr>
                    <a:t> </a:t>
                  </a:r>
                </a:p>
              </p:txBody>
            </p:sp>
          </mc:Fallback>
        </mc:AlternateContent>
        <p:cxnSp>
          <p:nvCxnSpPr>
            <p:cNvPr id="86" name="直接箭头连接符 85">
              <a:extLst>
                <a:ext uri="{FF2B5EF4-FFF2-40B4-BE49-F238E27FC236}">
                  <a16:creationId xmlns:a16="http://schemas.microsoft.com/office/drawing/2014/main" id="{9236B767-2FDC-56D0-6FE2-6E13F09626EA}"/>
                </a:ext>
              </a:extLst>
            </p:cNvPr>
            <p:cNvCxnSpPr>
              <a:cxnSpLocks/>
            </p:cNvCxnSpPr>
            <p:nvPr/>
          </p:nvCxnSpPr>
          <p:spPr>
            <a:xfrm flipV="1">
              <a:off x="6746705" y="5092932"/>
              <a:ext cx="302865" cy="346203"/>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9" name="文本框 88">
                  <a:extLst>
                    <a:ext uri="{FF2B5EF4-FFF2-40B4-BE49-F238E27FC236}">
                      <a16:creationId xmlns:a16="http://schemas.microsoft.com/office/drawing/2014/main" id="{D38B155B-442B-D3B9-27A9-098E74469DC5}"/>
                    </a:ext>
                  </a:extLst>
                </p:cNvPr>
                <p:cNvSpPr txBox="1"/>
                <p:nvPr/>
              </p:nvSpPr>
              <p:spPr>
                <a:xfrm>
                  <a:off x="6451050" y="4982220"/>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i="1" smtClean="0">
                            <a:solidFill>
                              <a:srgbClr val="C00000"/>
                            </a:solidFill>
                            <a:latin typeface="Cambria Math" panose="02040503050406030204" pitchFamily="18" charset="0"/>
                          </a:rPr>
                          <m:t>𝑎</m:t>
                        </m:r>
                      </m:oMath>
                    </m:oMathPara>
                  </a14:m>
                  <a:endParaRPr lang="en-US" altLang="zh-CN" dirty="0">
                    <a:solidFill>
                      <a:srgbClr val="C00000"/>
                    </a:solidFill>
                    <a:latin typeface="Times New Roman" panose="02020603050405020304" pitchFamily="18" charset="0"/>
                  </a:endParaRPr>
                </a:p>
              </p:txBody>
            </p:sp>
          </mc:Choice>
          <mc:Fallback xmlns="">
            <p:sp>
              <p:nvSpPr>
                <p:cNvPr id="89" name="文本框 88">
                  <a:extLst>
                    <a:ext uri="{FF2B5EF4-FFF2-40B4-BE49-F238E27FC236}">
                      <a16:creationId xmlns:a16="http://schemas.microsoft.com/office/drawing/2014/main" id="{D38B155B-442B-D3B9-27A9-098E74469DC5}"/>
                    </a:ext>
                  </a:extLst>
                </p:cNvPr>
                <p:cNvSpPr txBox="1">
                  <a:spLocks noRot="1" noChangeAspect="1" noMove="1" noResize="1" noEditPoints="1" noAdjustHandles="1" noChangeArrowheads="1" noChangeShapeType="1" noTextEdit="1"/>
                </p:cNvSpPr>
                <p:nvPr/>
              </p:nvSpPr>
              <p:spPr>
                <a:xfrm>
                  <a:off x="6451050" y="4982220"/>
                  <a:ext cx="644651" cy="369332"/>
                </a:xfrm>
                <a:prstGeom prst="rect">
                  <a:avLst/>
                </a:prstGeom>
                <a:blipFill>
                  <a:blip r:embed="rId29"/>
                  <a:stretch>
                    <a:fillRect/>
                  </a:stretch>
                </a:blipFill>
              </p:spPr>
              <p:txBody>
                <a:bodyPr/>
                <a:lstStyle/>
                <a:p>
                  <a:r>
                    <a:rPr lang="zh-CN" altLang="en-US">
                      <a:noFill/>
                    </a:rPr>
                    <a:t> </a:t>
                  </a:r>
                </a:p>
              </p:txBody>
            </p:sp>
          </mc:Fallback>
        </mc:AlternateContent>
      </p:grpSp>
      <p:graphicFrame>
        <p:nvGraphicFramePr>
          <p:cNvPr id="90" name="对象 89">
            <a:extLst>
              <a:ext uri="{FF2B5EF4-FFF2-40B4-BE49-F238E27FC236}">
                <a16:creationId xmlns:a16="http://schemas.microsoft.com/office/drawing/2014/main" id="{B8AF5BB9-DE9D-519A-9914-11CD0A9689F8}"/>
              </a:ext>
            </a:extLst>
          </p:cNvPr>
          <p:cNvGraphicFramePr>
            <a:graphicFrameLocks noChangeAspect="1"/>
          </p:cNvGraphicFramePr>
          <p:nvPr>
            <p:extLst>
              <p:ext uri="{D42A27DB-BD31-4B8C-83A1-F6EECF244321}">
                <p14:modId xmlns:p14="http://schemas.microsoft.com/office/powerpoint/2010/main" val="1746108989"/>
              </p:ext>
            </p:extLst>
          </p:nvPr>
        </p:nvGraphicFramePr>
        <p:xfrm>
          <a:off x="1987550" y="5522913"/>
          <a:ext cx="1492250" cy="431800"/>
        </p:xfrm>
        <a:graphic>
          <a:graphicData uri="http://schemas.openxmlformats.org/presentationml/2006/ole">
            <mc:AlternateContent xmlns:mc="http://schemas.openxmlformats.org/markup-compatibility/2006">
              <mc:Choice xmlns:v="urn:schemas-microsoft-com:vml" Requires="v">
                <p:oleObj name="Equation" r:id="rId30" imgW="660240" imgH="190440" progId="Equation.DSMT4">
                  <p:embed/>
                </p:oleObj>
              </mc:Choice>
              <mc:Fallback>
                <p:oleObj name="Equation" r:id="rId30" imgW="660240" imgH="190440" progId="Equation.DSMT4">
                  <p:embed/>
                  <p:pic>
                    <p:nvPicPr>
                      <p:cNvPr id="0" name=""/>
                      <p:cNvPicPr/>
                      <p:nvPr/>
                    </p:nvPicPr>
                    <p:blipFill>
                      <a:blip r:embed="rId31"/>
                      <a:stretch>
                        <a:fillRect/>
                      </a:stretch>
                    </p:blipFill>
                    <p:spPr>
                      <a:xfrm>
                        <a:off x="1987550" y="5522913"/>
                        <a:ext cx="1492250" cy="431800"/>
                      </a:xfrm>
                      <a:prstGeom prst="rect">
                        <a:avLst/>
                      </a:prstGeom>
                    </p:spPr>
                  </p:pic>
                </p:oleObj>
              </mc:Fallback>
            </mc:AlternateContent>
          </a:graphicData>
        </a:graphic>
      </p:graphicFrame>
      <p:graphicFrame>
        <p:nvGraphicFramePr>
          <p:cNvPr id="91" name="对象 90">
            <a:extLst>
              <a:ext uri="{FF2B5EF4-FFF2-40B4-BE49-F238E27FC236}">
                <a16:creationId xmlns:a16="http://schemas.microsoft.com/office/drawing/2014/main" id="{8D2FC197-29B5-0959-86B2-A455C739E602}"/>
              </a:ext>
            </a:extLst>
          </p:cNvPr>
          <p:cNvGraphicFramePr>
            <a:graphicFrameLocks noChangeAspect="1"/>
          </p:cNvGraphicFramePr>
          <p:nvPr>
            <p:extLst>
              <p:ext uri="{D42A27DB-BD31-4B8C-83A1-F6EECF244321}">
                <p14:modId xmlns:p14="http://schemas.microsoft.com/office/powerpoint/2010/main" val="1721061511"/>
              </p:ext>
            </p:extLst>
          </p:nvPr>
        </p:nvGraphicFramePr>
        <p:xfrm>
          <a:off x="2016126" y="3799521"/>
          <a:ext cx="1433512" cy="776288"/>
        </p:xfrm>
        <a:graphic>
          <a:graphicData uri="http://schemas.openxmlformats.org/presentationml/2006/ole">
            <mc:AlternateContent xmlns:mc="http://schemas.openxmlformats.org/markup-compatibility/2006">
              <mc:Choice xmlns:v="urn:schemas-microsoft-com:vml" Requires="v">
                <p:oleObj name="Equation" r:id="rId32" imgW="634680" imgH="342720" progId="Equation.DSMT4">
                  <p:embed/>
                </p:oleObj>
              </mc:Choice>
              <mc:Fallback>
                <p:oleObj name="Equation" r:id="rId32" imgW="634680" imgH="342720" progId="Equation.DSMT4">
                  <p:embed/>
                  <p:pic>
                    <p:nvPicPr>
                      <p:cNvPr id="0" name=""/>
                      <p:cNvPicPr/>
                      <p:nvPr/>
                    </p:nvPicPr>
                    <p:blipFill>
                      <a:blip r:embed="rId33"/>
                      <a:stretch>
                        <a:fillRect/>
                      </a:stretch>
                    </p:blipFill>
                    <p:spPr>
                      <a:xfrm>
                        <a:off x="2016126" y="3799521"/>
                        <a:ext cx="1433512" cy="776288"/>
                      </a:xfrm>
                      <a:prstGeom prst="rect">
                        <a:avLst/>
                      </a:prstGeom>
                    </p:spPr>
                  </p:pic>
                </p:oleObj>
              </mc:Fallback>
            </mc:AlternateContent>
          </a:graphicData>
        </a:graphic>
      </p:graphicFrame>
      <p:sp>
        <p:nvSpPr>
          <p:cNvPr id="92" name="文本框 91">
            <a:extLst>
              <a:ext uri="{FF2B5EF4-FFF2-40B4-BE49-F238E27FC236}">
                <a16:creationId xmlns:a16="http://schemas.microsoft.com/office/drawing/2014/main" id="{7EE25AB9-CE2E-147E-13B4-E0455828B757}"/>
              </a:ext>
            </a:extLst>
          </p:cNvPr>
          <p:cNvSpPr txBox="1"/>
          <p:nvPr/>
        </p:nvSpPr>
        <p:spPr>
          <a:xfrm>
            <a:off x="979973" y="3998874"/>
            <a:ext cx="439248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式中：</a:t>
            </a:r>
            <a:endParaRPr lang="zh-CN" altLang="zh-CN" sz="2000" i="1" dirty="0">
              <a:solidFill>
                <a:srgbClr val="1A44A1"/>
              </a:solidFill>
              <a:latin typeface="Times New Roman" panose="02020603050405020304" pitchFamily="18" charset="0"/>
            </a:endParaRPr>
          </a:p>
        </p:txBody>
      </p:sp>
      <p:graphicFrame>
        <p:nvGraphicFramePr>
          <p:cNvPr id="96" name="对象 95">
            <a:extLst>
              <a:ext uri="{FF2B5EF4-FFF2-40B4-BE49-F238E27FC236}">
                <a16:creationId xmlns:a16="http://schemas.microsoft.com/office/drawing/2014/main" id="{25881406-8059-5DD5-C167-95E778DD3185}"/>
              </a:ext>
            </a:extLst>
          </p:cNvPr>
          <p:cNvGraphicFramePr>
            <a:graphicFrameLocks noChangeAspect="1"/>
          </p:cNvGraphicFramePr>
          <p:nvPr>
            <p:extLst>
              <p:ext uri="{D42A27DB-BD31-4B8C-83A1-F6EECF244321}">
                <p14:modId xmlns:p14="http://schemas.microsoft.com/office/powerpoint/2010/main" val="406988372"/>
              </p:ext>
            </p:extLst>
          </p:nvPr>
        </p:nvGraphicFramePr>
        <p:xfrm>
          <a:off x="2162175" y="5929843"/>
          <a:ext cx="1490663" cy="776288"/>
        </p:xfrm>
        <a:graphic>
          <a:graphicData uri="http://schemas.openxmlformats.org/presentationml/2006/ole">
            <mc:AlternateContent xmlns:mc="http://schemas.openxmlformats.org/markup-compatibility/2006">
              <mc:Choice xmlns:v="urn:schemas-microsoft-com:vml" Requires="v">
                <p:oleObj name="Equation" r:id="rId34" imgW="660240" imgH="342720" progId="Equation.DSMT4">
                  <p:embed/>
                </p:oleObj>
              </mc:Choice>
              <mc:Fallback>
                <p:oleObj name="Equation" r:id="rId34" imgW="660240" imgH="342720" progId="Equation.DSMT4">
                  <p:embed/>
                  <p:pic>
                    <p:nvPicPr>
                      <p:cNvPr id="0" name=""/>
                      <p:cNvPicPr/>
                      <p:nvPr/>
                    </p:nvPicPr>
                    <p:blipFill>
                      <a:blip r:embed="rId35"/>
                      <a:stretch>
                        <a:fillRect/>
                      </a:stretch>
                    </p:blipFill>
                    <p:spPr>
                      <a:xfrm>
                        <a:off x="2162175" y="5929843"/>
                        <a:ext cx="1490663" cy="776288"/>
                      </a:xfrm>
                      <a:prstGeom prst="rect">
                        <a:avLst/>
                      </a:prstGeom>
                    </p:spPr>
                  </p:pic>
                </p:oleObj>
              </mc:Fallback>
            </mc:AlternateContent>
          </a:graphicData>
        </a:graphic>
      </p:graphicFrame>
      <p:sp>
        <p:nvSpPr>
          <p:cNvPr id="97" name="文本框 96">
            <a:extLst>
              <a:ext uri="{FF2B5EF4-FFF2-40B4-BE49-F238E27FC236}">
                <a16:creationId xmlns:a16="http://schemas.microsoft.com/office/drawing/2014/main" id="{245B1F6E-7D40-F6B1-9EE3-0F4B203C5B0F}"/>
              </a:ext>
            </a:extLst>
          </p:cNvPr>
          <p:cNvSpPr txBox="1"/>
          <p:nvPr/>
        </p:nvSpPr>
        <p:spPr>
          <a:xfrm>
            <a:off x="1154502" y="6129482"/>
            <a:ext cx="439248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式中：</a:t>
            </a:r>
            <a:endParaRPr lang="zh-CN" altLang="zh-CN" sz="2000" i="1" dirty="0">
              <a:solidFill>
                <a:srgbClr val="1A44A1"/>
              </a:solidFill>
              <a:latin typeface="Times New Roman" panose="02020603050405020304" pitchFamily="18" charset="0"/>
            </a:endParaRPr>
          </a:p>
        </p:txBody>
      </p:sp>
    </p:spTree>
    <p:extLst>
      <p:ext uri="{BB962C8B-B14F-4D97-AF65-F5344CB8AC3E}">
        <p14:creationId xmlns:p14="http://schemas.microsoft.com/office/powerpoint/2010/main" val="4135309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43" grpId="0"/>
      <p:bldP spid="92" grpId="0"/>
      <p:bldP spid="9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9769DE4-4E89-B29B-92AB-A6F759AD7A51}"/>
              </a:ext>
            </a:extLst>
          </p:cNvPr>
          <p:cNvSpPr>
            <a:spLocks noGrp="1"/>
          </p:cNvSpPr>
          <p:nvPr>
            <p:ph type="sldNum" sz="quarter" idx="12"/>
          </p:nvPr>
        </p:nvSpPr>
        <p:spPr/>
        <p:txBody>
          <a:bodyPr/>
          <a:lstStyle/>
          <a:p>
            <a:fld id="{26673A84-873A-41C3-9E07-245B3A592B1D}" type="slidenum">
              <a:rPr lang="zh-CN" altLang="en-US" smtClean="0"/>
              <a:t>9</a:t>
            </a:fld>
            <a:endParaRPr lang="zh-CN" altLang="en-US"/>
          </a:p>
        </p:txBody>
      </p:sp>
      <p:sp>
        <p:nvSpPr>
          <p:cNvPr id="6" name="文本框 5">
            <a:extLst>
              <a:ext uri="{FF2B5EF4-FFF2-40B4-BE49-F238E27FC236}">
                <a16:creationId xmlns:a16="http://schemas.microsoft.com/office/drawing/2014/main" id="{3CC10930-8AA5-D28A-6FD3-70AA28C5BB2F}"/>
              </a:ext>
            </a:extLst>
          </p:cNvPr>
          <p:cNvSpPr txBox="1"/>
          <p:nvPr/>
        </p:nvSpPr>
        <p:spPr>
          <a:xfrm>
            <a:off x="200461" y="635250"/>
            <a:ext cx="439248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由几何关系：</a:t>
            </a:r>
            <a:endParaRPr lang="zh-CN" altLang="zh-CN" sz="2000" i="1" dirty="0">
              <a:solidFill>
                <a:srgbClr val="1A44A1"/>
              </a:solidFill>
              <a:latin typeface="Times New Roman" panose="02020603050405020304" pitchFamily="18" charset="0"/>
            </a:endParaRPr>
          </a:p>
        </p:txBody>
      </p:sp>
      <p:graphicFrame>
        <p:nvGraphicFramePr>
          <p:cNvPr id="4" name="对象 3">
            <a:extLst>
              <a:ext uri="{FF2B5EF4-FFF2-40B4-BE49-F238E27FC236}">
                <a16:creationId xmlns:a16="http://schemas.microsoft.com/office/drawing/2014/main" id="{6168CDAC-FB51-A334-9564-B75294D7C79D}"/>
              </a:ext>
            </a:extLst>
          </p:cNvPr>
          <p:cNvGraphicFramePr>
            <a:graphicFrameLocks noChangeAspect="1"/>
          </p:cNvGraphicFramePr>
          <p:nvPr>
            <p:extLst>
              <p:ext uri="{D42A27DB-BD31-4B8C-83A1-F6EECF244321}">
                <p14:modId xmlns:p14="http://schemas.microsoft.com/office/powerpoint/2010/main" val="697574646"/>
              </p:ext>
            </p:extLst>
          </p:nvPr>
        </p:nvGraphicFramePr>
        <p:xfrm>
          <a:off x="2015163" y="635746"/>
          <a:ext cx="1320800" cy="431800"/>
        </p:xfrm>
        <a:graphic>
          <a:graphicData uri="http://schemas.openxmlformats.org/presentationml/2006/ole">
            <mc:AlternateContent xmlns:mc="http://schemas.openxmlformats.org/markup-compatibility/2006">
              <mc:Choice xmlns:v="urn:schemas-microsoft-com:vml" Requires="v">
                <p:oleObj name="Equation" r:id="rId2" imgW="583920" imgH="190440" progId="Equation.DSMT4">
                  <p:embed/>
                </p:oleObj>
              </mc:Choice>
              <mc:Fallback>
                <p:oleObj name="Equation" r:id="rId2" imgW="583920" imgH="190440" progId="Equation.DSMT4">
                  <p:embed/>
                  <p:pic>
                    <p:nvPicPr>
                      <p:cNvPr id="90" name="对象 89">
                        <a:extLst>
                          <a:ext uri="{FF2B5EF4-FFF2-40B4-BE49-F238E27FC236}">
                            <a16:creationId xmlns:a16="http://schemas.microsoft.com/office/drawing/2014/main" id="{B8AF5BB9-DE9D-519A-9914-11CD0A9689F8}"/>
                          </a:ext>
                        </a:extLst>
                      </p:cNvPr>
                      <p:cNvPicPr/>
                      <p:nvPr/>
                    </p:nvPicPr>
                    <p:blipFill>
                      <a:blip r:embed="rId3"/>
                      <a:stretch>
                        <a:fillRect/>
                      </a:stretch>
                    </p:blipFill>
                    <p:spPr>
                      <a:xfrm>
                        <a:off x="2015163" y="635746"/>
                        <a:ext cx="1320800" cy="431800"/>
                      </a:xfrm>
                      <a:prstGeom prst="rect">
                        <a:avLst/>
                      </a:prstGeom>
                    </p:spPr>
                  </p:pic>
                </p:oleObj>
              </mc:Fallback>
            </mc:AlternateContent>
          </a:graphicData>
        </a:graphic>
      </p:graphicFrame>
      <p:sp>
        <p:nvSpPr>
          <p:cNvPr id="5" name="文本框 4">
            <a:extLst>
              <a:ext uri="{FF2B5EF4-FFF2-40B4-BE49-F238E27FC236}">
                <a16:creationId xmlns:a16="http://schemas.microsoft.com/office/drawing/2014/main" id="{EE3A22C0-2B37-5DC3-06CD-E52CA33AD672}"/>
              </a:ext>
            </a:extLst>
          </p:cNvPr>
          <p:cNvSpPr txBox="1"/>
          <p:nvPr/>
        </p:nvSpPr>
        <p:spPr>
          <a:xfrm>
            <a:off x="220539" y="1992350"/>
            <a:ext cx="439248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解得鼓轮的角加速度：</a:t>
            </a:r>
            <a:endParaRPr lang="zh-CN" altLang="zh-CN" sz="2000" i="1" dirty="0">
              <a:solidFill>
                <a:srgbClr val="1A44A1"/>
              </a:solidFill>
              <a:latin typeface="Times New Roman" panose="02020603050405020304" pitchFamily="18" charset="0"/>
            </a:endParaRPr>
          </a:p>
        </p:txBody>
      </p:sp>
      <p:graphicFrame>
        <p:nvGraphicFramePr>
          <p:cNvPr id="7" name="对象 6">
            <a:extLst>
              <a:ext uri="{FF2B5EF4-FFF2-40B4-BE49-F238E27FC236}">
                <a16:creationId xmlns:a16="http://schemas.microsoft.com/office/drawing/2014/main" id="{4A826298-1463-2D1E-70E3-2E0E449AB837}"/>
              </a:ext>
            </a:extLst>
          </p:cNvPr>
          <p:cNvGraphicFramePr>
            <a:graphicFrameLocks noChangeAspect="1"/>
          </p:cNvGraphicFramePr>
          <p:nvPr>
            <p:extLst>
              <p:ext uri="{D42A27DB-BD31-4B8C-83A1-F6EECF244321}">
                <p14:modId xmlns:p14="http://schemas.microsoft.com/office/powerpoint/2010/main" val="2097738736"/>
              </p:ext>
            </p:extLst>
          </p:nvPr>
        </p:nvGraphicFramePr>
        <p:xfrm>
          <a:off x="3131840" y="1778033"/>
          <a:ext cx="2208212" cy="806450"/>
        </p:xfrm>
        <a:graphic>
          <a:graphicData uri="http://schemas.openxmlformats.org/presentationml/2006/ole">
            <mc:AlternateContent xmlns:mc="http://schemas.openxmlformats.org/markup-compatibility/2006">
              <mc:Choice xmlns:v="urn:schemas-microsoft-com:vml" Requires="v">
                <p:oleObj name="Equation" r:id="rId4" imgW="977760" imgH="355320" progId="Equation.DSMT4">
                  <p:embed/>
                </p:oleObj>
              </mc:Choice>
              <mc:Fallback>
                <p:oleObj name="Equation" r:id="rId4" imgW="977760" imgH="355320" progId="Equation.DSMT4">
                  <p:embed/>
                  <p:pic>
                    <p:nvPicPr>
                      <p:cNvPr id="36" name="对象 35">
                        <a:extLst>
                          <a:ext uri="{FF2B5EF4-FFF2-40B4-BE49-F238E27FC236}">
                            <a16:creationId xmlns:a16="http://schemas.microsoft.com/office/drawing/2014/main" id="{C31D9F5B-3F5B-FD1B-0794-F288D1AA7D27}"/>
                          </a:ext>
                        </a:extLst>
                      </p:cNvPr>
                      <p:cNvPicPr/>
                      <p:nvPr/>
                    </p:nvPicPr>
                    <p:blipFill>
                      <a:blip r:embed="rId5"/>
                      <a:stretch>
                        <a:fillRect/>
                      </a:stretch>
                    </p:blipFill>
                    <p:spPr>
                      <a:xfrm>
                        <a:off x="3131840" y="1778033"/>
                        <a:ext cx="2208212" cy="806450"/>
                      </a:xfrm>
                      <a:prstGeom prst="rect">
                        <a:avLst/>
                      </a:prstGeom>
                    </p:spPr>
                  </p:pic>
                </p:oleObj>
              </mc:Fallback>
            </mc:AlternateContent>
          </a:graphicData>
        </a:graphic>
      </p:graphicFrame>
      <p:sp>
        <p:nvSpPr>
          <p:cNvPr id="14" name="文本框 13">
            <a:extLst>
              <a:ext uri="{FF2B5EF4-FFF2-40B4-BE49-F238E27FC236}">
                <a16:creationId xmlns:a16="http://schemas.microsoft.com/office/drawing/2014/main" id="{0B874118-53DD-BB6F-5929-0B27B1BB6B5D}"/>
              </a:ext>
            </a:extLst>
          </p:cNvPr>
          <p:cNvSpPr txBox="1"/>
          <p:nvPr/>
        </p:nvSpPr>
        <p:spPr>
          <a:xfrm>
            <a:off x="220539" y="2922922"/>
            <a:ext cx="439248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绳索的拉力：</a:t>
            </a:r>
            <a:endParaRPr lang="zh-CN" altLang="zh-CN" sz="2000" i="1" dirty="0">
              <a:solidFill>
                <a:srgbClr val="1A44A1"/>
              </a:solidFill>
              <a:latin typeface="Times New Roman" panose="02020603050405020304" pitchFamily="18" charset="0"/>
            </a:endParaRPr>
          </a:p>
        </p:txBody>
      </p:sp>
      <p:sp>
        <p:nvSpPr>
          <p:cNvPr id="15" name="文本框 14">
            <a:extLst>
              <a:ext uri="{FF2B5EF4-FFF2-40B4-BE49-F238E27FC236}">
                <a16:creationId xmlns:a16="http://schemas.microsoft.com/office/drawing/2014/main" id="{CD8091E2-0EC9-BC09-F3CC-16B78D17F30B}"/>
              </a:ext>
            </a:extLst>
          </p:cNvPr>
          <p:cNvSpPr txBox="1"/>
          <p:nvPr/>
        </p:nvSpPr>
        <p:spPr>
          <a:xfrm>
            <a:off x="220539" y="1345675"/>
            <a:ext cx="439248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且：</a:t>
            </a:r>
            <a:endParaRPr lang="zh-CN" altLang="zh-CN" sz="2000" i="1" dirty="0">
              <a:solidFill>
                <a:srgbClr val="1A44A1"/>
              </a:solidFill>
              <a:latin typeface="Times New Roman" panose="02020603050405020304" pitchFamily="18" charset="0"/>
            </a:endParaRPr>
          </a:p>
        </p:txBody>
      </p:sp>
      <p:graphicFrame>
        <p:nvGraphicFramePr>
          <p:cNvPr id="17" name="对象 16">
            <a:extLst>
              <a:ext uri="{FF2B5EF4-FFF2-40B4-BE49-F238E27FC236}">
                <a16:creationId xmlns:a16="http://schemas.microsoft.com/office/drawing/2014/main" id="{6A22BDD4-E26F-B75A-922D-E5626B94D748}"/>
              </a:ext>
            </a:extLst>
          </p:cNvPr>
          <p:cNvGraphicFramePr>
            <a:graphicFrameLocks noChangeAspect="1"/>
          </p:cNvGraphicFramePr>
          <p:nvPr>
            <p:extLst>
              <p:ext uri="{D42A27DB-BD31-4B8C-83A1-F6EECF244321}">
                <p14:modId xmlns:p14="http://schemas.microsoft.com/office/powerpoint/2010/main" val="2445934268"/>
              </p:ext>
            </p:extLst>
          </p:nvPr>
        </p:nvGraphicFramePr>
        <p:xfrm>
          <a:off x="2120790" y="1364839"/>
          <a:ext cx="833437" cy="346075"/>
        </p:xfrm>
        <a:graphic>
          <a:graphicData uri="http://schemas.openxmlformats.org/presentationml/2006/ole">
            <mc:AlternateContent xmlns:mc="http://schemas.openxmlformats.org/markup-compatibility/2006">
              <mc:Choice xmlns:v="urn:schemas-microsoft-com:vml" Requires="v">
                <p:oleObj name="Equation" r:id="rId6" imgW="368280" imgH="152280" progId="Equation.DSMT4">
                  <p:embed/>
                </p:oleObj>
              </mc:Choice>
              <mc:Fallback>
                <p:oleObj name="Equation" r:id="rId6" imgW="368280" imgH="152280" progId="Equation.DSMT4">
                  <p:embed/>
                  <p:pic>
                    <p:nvPicPr>
                      <p:cNvPr id="4" name="对象 3">
                        <a:extLst>
                          <a:ext uri="{FF2B5EF4-FFF2-40B4-BE49-F238E27FC236}">
                            <a16:creationId xmlns:a16="http://schemas.microsoft.com/office/drawing/2014/main" id="{6168CDAC-FB51-A334-9564-B75294D7C79D}"/>
                          </a:ext>
                        </a:extLst>
                      </p:cNvPr>
                      <p:cNvPicPr/>
                      <p:nvPr/>
                    </p:nvPicPr>
                    <p:blipFill>
                      <a:blip r:embed="rId7"/>
                      <a:stretch>
                        <a:fillRect/>
                      </a:stretch>
                    </p:blipFill>
                    <p:spPr>
                      <a:xfrm>
                        <a:off x="2120790" y="1364839"/>
                        <a:ext cx="833437" cy="346075"/>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C48887C7-BFA0-41FA-684D-A8AC93D1239B}"/>
              </a:ext>
            </a:extLst>
          </p:cNvPr>
          <p:cNvGraphicFramePr>
            <a:graphicFrameLocks noChangeAspect="1"/>
          </p:cNvGraphicFramePr>
          <p:nvPr>
            <p:extLst>
              <p:ext uri="{D42A27DB-BD31-4B8C-83A1-F6EECF244321}">
                <p14:modId xmlns:p14="http://schemas.microsoft.com/office/powerpoint/2010/main" val="487052051"/>
              </p:ext>
            </p:extLst>
          </p:nvPr>
        </p:nvGraphicFramePr>
        <p:xfrm>
          <a:off x="2483768" y="2733246"/>
          <a:ext cx="2413000" cy="779462"/>
        </p:xfrm>
        <a:graphic>
          <a:graphicData uri="http://schemas.openxmlformats.org/presentationml/2006/ole">
            <mc:AlternateContent xmlns:mc="http://schemas.openxmlformats.org/markup-compatibility/2006">
              <mc:Choice xmlns:v="urn:schemas-microsoft-com:vml" Requires="v">
                <p:oleObj name="Equation" r:id="rId8" imgW="1066680" imgH="342720" progId="Equation.DSMT4">
                  <p:embed/>
                </p:oleObj>
              </mc:Choice>
              <mc:Fallback>
                <p:oleObj name="Equation" r:id="rId8" imgW="1066680" imgH="342720" progId="Equation.DSMT4">
                  <p:embed/>
                  <p:pic>
                    <p:nvPicPr>
                      <p:cNvPr id="17" name="对象 16">
                        <a:extLst>
                          <a:ext uri="{FF2B5EF4-FFF2-40B4-BE49-F238E27FC236}">
                            <a16:creationId xmlns:a16="http://schemas.microsoft.com/office/drawing/2014/main" id="{6A22BDD4-E26F-B75A-922D-E5626B94D748}"/>
                          </a:ext>
                        </a:extLst>
                      </p:cNvPr>
                      <p:cNvPicPr/>
                      <p:nvPr/>
                    </p:nvPicPr>
                    <p:blipFill>
                      <a:blip r:embed="rId9"/>
                      <a:stretch>
                        <a:fillRect/>
                      </a:stretch>
                    </p:blipFill>
                    <p:spPr>
                      <a:xfrm>
                        <a:off x="2483768" y="2733246"/>
                        <a:ext cx="2413000" cy="779462"/>
                      </a:xfrm>
                      <a:prstGeom prst="rect">
                        <a:avLst/>
                      </a:prstGeom>
                    </p:spPr>
                  </p:pic>
                </p:oleObj>
              </mc:Fallback>
            </mc:AlternateContent>
          </a:graphicData>
        </a:graphic>
      </p:graphicFrame>
      <p:sp>
        <p:nvSpPr>
          <p:cNvPr id="19" name="文本框 18">
            <a:extLst>
              <a:ext uri="{FF2B5EF4-FFF2-40B4-BE49-F238E27FC236}">
                <a16:creationId xmlns:a16="http://schemas.microsoft.com/office/drawing/2014/main" id="{EA7B903E-5033-DD30-99D3-4F067EFDA163}"/>
              </a:ext>
            </a:extLst>
          </p:cNvPr>
          <p:cNvSpPr txBox="1"/>
          <p:nvPr/>
        </p:nvSpPr>
        <p:spPr>
          <a:xfrm>
            <a:off x="220539" y="3789040"/>
            <a:ext cx="4392488" cy="400110"/>
          </a:xfrm>
          <a:prstGeom prst="rect">
            <a:avLst/>
          </a:prstGeom>
          <a:noFill/>
        </p:spPr>
        <p:txBody>
          <a:bodyPr wrap="square" rtlCol="0">
            <a:spAutoFit/>
          </a:bodyPr>
          <a:lstStyle/>
          <a:p>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轮</a:t>
            </a:r>
            <a:r>
              <a:rPr lang="en-US" altLang="zh-CN" sz="2000" i="1" dirty="0">
                <a:solidFill>
                  <a:srgbClr val="1A44A1"/>
                </a:solidFill>
                <a:latin typeface="Times New Roman" panose="02020603050405020304" pitchFamily="18" charset="0"/>
              </a:rPr>
              <a:t>O</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根据质心运动定理：</a:t>
            </a:r>
            <a:endParaRPr lang="zh-CN" altLang="zh-CN" sz="2000" i="1" dirty="0">
              <a:solidFill>
                <a:srgbClr val="1A44A1"/>
              </a:solidFill>
              <a:latin typeface="Times New Roman" panose="02020603050405020304" pitchFamily="18" charset="0"/>
            </a:endParaRPr>
          </a:p>
        </p:txBody>
      </p:sp>
      <p:graphicFrame>
        <p:nvGraphicFramePr>
          <p:cNvPr id="20" name="对象 19">
            <a:extLst>
              <a:ext uri="{FF2B5EF4-FFF2-40B4-BE49-F238E27FC236}">
                <a16:creationId xmlns:a16="http://schemas.microsoft.com/office/drawing/2014/main" id="{706ADEE0-CF0F-2373-DAB3-38BD54C09C83}"/>
              </a:ext>
            </a:extLst>
          </p:cNvPr>
          <p:cNvGraphicFramePr>
            <a:graphicFrameLocks noChangeAspect="1"/>
          </p:cNvGraphicFramePr>
          <p:nvPr>
            <p:extLst>
              <p:ext uri="{D42A27DB-BD31-4B8C-83A1-F6EECF244321}">
                <p14:modId xmlns:p14="http://schemas.microsoft.com/office/powerpoint/2010/main" val="3167554247"/>
              </p:ext>
            </p:extLst>
          </p:nvPr>
        </p:nvGraphicFramePr>
        <p:xfrm>
          <a:off x="3138537" y="3775665"/>
          <a:ext cx="2441575" cy="433387"/>
        </p:xfrm>
        <a:graphic>
          <a:graphicData uri="http://schemas.openxmlformats.org/presentationml/2006/ole">
            <mc:AlternateContent xmlns:mc="http://schemas.openxmlformats.org/markup-compatibility/2006">
              <mc:Choice xmlns:v="urn:schemas-microsoft-com:vml" Requires="v">
                <p:oleObj name="Equation" r:id="rId10" imgW="1079280" imgH="190440" progId="Equation.DSMT4">
                  <p:embed/>
                </p:oleObj>
              </mc:Choice>
              <mc:Fallback>
                <p:oleObj name="Equation" r:id="rId10" imgW="1079280" imgH="190440" progId="Equation.DSMT4">
                  <p:embed/>
                  <p:pic>
                    <p:nvPicPr>
                      <p:cNvPr id="18" name="对象 17">
                        <a:extLst>
                          <a:ext uri="{FF2B5EF4-FFF2-40B4-BE49-F238E27FC236}">
                            <a16:creationId xmlns:a16="http://schemas.microsoft.com/office/drawing/2014/main" id="{C48887C7-BFA0-41FA-684D-A8AC93D1239B}"/>
                          </a:ext>
                        </a:extLst>
                      </p:cNvPr>
                      <p:cNvPicPr/>
                      <p:nvPr/>
                    </p:nvPicPr>
                    <p:blipFill>
                      <a:blip r:embed="rId11"/>
                      <a:stretch>
                        <a:fillRect/>
                      </a:stretch>
                    </p:blipFill>
                    <p:spPr>
                      <a:xfrm>
                        <a:off x="3138537" y="3775665"/>
                        <a:ext cx="2441575" cy="433387"/>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49F82199-B5F4-A7AD-2A57-170B7CFC81F1}"/>
              </a:ext>
            </a:extLst>
          </p:cNvPr>
          <p:cNvGraphicFramePr>
            <a:graphicFrameLocks noChangeAspect="1"/>
          </p:cNvGraphicFramePr>
          <p:nvPr>
            <p:extLst>
              <p:ext uri="{D42A27DB-BD31-4B8C-83A1-F6EECF244321}">
                <p14:modId xmlns:p14="http://schemas.microsoft.com/office/powerpoint/2010/main" val="1902070838"/>
              </p:ext>
            </p:extLst>
          </p:nvPr>
        </p:nvGraphicFramePr>
        <p:xfrm>
          <a:off x="1343130" y="4339461"/>
          <a:ext cx="919162" cy="433388"/>
        </p:xfrm>
        <a:graphic>
          <a:graphicData uri="http://schemas.openxmlformats.org/presentationml/2006/ole">
            <mc:AlternateContent xmlns:mc="http://schemas.openxmlformats.org/markup-compatibility/2006">
              <mc:Choice xmlns:v="urn:schemas-microsoft-com:vml" Requires="v">
                <p:oleObj name="Equation" r:id="rId12" imgW="406080" imgH="190440" progId="Equation.DSMT4">
                  <p:embed/>
                </p:oleObj>
              </mc:Choice>
              <mc:Fallback>
                <p:oleObj name="Equation" r:id="rId12" imgW="406080" imgH="190440" progId="Equation.DSMT4">
                  <p:embed/>
                  <p:pic>
                    <p:nvPicPr>
                      <p:cNvPr id="20" name="对象 19">
                        <a:extLst>
                          <a:ext uri="{FF2B5EF4-FFF2-40B4-BE49-F238E27FC236}">
                            <a16:creationId xmlns:a16="http://schemas.microsoft.com/office/drawing/2014/main" id="{706ADEE0-CF0F-2373-DAB3-38BD54C09C83}"/>
                          </a:ext>
                        </a:extLst>
                      </p:cNvPr>
                      <p:cNvPicPr/>
                      <p:nvPr/>
                    </p:nvPicPr>
                    <p:blipFill>
                      <a:blip r:embed="rId13"/>
                      <a:stretch>
                        <a:fillRect/>
                      </a:stretch>
                    </p:blipFill>
                    <p:spPr>
                      <a:xfrm>
                        <a:off x="1343130" y="4339461"/>
                        <a:ext cx="919162" cy="433388"/>
                      </a:xfrm>
                      <a:prstGeom prst="rect">
                        <a:avLst/>
                      </a:prstGeom>
                    </p:spPr>
                  </p:pic>
                </p:oleObj>
              </mc:Fallback>
            </mc:AlternateContent>
          </a:graphicData>
        </a:graphic>
      </p:graphicFrame>
      <p:sp>
        <p:nvSpPr>
          <p:cNvPr id="23" name="文本框 22">
            <a:extLst>
              <a:ext uri="{FF2B5EF4-FFF2-40B4-BE49-F238E27FC236}">
                <a16:creationId xmlns:a16="http://schemas.microsoft.com/office/drawing/2014/main" id="{97F9BA57-CCDF-6F14-A036-758C5DC70FC9}"/>
              </a:ext>
            </a:extLst>
          </p:cNvPr>
          <p:cNvSpPr txBox="1"/>
          <p:nvPr/>
        </p:nvSpPr>
        <p:spPr>
          <a:xfrm>
            <a:off x="297435" y="4356100"/>
            <a:ext cx="1034205"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由于：</a:t>
            </a:r>
            <a:endParaRPr lang="zh-CN" altLang="zh-CN" sz="2000" i="1" dirty="0">
              <a:solidFill>
                <a:srgbClr val="1A44A1"/>
              </a:solidFill>
              <a:latin typeface="Times New Roman" panose="02020603050405020304" pitchFamily="18" charset="0"/>
            </a:endParaRPr>
          </a:p>
        </p:txBody>
      </p:sp>
      <p:sp>
        <p:nvSpPr>
          <p:cNvPr id="25" name="文本框 24">
            <a:extLst>
              <a:ext uri="{FF2B5EF4-FFF2-40B4-BE49-F238E27FC236}">
                <a16:creationId xmlns:a16="http://schemas.microsoft.com/office/drawing/2014/main" id="{2B400537-A7D6-809D-7C3C-7F3676F022A7}"/>
              </a:ext>
            </a:extLst>
          </p:cNvPr>
          <p:cNvSpPr txBox="1"/>
          <p:nvPr/>
        </p:nvSpPr>
        <p:spPr>
          <a:xfrm>
            <a:off x="310392" y="4954274"/>
            <a:ext cx="439248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求得轴承</a:t>
            </a:r>
            <a:r>
              <a:rPr lang="en-US" altLang="zh-CN" sz="2000" i="1" dirty="0">
                <a:solidFill>
                  <a:srgbClr val="1A44A1"/>
                </a:solidFill>
                <a:latin typeface="Times New Roman" panose="02020603050405020304" pitchFamily="18" charset="0"/>
              </a:rPr>
              <a:t>O</a:t>
            </a:r>
            <a:r>
              <a:rPr lang="zh-CN" altLang="en-US" sz="2000" dirty="0">
                <a:solidFill>
                  <a:srgbClr val="1A44A1"/>
                </a:solidFill>
                <a:latin typeface="Times New Roman" panose="02020603050405020304" pitchFamily="18" charset="0"/>
              </a:rPr>
              <a:t>的水平反力为：</a:t>
            </a:r>
            <a:endParaRPr lang="zh-CN" altLang="zh-CN" sz="2000" i="1" dirty="0">
              <a:solidFill>
                <a:srgbClr val="1A44A1"/>
              </a:solidFill>
              <a:latin typeface="Times New Roman" panose="02020603050405020304" pitchFamily="18" charset="0"/>
            </a:endParaRPr>
          </a:p>
        </p:txBody>
      </p:sp>
      <p:graphicFrame>
        <p:nvGraphicFramePr>
          <p:cNvPr id="26" name="对象 25">
            <a:extLst>
              <a:ext uri="{FF2B5EF4-FFF2-40B4-BE49-F238E27FC236}">
                <a16:creationId xmlns:a16="http://schemas.microsoft.com/office/drawing/2014/main" id="{E6F11319-CB22-0BA7-3FE7-C7FCD1A046D1}"/>
              </a:ext>
            </a:extLst>
          </p:cNvPr>
          <p:cNvGraphicFramePr>
            <a:graphicFrameLocks noChangeAspect="1"/>
          </p:cNvGraphicFramePr>
          <p:nvPr>
            <p:extLst>
              <p:ext uri="{D42A27DB-BD31-4B8C-83A1-F6EECF244321}">
                <p14:modId xmlns:p14="http://schemas.microsoft.com/office/powerpoint/2010/main" val="317142443"/>
              </p:ext>
            </p:extLst>
          </p:nvPr>
        </p:nvGraphicFramePr>
        <p:xfrm>
          <a:off x="1205830" y="5556669"/>
          <a:ext cx="4968875" cy="781050"/>
        </p:xfrm>
        <a:graphic>
          <a:graphicData uri="http://schemas.openxmlformats.org/presentationml/2006/ole">
            <mc:AlternateContent xmlns:mc="http://schemas.openxmlformats.org/markup-compatibility/2006">
              <mc:Choice xmlns:v="urn:schemas-microsoft-com:vml" Requires="v">
                <p:oleObj name="Equation" r:id="rId14" imgW="2197080" imgH="342720" progId="Equation.DSMT4">
                  <p:embed/>
                </p:oleObj>
              </mc:Choice>
              <mc:Fallback>
                <p:oleObj name="Equation" r:id="rId14" imgW="2197080" imgH="342720" progId="Equation.DSMT4">
                  <p:embed/>
                  <p:pic>
                    <p:nvPicPr>
                      <p:cNvPr id="20" name="对象 19">
                        <a:extLst>
                          <a:ext uri="{FF2B5EF4-FFF2-40B4-BE49-F238E27FC236}">
                            <a16:creationId xmlns:a16="http://schemas.microsoft.com/office/drawing/2014/main" id="{706ADEE0-CF0F-2373-DAB3-38BD54C09C83}"/>
                          </a:ext>
                        </a:extLst>
                      </p:cNvPr>
                      <p:cNvPicPr/>
                      <p:nvPr/>
                    </p:nvPicPr>
                    <p:blipFill>
                      <a:blip r:embed="rId15"/>
                      <a:stretch>
                        <a:fillRect/>
                      </a:stretch>
                    </p:blipFill>
                    <p:spPr>
                      <a:xfrm>
                        <a:off x="1205830" y="5556669"/>
                        <a:ext cx="4968875" cy="781050"/>
                      </a:xfrm>
                      <a:prstGeom prst="rect">
                        <a:avLst/>
                      </a:prstGeom>
                    </p:spPr>
                  </p:pic>
                </p:oleObj>
              </mc:Fallback>
            </mc:AlternateContent>
          </a:graphicData>
        </a:graphic>
      </p:graphicFrame>
    </p:spTree>
    <p:extLst>
      <p:ext uri="{BB962C8B-B14F-4D97-AF65-F5344CB8AC3E}">
        <p14:creationId xmlns:p14="http://schemas.microsoft.com/office/powerpoint/2010/main" val="1032211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P spid="14" grpId="0"/>
      <p:bldP spid="15" grpId="0"/>
      <p:bldP spid="19" grpId="0"/>
      <p:bldP spid="23" grpId="0"/>
      <p:bldP spid="2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6">
            <a:extLst>
              <a:ext uri="{FF2B5EF4-FFF2-40B4-BE49-F238E27FC236}">
                <a16:creationId xmlns:a16="http://schemas.microsoft.com/office/drawing/2014/main" id="{56AE48F8-EEF8-4085-A33D-D4E632D164D8}"/>
              </a:ext>
            </a:extLst>
          </p:cNvPr>
          <p:cNvSpPr>
            <a:spLocks noGrp="1"/>
          </p:cNvSpPr>
          <p:nvPr>
            <p:ph type="sldNum" sz="quarter" idx="10"/>
          </p:nvPr>
        </p:nvSpPr>
        <p:spPr bwMode="auto">
          <a:xfrm>
            <a:off x="6588224" y="645823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B61916C-39C7-4F35-A5F7-174ADC8467C8}" type="slidenum">
              <a:rPr lang="zh-CN" altLang="en-US" smtClean="0">
                <a:solidFill>
                  <a:srgbClr val="898989"/>
                </a:solidFill>
              </a:rPr>
              <a:pPr/>
              <a:t>10</a:t>
            </a:fld>
            <a:endParaRPr lang="zh-CN" altLang="en-US" dirty="0">
              <a:solidFill>
                <a:srgbClr val="898989"/>
              </a:solidFill>
            </a:endParaRPr>
          </a:p>
        </p:txBody>
      </p:sp>
      <p:sp>
        <p:nvSpPr>
          <p:cNvPr id="3" name="文本框 2"/>
          <p:cNvSpPr txBox="1"/>
          <p:nvPr/>
        </p:nvSpPr>
        <p:spPr>
          <a:xfrm>
            <a:off x="0" y="-27384"/>
            <a:ext cx="3214076" cy="461665"/>
          </a:xfrm>
          <a:prstGeom prst="rect">
            <a:avLst/>
          </a:prstGeom>
          <a:noFill/>
        </p:spPr>
        <p:txBody>
          <a:bodyPr wrap="square" rtlCol="0">
            <a:spAutoFit/>
          </a:bodyPr>
          <a:lstStyle/>
          <a:p>
            <a:r>
              <a:rPr lang="zh-CN" altLang="en-US" sz="2400" b="1" dirty="0">
                <a:solidFill>
                  <a:srgbClr val="1A44A1"/>
                </a:solidFill>
                <a:latin typeface="Times New Roman" panose="02020603050405020304" pitchFamily="18" charset="0"/>
              </a:rPr>
              <a:t>第</a:t>
            </a:r>
            <a:r>
              <a:rPr lang="en-US" altLang="zh-CN" sz="2400" b="1" dirty="0">
                <a:solidFill>
                  <a:srgbClr val="1A44A1"/>
                </a:solidFill>
                <a:latin typeface="Times New Roman" panose="02020603050405020304" pitchFamily="18" charset="0"/>
              </a:rPr>
              <a:t>9</a:t>
            </a:r>
            <a:r>
              <a:rPr lang="zh-CN" altLang="en-US" sz="2400" b="1" dirty="0">
                <a:solidFill>
                  <a:srgbClr val="1A44A1"/>
                </a:solidFill>
                <a:latin typeface="Times New Roman" panose="02020603050405020304" pitchFamily="18" charset="0"/>
              </a:rPr>
              <a:t>章 动能定理</a:t>
            </a:r>
            <a:endParaRPr lang="en-US" altLang="zh-CN" sz="2400" b="1" dirty="0">
              <a:solidFill>
                <a:srgbClr val="1A44A1"/>
              </a:solidFill>
              <a:latin typeface="Times New Roman" panose="02020603050405020304" pitchFamily="18" charset="0"/>
            </a:endParaRPr>
          </a:p>
        </p:txBody>
      </p:sp>
      <p:sp>
        <p:nvSpPr>
          <p:cNvPr id="2" name="文本框 1">
            <a:extLst>
              <a:ext uri="{FF2B5EF4-FFF2-40B4-BE49-F238E27FC236}">
                <a16:creationId xmlns:a16="http://schemas.microsoft.com/office/drawing/2014/main" id="{49380ABA-76FD-3EA4-DD26-D8A2931D58AB}"/>
              </a:ext>
            </a:extLst>
          </p:cNvPr>
          <p:cNvSpPr txBox="1"/>
          <p:nvPr/>
        </p:nvSpPr>
        <p:spPr>
          <a:xfrm>
            <a:off x="323528" y="545656"/>
            <a:ext cx="6588224"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一 、力的功和功率</a:t>
            </a:r>
            <a:endParaRPr lang="en-US" altLang="zh-CN" sz="2000" dirty="0">
              <a:solidFill>
                <a:srgbClr val="1A44A1"/>
              </a:solidFill>
              <a:latin typeface="Times New Roman" panose="02020603050405020304" pitchFamily="18" charset="0"/>
            </a:endParaRPr>
          </a:p>
        </p:txBody>
      </p:sp>
      <p:sp>
        <p:nvSpPr>
          <p:cNvPr id="9" name="文本框 8">
            <a:extLst>
              <a:ext uri="{FF2B5EF4-FFF2-40B4-BE49-F238E27FC236}">
                <a16:creationId xmlns:a16="http://schemas.microsoft.com/office/drawing/2014/main" id="{6032A5F6-C10B-2961-C9CB-F959901D089E}"/>
              </a:ext>
            </a:extLst>
          </p:cNvPr>
          <p:cNvSpPr txBox="1"/>
          <p:nvPr/>
        </p:nvSpPr>
        <p:spPr>
          <a:xfrm>
            <a:off x="899592" y="945766"/>
            <a:ext cx="4284415"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常力的功：</a:t>
            </a:r>
            <a:endParaRPr lang="en-US" altLang="zh-CN" dirty="0">
              <a:solidFill>
                <a:srgbClr val="C00000"/>
              </a:solidFill>
              <a:latin typeface="Times New Roman" panose="02020603050405020304" pitchFamily="18" charset="0"/>
            </a:endParaRPr>
          </a:p>
        </p:txBody>
      </p:sp>
      <p:graphicFrame>
        <p:nvGraphicFramePr>
          <p:cNvPr id="12" name="对象 11">
            <a:extLst>
              <a:ext uri="{FF2B5EF4-FFF2-40B4-BE49-F238E27FC236}">
                <a16:creationId xmlns:a16="http://schemas.microsoft.com/office/drawing/2014/main" id="{4D206A6C-6B32-D90A-2BE9-17E5BD1E6F1C}"/>
              </a:ext>
            </a:extLst>
          </p:cNvPr>
          <p:cNvGraphicFramePr>
            <a:graphicFrameLocks noChangeAspect="1"/>
          </p:cNvGraphicFramePr>
          <p:nvPr>
            <p:extLst>
              <p:ext uri="{D42A27DB-BD31-4B8C-83A1-F6EECF244321}">
                <p14:modId xmlns:p14="http://schemas.microsoft.com/office/powerpoint/2010/main" val="2912577465"/>
              </p:ext>
            </p:extLst>
          </p:nvPr>
        </p:nvGraphicFramePr>
        <p:xfrm>
          <a:off x="2670175" y="973138"/>
          <a:ext cx="2105025" cy="344487"/>
        </p:xfrm>
        <a:graphic>
          <a:graphicData uri="http://schemas.openxmlformats.org/presentationml/2006/ole">
            <mc:AlternateContent xmlns:mc="http://schemas.openxmlformats.org/markup-compatibility/2006">
              <mc:Choice xmlns:v="urn:schemas-microsoft-com:vml" Requires="v">
                <p:oleObj name="Equation" r:id="rId2" imgW="927000" imgH="152280" progId="Equation.DSMT4">
                  <p:embed/>
                </p:oleObj>
              </mc:Choice>
              <mc:Fallback>
                <p:oleObj name="Equation" r:id="rId2" imgW="927000" imgH="152280" progId="Equation.DSMT4">
                  <p:embed/>
                  <p:pic>
                    <p:nvPicPr>
                      <p:cNvPr id="12" name="对象 11">
                        <a:extLst>
                          <a:ext uri="{FF2B5EF4-FFF2-40B4-BE49-F238E27FC236}">
                            <a16:creationId xmlns:a16="http://schemas.microsoft.com/office/drawing/2014/main" id="{4D206A6C-6B32-D90A-2BE9-17E5BD1E6F1C}"/>
                          </a:ext>
                        </a:extLst>
                      </p:cNvPr>
                      <p:cNvPicPr/>
                      <p:nvPr/>
                    </p:nvPicPr>
                    <p:blipFill>
                      <a:blip r:embed="rId3"/>
                      <a:stretch>
                        <a:fillRect/>
                      </a:stretch>
                    </p:blipFill>
                    <p:spPr>
                      <a:xfrm>
                        <a:off x="2670175" y="973138"/>
                        <a:ext cx="2105025" cy="344487"/>
                      </a:xfrm>
                      <a:prstGeom prst="rect">
                        <a:avLst/>
                      </a:prstGeom>
                    </p:spPr>
                  </p:pic>
                </p:oleObj>
              </mc:Fallback>
            </mc:AlternateContent>
          </a:graphicData>
        </a:graphic>
      </p:graphicFrame>
      <p:sp>
        <p:nvSpPr>
          <p:cNvPr id="18" name="文本框 8">
            <a:extLst>
              <a:ext uri="{FF2B5EF4-FFF2-40B4-BE49-F238E27FC236}">
                <a16:creationId xmlns:a16="http://schemas.microsoft.com/office/drawing/2014/main" id="{6032A5F6-C10B-2961-C9CB-F959901D089E}"/>
              </a:ext>
            </a:extLst>
          </p:cNvPr>
          <p:cNvSpPr txBox="1"/>
          <p:nvPr/>
        </p:nvSpPr>
        <p:spPr>
          <a:xfrm>
            <a:off x="899590" y="1366833"/>
            <a:ext cx="4284415"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变力的功：</a:t>
            </a:r>
            <a:endParaRPr lang="en-US" altLang="zh-CN" dirty="0">
              <a:solidFill>
                <a:srgbClr val="C00000"/>
              </a:solidFill>
              <a:latin typeface="Times New Roman" panose="02020603050405020304" pitchFamily="18" charset="0"/>
            </a:endParaRPr>
          </a:p>
        </p:txBody>
      </p:sp>
      <p:graphicFrame>
        <p:nvGraphicFramePr>
          <p:cNvPr id="19" name="对象 18">
            <a:extLst>
              <a:ext uri="{FF2B5EF4-FFF2-40B4-BE49-F238E27FC236}">
                <a16:creationId xmlns:a16="http://schemas.microsoft.com/office/drawing/2014/main" id="{4D206A6C-6B32-D90A-2BE9-17E5BD1E6F1C}"/>
              </a:ext>
            </a:extLst>
          </p:cNvPr>
          <p:cNvGraphicFramePr>
            <a:graphicFrameLocks noChangeAspect="1"/>
          </p:cNvGraphicFramePr>
          <p:nvPr>
            <p:extLst>
              <p:ext uri="{D42A27DB-BD31-4B8C-83A1-F6EECF244321}">
                <p14:modId xmlns:p14="http://schemas.microsoft.com/office/powerpoint/2010/main" val="1369235150"/>
              </p:ext>
            </p:extLst>
          </p:nvPr>
        </p:nvGraphicFramePr>
        <p:xfrm>
          <a:off x="2940050" y="1308100"/>
          <a:ext cx="1354138" cy="517525"/>
        </p:xfrm>
        <a:graphic>
          <a:graphicData uri="http://schemas.openxmlformats.org/presentationml/2006/ole">
            <mc:AlternateContent xmlns:mc="http://schemas.openxmlformats.org/markup-compatibility/2006">
              <mc:Choice xmlns:v="urn:schemas-microsoft-com:vml" Requires="v">
                <p:oleObj name="Equation" r:id="rId4" imgW="596880" imgH="228600" progId="Equation.DSMT4">
                  <p:embed/>
                </p:oleObj>
              </mc:Choice>
              <mc:Fallback>
                <p:oleObj name="Equation" r:id="rId4" imgW="596880" imgH="228600" progId="Equation.DSMT4">
                  <p:embed/>
                  <p:pic>
                    <p:nvPicPr>
                      <p:cNvPr id="0" name=""/>
                      <p:cNvPicPr/>
                      <p:nvPr/>
                    </p:nvPicPr>
                    <p:blipFill>
                      <a:blip r:embed="rId5"/>
                      <a:stretch>
                        <a:fillRect/>
                      </a:stretch>
                    </p:blipFill>
                    <p:spPr>
                      <a:xfrm>
                        <a:off x="2940050" y="1308100"/>
                        <a:ext cx="1354138" cy="517525"/>
                      </a:xfrm>
                      <a:prstGeom prst="rect">
                        <a:avLst/>
                      </a:prstGeom>
                    </p:spPr>
                  </p:pic>
                </p:oleObj>
              </mc:Fallback>
            </mc:AlternateContent>
          </a:graphicData>
        </a:graphic>
      </p:graphicFrame>
      <p:sp>
        <p:nvSpPr>
          <p:cNvPr id="20" name="文本框 8">
            <a:extLst>
              <a:ext uri="{FF2B5EF4-FFF2-40B4-BE49-F238E27FC236}">
                <a16:creationId xmlns:a16="http://schemas.microsoft.com/office/drawing/2014/main" id="{6032A5F6-C10B-2961-C9CB-F959901D089E}"/>
              </a:ext>
            </a:extLst>
          </p:cNvPr>
          <p:cNvSpPr txBox="1"/>
          <p:nvPr/>
        </p:nvSpPr>
        <p:spPr>
          <a:xfrm>
            <a:off x="899589" y="1844824"/>
            <a:ext cx="4284415"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常见力的功：</a:t>
            </a:r>
            <a:endParaRPr lang="en-US" altLang="zh-CN" dirty="0">
              <a:solidFill>
                <a:srgbClr val="C00000"/>
              </a:solidFill>
              <a:latin typeface="Times New Roman" panose="02020603050405020304" pitchFamily="18" charset="0"/>
            </a:endParaRPr>
          </a:p>
        </p:txBody>
      </p:sp>
      <p:sp>
        <p:nvSpPr>
          <p:cNvPr id="21" name="文本框 8">
            <a:extLst>
              <a:ext uri="{FF2B5EF4-FFF2-40B4-BE49-F238E27FC236}">
                <a16:creationId xmlns:a16="http://schemas.microsoft.com/office/drawing/2014/main" id="{6032A5F6-C10B-2961-C9CB-F959901D089E}"/>
              </a:ext>
            </a:extLst>
          </p:cNvPr>
          <p:cNvSpPr txBox="1"/>
          <p:nvPr/>
        </p:nvSpPr>
        <p:spPr>
          <a:xfrm>
            <a:off x="2615296" y="1844824"/>
            <a:ext cx="4284415"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重力的功：</a:t>
            </a:r>
            <a:endParaRPr lang="en-US" altLang="zh-CN" dirty="0">
              <a:solidFill>
                <a:srgbClr val="C00000"/>
              </a:solidFill>
              <a:latin typeface="Times New Roman" panose="02020603050405020304" pitchFamily="18" charset="0"/>
            </a:endParaRPr>
          </a:p>
        </p:txBody>
      </p:sp>
      <p:graphicFrame>
        <p:nvGraphicFramePr>
          <p:cNvPr id="22" name="对象 21">
            <a:extLst>
              <a:ext uri="{FF2B5EF4-FFF2-40B4-BE49-F238E27FC236}">
                <a16:creationId xmlns:a16="http://schemas.microsoft.com/office/drawing/2014/main" id="{4D206A6C-6B32-D90A-2BE9-17E5BD1E6F1C}"/>
              </a:ext>
            </a:extLst>
          </p:cNvPr>
          <p:cNvGraphicFramePr>
            <a:graphicFrameLocks noChangeAspect="1"/>
          </p:cNvGraphicFramePr>
          <p:nvPr>
            <p:extLst>
              <p:ext uri="{D42A27DB-BD31-4B8C-83A1-F6EECF244321}">
                <p14:modId xmlns:p14="http://schemas.microsoft.com/office/powerpoint/2010/main" val="1827658827"/>
              </p:ext>
            </p:extLst>
          </p:nvPr>
        </p:nvGraphicFramePr>
        <p:xfrm>
          <a:off x="4283968" y="1784350"/>
          <a:ext cx="1327150" cy="401638"/>
        </p:xfrm>
        <a:graphic>
          <a:graphicData uri="http://schemas.openxmlformats.org/presentationml/2006/ole">
            <mc:AlternateContent xmlns:mc="http://schemas.openxmlformats.org/markup-compatibility/2006">
              <mc:Choice xmlns:v="urn:schemas-microsoft-com:vml" Requires="v">
                <p:oleObj name="Equation" r:id="rId6" imgW="583920" imgH="177480" progId="Equation.DSMT4">
                  <p:embed/>
                </p:oleObj>
              </mc:Choice>
              <mc:Fallback>
                <p:oleObj name="Equation" r:id="rId6" imgW="583920" imgH="177480" progId="Equation.DSMT4">
                  <p:embed/>
                  <p:pic>
                    <p:nvPicPr>
                      <p:cNvPr id="0" name=""/>
                      <p:cNvPicPr/>
                      <p:nvPr/>
                    </p:nvPicPr>
                    <p:blipFill>
                      <a:blip r:embed="rId7"/>
                      <a:stretch>
                        <a:fillRect/>
                      </a:stretch>
                    </p:blipFill>
                    <p:spPr>
                      <a:xfrm>
                        <a:off x="4283968" y="1784350"/>
                        <a:ext cx="1327150" cy="401638"/>
                      </a:xfrm>
                      <a:prstGeom prst="rect">
                        <a:avLst/>
                      </a:prstGeom>
                    </p:spPr>
                  </p:pic>
                </p:oleObj>
              </mc:Fallback>
            </mc:AlternateContent>
          </a:graphicData>
        </a:graphic>
      </p:graphicFrame>
      <p:sp>
        <p:nvSpPr>
          <p:cNvPr id="23" name="文本框 8">
            <a:extLst>
              <a:ext uri="{FF2B5EF4-FFF2-40B4-BE49-F238E27FC236}">
                <a16:creationId xmlns:a16="http://schemas.microsoft.com/office/drawing/2014/main" id="{6032A5F6-C10B-2961-C9CB-F959901D089E}"/>
              </a:ext>
            </a:extLst>
          </p:cNvPr>
          <p:cNvSpPr txBox="1"/>
          <p:nvPr/>
        </p:nvSpPr>
        <p:spPr>
          <a:xfrm>
            <a:off x="2411759" y="2291943"/>
            <a:ext cx="4284415"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弹性力的功：</a:t>
            </a:r>
            <a:endParaRPr lang="en-US" altLang="zh-CN" dirty="0">
              <a:solidFill>
                <a:srgbClr val="C00000"/>
              </a:solidFill>
              <a:latin typeface="Times New Roman" panose="02020603050405020304" pitchFamily="18" charset="0"/>
            </a:endParaRPr>
          </a:p>
        </p:txBody>
      </p:sp>
      <p:graphicFrame>
        <p:nvGraphicFramePr>
          <p:cNvPr id="24" name="对象 23">
            <a:extLst>
              <a:ext uri="{FF2B5EF4-FFF2-40B4-BE49-F238E27FC236}">
                <a16:creationId xmlns:a16="http://schemas.microsoft.com/office/drawing/2014/main" id="{4D206A6C-6B32-D90A-2BE9-17E5BD1E6F1C}"/>
              </a:ext>
            </a:extLst>
          </p:cNvPr>
          <p:cNvGraphicFramePr>
            <a:graphicFrameLocks noChangeAspect="1"/>
          </p:cNvGraphicFramePr>
          <p:nvPr>
            <p:extLst>
              <p:ext uri="{D42A27DB-BD31-4B8C-83A1-F6EECF244321}">
                <p14:modId xmlns:p14="http://schemas.microsoft.com/office/powerpoint/2010/main" val="1760242930"/>
              </p:ext>
            </p:extLst>
          </p:nvPr>
        </p:nvGraphicFramePr>
        <p:xfrm>
          <a:off x="4259263" y="2100263"/>
          <a:ext cx="1906587" cy="717550"/>
        </p:xfrm>
        <a:graphic>
          <a:graphicData uri="http://schemas.openxmlformats.org/presentationml/2006/ole">
            <mc:AlternateContent xmlns:mc="http://schemas.openxmlformats.org/markup-compatibility/2006">
              <mc:Choice xmlns:v="urn:schemas-microsoft-com:vml" Requires="v">
                <p:oleObj name="Equation" r:id="rId8" imgW="838080" imgH="317160" progId="Equation.DSMT4">
                  <p:embed/>
                </p:oleObj>
              </mc:Choice>
              <mc:Fallback>
                <p:oleObj name="Equation" r:id="rId8" imgW="838080" imgH="317160" progId="Equation.DSMT4">
                  <p:embed/>
                  <p:pic>
                    <p:nvPicPr>
                      <p:cNvPr id="0" name=""/>
                      <p:cNvPicPr/>
                      <p:nvPr/>
                    </p:nvPicPr>
                    <p:blipFill>
                      <a:blip r:embed="rId9"/>
                      <a:stretch>
                        <a:fillRect/>
                      </a:stretch>
                    </p:blipFill>
                    <p:spPr>
                      <a:xfrm>
                        <a:off x="4259263" y="2100263"/>
                        <a:ext cx="1906587" cy="717550"/>
                      </a:xfrm>
                      <a:prstGeom prst="rect">
                        <a:avLst/>
                      </a:prstGeom>
                    </p:spPr>
                  </p:pic>
                </p:oleObj>
              </mc:Fallback>
            </mc:AlternateContent>
          </a:graphicData>
        </a:graphic>
      </p:graphicFrame>
      <p:sp>
        <p:nvSpPr>
          <p:cNvPr id="25" name="文本框 8">
            <a:extLst>
              <a:ext uri="{FF2B5EF4-FFF2-40B4-BE49-F238E27FC236}">
                <a16:creationId xmlns:a16="http://schemas.microsoft.com/office/drawing/2014/main" id="{6032A5F6-C10B-2961-C9CB-F959901D089E}"/>
              </a:ext>
            </a:extLst>
          </p:cNvPr>
          <p:cNvSpPr txBox="1"/>
          <p:nvPr/>
        </p:nvSpPr>
        <p:spPr>
          <a:xfrm>
            <a:off x="1071868" y="2780928"/>
            <a:ext cx="4284415"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作用于转动刚体上力的功：</a:t>
            </a:r>
            <a:endParaRPr lang="en-US" altLang="zh-CN" dirty="0">
              <a:solidFill>
                <a:srgbClr val="C00000"/>
              </a:solidFill>
              <a:latin typeface="Times New Roman" panose="02020603050405020304" pitchFamily="18" charset="0"/>
            </a:endParaRPr>
          </a:p>
        </p:txBody>
      </p:sp>
      <p:graphicFrame>
        <p:nvGraphicFramePr>
          <p:cNvPr id="26" name="对象 25">
            <a:extLst>
              <a:ext uri="{FF2B5EF4-FFF2-40B4-BE49-F238E27FC236}">
                <a16:creationId xmlns:a16="http://schemas.microsoft.com/office/drawing/2014/main" id="{4D206A6C-6B32-D90A-2BE9-17E5BD1E6F1C}"/>
              </a:ext>
            </a:extLst>
          </p:cNvPr>
          <p:cNvGraphicFramePr>
            <a:graphicFrameLocks noChangeAspect="1"/>
          </p:cNvGraphicFramePr>
          <p:nvPr>
            <p:extLst>
              <p:ext uri="{D42A27DB-BD31-4B8C-83A1-F6EECF244321}">
                <p14:modId xmlns:p14="http://schemas.microsoft.com/office/powerpoint/2010/main" val="2072356842"/>
              </p:ext>
            </p:extLst>
          </p:nvPr>
        </p:nvGraphicFramePr>
        <p:xfrm>
          <a:off x="4283968" y="3284984"/>
          <a:ext cx="1992312" cy="458788"/>
        </p:xfrm>
        <a:graphic>
          <a:graphicData uri="http://schemas.openxmlformats.org/presentationml/2006/ole">
            <mc:AlternateContent xmlns:mc="http://schemas.openxmlformats.org/markup-compatibility/2006">
              <mc:Choice xmlns:v="urn:schemas-microsoft-com:vml" Requires="v">
                <p:oleObj name="Equation" r:id="rId10" imgW="876240" imgH="203040" progId="Equation.DSMT4">
                  <p:embed/>
                </p:oleObj>
              </mc:Choice>
              <mc:Fallback>
                <p:oleObj name="Equation" r:id="rId10" imgW="876240" imgH="203040" progId="Equation.DSMT4">
                  <p:embed/>
                  <p:pic>
                    <p:nvPicPr>
                      <p:cNvPr id="0" name=""/>
                      <p:cNvPicPr/>
                      <p:nvPr/>
                    </p:nvPicPr>
                    <p:blipFill>
                      <a:blip r:embed="rId11"/>
                      <a:stretch>
                        <a:fillRect/>
                      </a:stretch>
                    </p:blipFill>
                    <p:spPr>
                      <a:xfrm>
                        <a:off x="4283968" y="3284984"/>
                        <a:ext cx="1992312" cy="458788"/>
                      </a:xfrm>
                      <a:prstGeom prst="rect">
                        <a:avLst/>
                      </a:prstGeom>
                    </p:spPr>
                  </p:pic>
                </p:oleObj>
              </mc:Fallback>
            </mc:AlternateContent>
          </a:graphicData>
        </a:graphic>
      </p:graphicFrame>
      <p:sp>
        <p:nvSpPr>
          <p:cNvPr id="27" name="文本框 8">
            <a:extLst>
              <a:ext uri="{FF2B5EF4-FFF2-40B4-BE49-F238E27FC236}">
                <a16:creationId xmlns:a16="http://schemas.microsoft.com/office/drawing/2014/main" id="{6032A5F6-C10B-2961-C9CB-F959901D089E}"/>
              </a:ext>
            </a:extLst>
          </p:cNvPr>
          <p:cNvSpPr txBox="1"/>
          <p:nvPr/>
        </p:nvSpPr>
        <p:spPr>
          <a:xfrm>
            <a:off x="447633" y="3902298"/>
            <a:ext cx="4284415"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作用于平面运动刚体上力系的功：</a:t>
            </a:r>
            <a:endParaRPr lang="en-US" altLang="zh-CN" dirty="0">
              <a:solidFill>
                <a:srgbClr val="C00000"/>
              </a:solidFill>
              <a:latin typeface="Times New Roman" panose="02020603050405020304" pitchFamily="18" charset="0"/>
            </a:endParaRPr>
          </a:p>
        </p:txBody>
      </p:sp>
      <p:graphicFrame>
        <p:nvGraphicFramePr>
          <p:cNvPr id="28" name="对象 27">
            <a:extLst>
              <a:ext uri="{FF2B5EF4-FFF2-40B4-BE49-F238E27FC236}">
                <a16:creationId xmlns:a16="http://schemas.microsoft.com/office/drawing/2014/main" id="{4D206A6C-6B32-D90A-2BE9-17E5BD1E6F1C}"/>
              </a:ext>
            </a:extLst>
          </p:cNvPr>
          <p:cNvGraphicFramePr>
            <a:graphicFrameLocks noChangeAspect="1"/>
          </p:cNvGraphicFramePr>
          <p:nvPr>
            <p:extLst>
              <p:ext uri="{D42A27DB-BD31-4B8C-83A1-F6EECF244321}">
                <p14:modId xmlns:p14="http://schemas.microsoft.com/office/powerpoint/2010/main" val="188732243"/>
              </p:ext>
            </p:extLst>
          </p:nvPr>
        </p:nvGraphicFramePr>
        <p:xfrm>
          <a:off x="4279584" y="3770559"/>
          <a:ext cx="3089275" cy="628650"/>
        </p:xfrm>
        <a:graphic>
          <a:graphicData uri="http://schemas.openxmlformats.org/presentationml/2006/ole">
            <mc:AlternateContent xmlns:mc="http://schemas.openxmlformats.org/markup-compatibility/2006">
              <mc:Choice xmlns:v="urn:schemas-microsoft-com:vml" Requires="v">
                <p:oleObj name="Equation" r:id="rId12" imgW="1358640" imgH="279360" progId="Equation.DSMT4">
                  <p:embed/>
                </p:oleObj>
              </mc:Choice>
              <mc:Fallback>
                <p:oleObj name="Equation" r:id="rId12" imgW="1358640" imgH="279360" progId="Equation.DSMT4">
                  <p:embed/>
                  <p:pic>
                    <p:nvPicPr>
                      <p:cNvPr id="0" name=""/>
                      <p:cNvPicPr/>
                      <p:nvPr/>
                    </p:nvPicPr>
                    <p:blipFill>
                      <a:blip r:embed="rId13"/>
                      <a:stretch>
                        <a:fillRect/>
                      </a:stretch>
                    </p:blipFill>
                    <p:spPr>
                      <a:xfrm>
                        <a:off x="4279584" y="3770559"/>
                        <a:ext cx="3089275" cy="628650"/>
                      </a:xfrm>
                      <a:prstGeom prst="rect">
                        <a:avLst/>
                      </a:prstGeom>
                    </p:spPr>
                  </p:pic>
                </p:oleObj>
              </mc:Fallback>
            </mc:AlternateContent>
          </a:graphicData>
        </a:graphic>
      </p:graphicFrame>
      <p:sp>
        <p:nvSpPr>
          <p:cNvPr id="31" name="文本框 1">
            <a:extLst>
              <a:ext uri="{FF2B5EF4-FFF2-40B4-BE49-F238E27FC236}">
                <a16:creationId xmlns:a16="http://schemas.microsoft.com/office/drawing/2014/main" id="{49380ABA-76FD-3EA4-DD26-D8A2931D58AB}"/>
              </a:ext>
            </a:extLst>
          </p:cNvPr>
          <p:cNvSpPr txBox="1"/>
          <p:nvPr/>
        </p:nvSpPr>
        <p:spPr>
          <a:xfrm>
            <a:off x="368996" y="4293096"/>
            <a:ext cx="6588224"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二 、动能</a:t>
            </a:r>
            <a:endParaRPr lang="en-US" altLang="zh-CN" sz="2000" dirty="0">
              <a:solidFill>
                <a:srgbClr val="1A44A1"/>
              </a:solidFill>
              <a:latin typeface="Times New Roman" panose="02020603050405020304" pitchFamily="18" charset="0"/>
            </a:endParaRPr>
          </a:p>
        </p:txBody>
      </p:sp>
      <p:sp>
        <p:nvSpPr>
          <p:cNvPr id="34" name="文本框 8">
            <a:extLst>
              <a:ext uri="{FF2B5EF4-FFF2-40B4-BE49-F238E27FC236}">
                <a16:creationId xmlns:a16="http://schemas.microsoft.com/office/drawing/2014/main" id="{6032A5F6-C10B-2961-C9CB-F959901D089E}"/>
              </a:ext>
            </a:extLst>
          </p:cNvPr>
          <p:cNvSpPr txBox="1"/>
          <p:nvPr/>
        </p:nvSpPr>
        <p:spPr>
          <a:xfrm>
            <a:off x="762472" y="4735612"/>
            <a:ext cx="4284415"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质点的动能：</a:t>
            </a:r>
            <a:endParaRPr lang="en-US" altLang="zh-CN" dirty="0">
              <a:solidFill>
                <a:srgbClr val="C00000"/>
              </a:solidFill>
              <a:latin typeface="Times New Roman" panose="02020603050405020304" pitchFamily="18" charset="0"/>
            </a:endParaRPr>
          </a:p>
        </p:txBody>
      </p:sp>
      <p:graphicFrame>
        <p:nvGraphicFramePr>
          <p:cNvPr id="35" name="对象 34">
            <a:extLst>
              <a:ext uri="{FF2B5EF4-FFF2-40B4-BE49-F238E27FC236}">
                <a16:creationId xmlns:a16="http://schemas.microsoft.com/office/drawing/2014/main" id="{4D206A6C-6B32-D90A-2BE9-17E5BD1E6F1C}"/>
              </a:ext>
            </a:extLst>
          </p:cNvPr>
          <p:cNvGraphicFramePr>
            <a:graphicFrameLocks noChangeAspect="1"/>
          </p:cNvGraphicFramePr>
          <p:nvPr>
            <p:extLst>
              <p:ext uri="{D42A27DB-BD31-4B8C-83A1-F6EECF244321}">
                <p14:modId xmlns:p14="http://schemas.microsoft.com/office/powerpoint/2010/main" val="9878186"/>
              </p:ext>
            </p:extLst>
          </p:nvPr>
        </p:nvGraphicFramePr>
        <p:xfrm>
          <a:off x="2411759" y="4582071"/>
          <a:ext cx="1123950" cy="719137"/>
        </p:xfrm>
        <a:graphic>
          <a:graphicData uri="http://schemas.openxmlformats.org/presentationml/2006/ole">
            <mc:AlternateContent xmlns:mc="http://schemas.openxmlformats.org/markup-compatibility/2006">
              <mc:Choice xmlns:v="urn:schemas-microsoft-com:vml" Requires="v">
                <p:oleObj name="Equation" r:id="rId14" imgW="495000" imgH="317160" progId="Equation.DSMT4">
                  <p:embed/>
                </p:oleObj>
              </mc:Choice>
              <mc:Fallback>
                <p:oleObj name="Equation" r:id="rId14" imgW="495000" imgH="317160" progId="Equation.DSMT4">
                  <p:embed/>
                  <p:pic>
                    <p:nvPicPr>
                      <p:cNvPr id="0" name=""/>
                      <p:cNvPicPr/>
                      <p:nvPr/>
                    </p:nvPicPr>
                    <p:blipFill>
                      <a:blip r:embed="rId15"/>
                      <a:stretch>
                        <a:fillRect/>
                      </a:stretch>
                    </p:blipFill>
                    <p:spPr>
                      <a:xfrm>
                        <a:off x="2411759" y="4582071"/>
                        <a:ext cx="1123950" cy="719137"/>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183571554"/>
              </p:ext>
            </p:extLst>
          </p:nvPr>
        </p:nvGraphicFramePr>
        <p:xfrm>
          <a:off x="6207126" y="4580755"/>
          <a:ext cx="1500187" cy="719138"/>
        </p:xfrm>
        <a:graphic>
          <a:graphicData uri="http://schemas.openxmlformats.org/presentationml/2006/ole">
            <mc:AlternateContent xmlns:mc="http://schemas.openxmlformats.org/markup-compatibility/2006">
              <mc:Choice xmlns:v="urn:schemas-microsoft-com:vml" Requires="v">
                <p:oleObj name="Equation" r:id="rId16" imgW="660240" imgH="317160" progId="Equation.DSMT4">
                  <p:embed/>
                </p:oleObj>
              </mc:Choice>
              <mc:Fallback>
                <p:oleObj name="Equation" r:id="rId16" imgW="660240" imgH="317160" progId="Equation.DSMT4">
                  <p:embed/>
                  <p:pic>
                    <p:nvPicPr>
                      <p:cNvPr id="0" name="对象 34"/>
                      <p:cNvPicPr>
                        <a:picLocks noChangeAspect="1" noChangeArrowheads="1"/>
                      </p:cNvPicPr>
                      <p:nvPr/>
                    </p:nvPicPr>
                    <p:blipFill>
                      <a:blip r:embed="rId17"/>
                      <a:srcRect/>
                      <a:stretch>
                        <a:fillRect/>
                      </a:stretch>
                    </p:blipFill>
                    <p:spPr bwMode="auto">
                      <a:xfrm>
                        <a:off x="6207126" y="4580755"/>
                        <a:ext cx="1500187"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062256430"/>
              </p:ext>
            </p:extLst>
          </p:nvPr>
        </p:nvGraphicFramePr>
        <p:xfrm>
          <a:off x="2594224" y="5256526"/>
          <a:ext cx="1155700" cy="717550"/>
        </p:xfrm>
        <a:graphic>
          <a:graphicData uri="http://schemas.openxmlformats.org/presentationml/2006/ole">
            <mc:AlternateContent xmlns:mc="http://schemas.openxmlformats.org/markup-compatibility/2006">
              <mc:Choice xmlns:v="urn:schemas-microsoft-com:vml" Requires="v">
                <p:oleObj name="Equation" r:id="rId18" imgW="507960" imgH="317160" progId="Equation.DSMT4">
                  <p:embed/>
                </p:oleObj>
              </mc:Choice>
              <mc:Fallback>
                <p:oleObj name="Equation" r:id="rId18" imgW="507960" imgH="317160" progId="Equation.DSMT4">
                  <p:embed/>
                  <p:pic>
                    <p:nvPicPr>
                      <p:cNvPr id="0" name="对象 3"/>
                      <p:cNvPicPr>
                        <a:picLocks noChangeAspect="1" noChangeArrowheads="1"/>
                      </p:cNvPicPr>
                      <p:nvPr/>
                    </p:nvPicPr>
                    <p:blipFill>
                      <a:blip r:embed="rId19"/>
                      <a:srcRect/>
                      <a:stretch>
                        <a:fillRect/>
                      </a:stretch>
                    </p:blipFill>
                    <p:spPr bwMode="auto">
                      <a:xfrm>
                        <a:off x="2594224" y="5256526"/>
                        <a:ext cx="1155700"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402914205"/>
              </p:ext>
            </p:extLst>
          </p:nvPr>
        </p:nvGraphicFramePr>
        <p:xfrm>
          <a:off x="7164288" y="5303738"/>
          <a:ext cx="1241425" cy="717550"/>
        </p:xfrm>
        <a:graphic>
          <a:graphicData uri="http://schemas.openxmlformats.org/presentationml/2006/ole">
            <mc:AlternateContent xmlns:mc="http://schemas.openxmlformats.org/markup-compatibility/2006">
              <mc:Choice xmlns:v="urn:schemas-microsoft-com:vml" Requires="v">
                <p:oleObj name="Equation" r:id="rId20" imgW="545760" imgH="317160" progId="Equation.DSMT4">
                  <p:embed/>
                </p:oleObj>
              </mc:Choice>
              <mc:Fallback>
                <p:oleObj name="Equation" r:id="rId20" imgW="545760" imgH="317160" progId="Equation.DSMT4">
                  <p:embed/>
                  <p:pic>
                    <p:nvPicPr>
                      <p:cNvPr id="0" name="对象 5"/>
                      <p:cNvPicPr>
                        <a:picLocks noChangeAspect="1" noChangeArrowheads="1"/>
                      </p:cNvPicPr>
                      <p:nvPr/>
                    </p:nvPicPr>
                    <p:blipFill>
                      <a:blip r:embed="rId21"/>
                      <a:srcRect/>
                      <a:stretch>
                        <a:fillRect/>
                      </a:stretch>
                    </p:blipFill>
                    <p:spPr bwMode="auto">
                      <a:xfrm>
                        <a:off x="7164288" y="5303738"/>
                        <a:ext cx="1241425"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317649493"/>
              </p:ext>
            </p:extLst>
          </p:nvPr>
        </p:nvGraphicFramePr>
        <p:xfrm>
          <a:off x="4932040" y="5887043"/>
          <a:ext cx="1412875" cy="776288"/>
        </p:xfrm>
        <a:graphic>
          <a:graphicData uri="http://schemas.openxmlformats.org/presentationml/2006/ole">
            <mc:AlternateContent xmlns:mc="http://schemas.openxmlformats.org/markup-compatibility/2006">
              <mc:Choice xmlns:v="urn:schemas-microsoft-com:vml" Requires="v">
                <p:oleObj name="Equation" r:id="rId22" imgW="622080" imgH="342720" progId="Equation.DSMT4">
                  <p:embed/>
                </p:oleObj>
              </mc:Choice>
              <mc:Fallback>
                <p:oleObj name="Equation" r:id="rId22" imgW="622080" imgH="342720" progId="Equation.DSMT4">
                  <p:embed/>
                  <p:pic>
                    <p:nvPicPr>
                      <p:cNvPr id="0" name="对象 6"/>
                      <p:cNvPicPr>
                        <a:picLocks noChangeAspect="1" noChangeArrowheads="1"/>
                      </p:cNvPicPr>
                      <p:nvPr/>
                    </p:nvPicPr>
                    <p:blipFill>
                      <a:blip r:embed="rId23"/>
                      <a:srcRect/>
                      <a:stretch>
                        <a:fillRect/>
                      </a:stretch>
                    </p:blipFill>
                    <p:spPr bwMode="auto">
                      <a:xfrm>
                        <a:off x="4932040" y="5887043"/>
                        <a:ext cx="1412875"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453069419"/>
              </p:ext>
            </p:extLst>
          </p:nvPr>
        </p:nvGraphicFramePr>
        <p:xfrm>
          <a:off x="6588224" y="5893072"/>
          <a:ext cx="2395538" cy="776288"/>
        </p:xfrm>
        <a:graphic>
          <a:graphicData uri="http://schemas.openxmlformats.org/presentationml/2006/ole">
            <mc:AlternateContent xmlns:mc="http://schemas.openxmlformats.org/markup-compatibility/2006">
              <mc:Choice xmlns:v="urn:schemas-microsoft-com:vml" Requires="v">
                <p:oleObj name="Equation" r:id="rId24" imgW="1054080" imgH="342720" progId="Equation.DSMT4">
                  <p:embed/>
                </p:oleObj>
              </mc:Choice>
              <mc:Fallback>
                <p:oleObj name="Equation" r:id="rId24" imgW="1054080" imgH="342720" progId="Equation.DSMT4">
                  <p:embed/>
                  <p:pic>
                    <p:nvPicPr>
                      <p:cNvPr id="0" name="对象 6"/>
                      <p:cNvPicPr>
                        <a:picLocks noChangeAspect="1" noChangeArrowheads="1"/>
                      </p:cNvPicPr>
                      <p:nvPr/>
                    </p:nvPicPr>
                    <p:blipFill>
                      <a:blip r:embed="rId25"/>
                      <a:srcRect/>
                      <a:stretch>
                        <a:fillRect/>
                      </a:stretch>
                    </p:blipFill>
                    <p:spPr bwMode="auto">
                      <a:xfrm>
                        <a:off x="6588224" y="5893072"/>
                        <a:ext cx="2395538"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 name="文本框 8">
            <a:extLst>
              <a:ext uri="{FF2B5EF4-FFF2-40B4-BE49-F238E27FC236}">
                <a16:creationId xmlns:a16="http://schemas.microsoft.com/office/drawing/2014/main" id="{6032A5F6-C10B-2961-C9CB-F959901D089E}"/>
              </a:ext>
            </a:extLst>
          </p:cNvPr>
          <p:cNvSpPr txBox="1"/>
          <p:nvPr/>
        </p:nvSpPr>
        <p:spPr>
          <a:xfrm>
            <a:off x="4344650" y="4787860"/>
            <a:ext cx="2027550"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质点系的动能：</a:t>
            </a:r>
            <a:endParaRPr lang="en-US" altLang="zh-CN" dirty="0">
              <a:solidFill>
                <a:srgbClr val="C00000"/>
              </a:solidFill>
              <a:latin typeface="Times New Roman" panose="02020603050405020304" pitchFamily="18" charset="0"/>
            </a:endParaRPr>
          </a:p>
        </p:txBody>
      </p:sp>
      <p:sp>
        <p:nvSpPr>
          <p:cNvPr id="37" name="文本框 8">
            <a:extLst>
              <a:ext uri="{FF2B5EF4-FFF2-40B4-BE49-F238E27FC236}">
                <a16:creationId xmlns:a16="http://schemas.microsoft.com/office/drawing/2014/main" id="{6032A5F6-C10B-2961-C9CB-F959901D089E}"/>
              </a:ext>
            </a:extLst>
          </p:cNvPr>
          <p:cNvSpPr txBox="1"/>
          <p:nvPr/>
        </p:nvSpPr>
        <p:spPr>
          <a:xfrm>
            <a:off x="714875" y="5430635"/>
            <a:ext cx="2051306"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平动刚体的动能：</a:t>
            </a:r>
            <a:endParaRPr lang="en-US" altLang="zh-CN" dirty="0">
              <a:solidFill>
                <a:srgbClr val="C00000"/>
              </a:solidFill>
              <a:latin typeface="Times New Roman" panose="02020603050405020304" pitchFamily="18" charset="0"/>
            </a:endParaRPr>
          </a:p>
        </p:txBody>
      </p:sp>
      <p:sp>
        <p:nvSpPr>
          <p:cNvPr id="38" name="文本框 8">
            <a:extLst>
              <a:ext uri="{FF2B5EF4-FFF2-40B4-BE49-F238E27FC236}">
                <a16:creationId xmlns:a16="http://schemas.microsoft.com/office/drawing/2014/main" id="{6032A5F6-C10B-2961-C9CB-F959901D089E}"/>
              </a:ext>
            </a:extLst>
          </p:cNvPr>
          <p:cNvSpPr txBox="1"/>
          <p:nvPr/>
        </p:nvSpPr>
        <p:spPr>
          <a:xfrm>
            <a:off x="3923928" y="5430635"/>
            <a:ext cx="3672408"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定轴转动刚体的动能（轴</a:t>
            </a:r>
            <a:r>
              <a:rPr lang="en-US" altLang="zh-CN" dirty="0">
                <a:solidFill>
                  <a:srgbClr val="C00000"/>
                </a:solidFill>
                <a:latin typeface="Times New Roman" panose="02020603050405020304" pitchFamily="18" charset="0"/>
              </a:rPr>
              <a:t>z</a:t>
            </a:r>
            <a:r>
              <a:rPr lang="zh-CN" altLang="en-US" dirty="0">
                <a:solidFill>
                  <a:srgbClr val="C00000"/>
                </a:solidFill>
                <a:latin typeface="Times New Roman" panose="02020603050405020304" pitchFamily="18" charset="0"/>
              </a:rPr>
              <a:t>）：</a:t>
            </a:r>
            <a:endParaRPr lang="en-US" altLang="zh-CN" dirty="0">
              <a:solidFill>
                <a:srgbClr val="C00000"/>
              </a:solidFill>
              <a:latin typeface="Times New Roman" panose="02020603050405020304" pitchFamily="18" charset="0"/>
            </a:endParaRPr>
          </a:p>
        </p:txBody>
      </p:sp>
      <p:sp>
        <p:nvSpPr>
          <p:cNvPr id="39" name="文本框 8">
            <a:extLst>
              <a:ext uri="{FF2B5EF4-FFF2-40B4-BE49-F238E27FC236}">
                <a16:creationId xmlns:a16="http://schemas.microsoft.com/office/drawing/2014/main" id="{6032A5F6-C10B-2961-C9CB-F959901D089E}"/>
              </a:ext>
            </a:extLst>
          </p:cNvPr>
          <p:cNvSpPr txBox="1"/>
          <p:nvPr/>
        </p:nvSpPr>
        <p:spPr>
          <a:xfrm>
            <a:off x="720495" y="6096550"/>
            <a:ext cx="8892065"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平面运动刚体的动能（</a:t>
            </a:r>
            <a:r>
              <a:rPr lang="en-US" altLang="zh-CN" dirty="0">
                <a:solidFill>
                  <a:srgbClr val="C00000"/>
                </a:solidFill>
                <a:latin typeface="Times New Roman" panose="02020603050405020304" pitchFamily="18" charset="0"/>
              </a:rPr>
              <a:t>P</a:t>
            </a:r>
            <a:r>
              <a:rPr lang="zh-CN" altLang="en-US" dirty="0">
                <a:solidFill>
                  <a:srgbClr val="C00000"/>
                </a:solidFill>
                <a:latin typeface="Times New Roman" panose="02020603050405020304" pitchFamily="18" charset="0"/>
              </a:rPr>
              <a:t>为速度瞬心）：                          或</a:t>
            </a:r>
            <a:endParaRPr lang="en-US" altLang="zh-CN" dirty="0">
              <a:solidFill>
                <a:srgbClr val="C00000"/>
              </a:solidFill>
              <a:latin typeface="Times New Roman" panose="02020603050405020304" pitchFamily="18" charset="0"/>
            </a:endParaRPr>
          </a:p>
        </p:txBody>
      </p:sp>
      <p:sp>
        <p:nvSpPr>
          <p:cNvPr id="32" name="文本框 8">
            <a:extLst>
              <a:ext uri="{FF2B5EF4-FFF2-40B4-BE49-F238E27FC236}">
                <a16:creationId xmlns:a16="http://schemas.microsoft.com/office/drawing/2014/main" id="{6032A5F6-C10B-2961-C9CB-F959901D089E}"/>
              </a:ext>
            </a:extLst>
          </p:cNvPr>
          <p:cNvSpPr txBox="1"/>
          <p:nvPr/>
        </p:nvSpPr>
        <p:spPr>
          <a:xfrm>
            <a:off x="899592" y="3284984"/>
            <a:ext cx="4284415"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作用于转动刚体上力偶的功：</a:t>
            </a:r>
            <a:endParaRPr lang="en-US" altLang="zh-CN" dirty="0">
              <a:solidFill>
                <a:srgbClr val="C00000"/>
              </a:solidFill>
              <a:latin typeface="Times New Roman" panose="02020603050405020304" pitchFamily="18" charset="0"/>
            </a:endParaRPr>
          </a:p>
        </p:txBody>
      </p:sp>
      <p:grpSp>
        <p:nvGrpSpPr>
          <p:cNvPr id="5" name="组合 4"/>
          <p:cNvGrpSpPr/>
          <p:nvPr/>
        </p:nvGrpSpPr>
        <p:grpSpPr>
          <a:xfrm>
            <a:off x="4283968" y="2653159"/>
            <a:ext cx="5940598" cy="631825"/>
            <a:chOff x="4283968" y="2653159"/>
            <a:chExt cx="5940598" cy="631825"/>
          </a:xfrm>
        </p:grpSpPr>
        <p:graphicFrame>
          <p:nvGraphicFramePr>
            <p:cNvPr id="30" name="对象 29">
              <a:extLst>
                <a:ext uri="{FF2B5EF4-FFF2-40B4-BE49-F238E27FC236}">
                  <a16:creationId xmlns:a16="http://schemas.microsoft.com/office/drawing/2014/main" id="{4D206A6C-6B32-D90A-2BE9-17E5BD1E6F1C}"/>
                </a:ext>
              </a:extLst>
            </p:cNvPr>
            <p:cNvGraphicFramePr>
              <a:graphicFrameLocks noChangeAspect="1"/>
            </p:cNvGraphicFramePr>
            <p:nvPr>
              <p:extLst>
                <p:ext uri="{D42A27DB-BD31-4B8C-83A1-F6EECF244321}">
                  <p14:modId xmlns:p14="http://schemas.microsoft.com/office/powerpoint/2010/main" val="1236912443"/>
                </p:ext>
              </p:extLst>
            </p:nvPr>
          </p:nvGraphicFramePr>
          <p:xfrm>
            <a:off x="4283968" y="2653159"/>
            <a:ext cx="1703388" cy="631825"/>
          </p:xfrm>
          <a:graphic>
            <a:graphicData uri="http://schemas.openxmlformats.org/presentationml/2006/ole">
              <mc:AlternateContent xmlns:mc="http://schemas.openxmlformats.org/markup-compatibility/2006">
                <mc:Choice xmlns:v="urn:schemas-microsoft-com:vml" Requires="v">
                  <p:oleObj name="Equation" r:id="rId26" imgW="749160" imgH="279360" progId="Equation.DSMT4">
                    <p:embed/>
                  </p:oleObj>
                </mc:Choice>
                <mc:Fallback>
                  <p:oleObj name="Equation" r:id="rId26" imgW="749160" imgH="279360" progId="Equation.DSMT4">
                    <p:embed/>
                    <p:pic>
                      <p:nvPicPr>
                        <p:cNvPr id="0" name=""/>
                        <p:cNvPicPr/>
                        <p:nvPr/>
                      </p:nvPicPr>
                      <p:blipFill>
                        <a:blip r:embed="rId27"/>
                        <a:stretch>
                          <a:fillRect/>
                        </a:stretch>
                      </p:blipFill>
                      <p:spPr>
                        <a:xfrm>
                          <a:off x="4283968" y="2653159"/>
                          <a:ext cx="1703388" cy="631825"/>
                        </a:xfrm>
                        <a:prstGeom prst="rect">
                          <a:avLst/>
                        </a:prstGeom>
                      </p:spPr>
                    </p:pic>
                  </p:oleObj>
                </mc:Fallback>
              </mc:AlternateContent>
            </a:graphicData>
          </a:graphic>
        </p:graphicFrame>
        <p:sp>
          <p:nvSpPr>
            <p:cNvPr id="33" name="文本框 8">
              <a:extLst>
                <a:ext uri="{FF2B5EF4-FFF2-40B4-BE49-F238E27FC236}">
                  <a16:creationId xmlns:a16="http://schemas.microsoft.com/office/drawing/2014/main" id="{6032A5F6-C10B-2961-C9CB-F959901D089E}"/>
                </a:ext>
              </a:extLst>
            </p:cNvPr>
            <p:cNvSpPr txBox="1"/>
            <p:nvPr/>
          </p:nvSpPr>
          <p:spPr>
            <a:xfrm>
              <a:off x="5940151" y="2780928"/>
              <a:ext cx="4284415" cy="369332"/>
            </a:xfrm>
            <a:prstGeom prst="rect">
              <a:avLst/>
            </a:prstGeom>
            <a:noFill/>
          </p:spPr>
          <p:txBody>
            <a:bodyPr wrap="square" rtlCol="0">
              <a:spAutoFit/>
            </a:bodyPr>
            <a:lstStyle/>
            <a:p>
              <a:r>
                <a:rPr lang="zh-CN" altLang="en-US" dirty="0">
                  <a:solidFill>
                    <a:srgbClr val="1A44A1"/>
                  </a:solidFill>
                  <a:latin typeface="Times New Roman" panose="02020603050405020304" pitchFamily="18" charset="0"/>
                </a:rPr>
                <a:t>（</a:t>
              </a:r>
              <a:r>
                <a:rPr lang="en-US" altLang="zh-CN" i="1" dirty="0" err="1">
                  <a:solidFill>
                    <a:srgbClr val="1A44A1"/>
                  </a:solidFill>
                  <a:latin typeface="Times New Roman" panose="02020603050405020304" pitchFamily="18" charset="0"/>
                </a:rPr>
                <a:t>M</a:t>
              </a:r>
              <a:r>
                <a:rPr lang="en-US" altLang="zh-CN" baseline="-25000" dirty="0" err="1">
                  <a:solidFill>
                    <a:srgbClr val="1A44A1"/>
                  </a:solidFill>
                  <a:latin typeface="Times New Roman" panose="02020603050405020304" pitchFamily="18" charset="0"/>
                </a:rPr>
                <a:t>z</a:t>
              </a:r>
              <a:r>
                <a:rPr lang="zh-CN" altLang="en-US" dirty="0">
                  <a:solidFill>
                    <a:srgbClr val="1A44A1"/>
                  </a:solidFill>
                  <a:latin typeface="Times New Roman" panose="02020603050405020304" pitchFamily="18" charset="0"/>
                </a:rPr>
                <a:t>为力</a:t>
              </a:r>
              <a:r>
                <a:rPr lang="en-US" altLang="zh-CN" b="1" i="1" dirty="0">
                  <a:solidFill>
                    <a:srgbClr val="1A44A1"/>
                  </a:solidFill>
                  <a:latin typeface="Times New Roman" panose="02020603050405020304" pitchFamily="18" charset="0"/>
                </a:rPr>
                <a:t>F</a:t>
              </a:r>
              <a:r>
                <a:rPr lang="zh-CN" altLang="en-US" dirty="0">
                  <a:solidFill>
                    <a:srgbClr val="1A44A1"/>
                  </a:solidFill>
                  <a:latin typeface="Times New Roman" panose="02020603050405020304" pitchFamily="18" charset="0"/>
                </a:rPr>
                <a:t>对</a:t>
              </a:r>
              <a:r>
                <a:rPr lang="en-US" altLang="zh-CN" dirty="0">
                  <a:solidFill>
                    <a:srgbClr val="1A44A1"/>
                  </a:solidFill>
                  <a:latin typeface="Times New Roman" panose="02020603050405020304" pitchFamily="18" charset="0"/>
                </a:rPr>
                <a:t>z</a:t>
              </a:r>
              <a:r>
                <a:rPr lang="zh-CN" altLang="en-US" dirty="0">
                  <a:solidFill>
                    <a:srgbClr val="1A44A1"/>
                  </a:solidFill>
                  <a:latin typeface="Times New Roman" panose="02020603050405020304" pitchFamily="18" charset="0"/>
                </a:rPr>
                <a:t>轴的矩）</a:t>
              </a:r>
              <a:endParaRPr lang="en-US" altLang="zh-CN" dirty="0">
                <a:solidFill>
                  <a:srgbClr val="1A44A1"/>
                </a:solidFill>
                <a:latin typeface="Times New Roman" panose="02020603050405020304" pitchFamily="18" charset="0"/>
              </a:endParaRPr>
            </a:p>
          </p:txBody>
        </p:sp>
      </p:grpSp>
    </p:spTree>
    <p:extLst>
      <p:ext uri="{BB962C8B-B14F-4D97-AF65-F5344CB8AC3E}">
        <p14:creationId xmlns:p14="http://schemas.microsoft.com/office/powerpoint/2010/main" val="3269228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9"/>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8"/>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8" grpId="0"/>
      <p:bldP spid="20" grpId="0"/>
      <p:bldP spid="21" grpId="0"/>
      <p:bldP spid="23" grpId="0"/>
      <p:bldP spid="25" grpId="0"/>
      <p:bldP spid="27" grpId="0"/>
      <p:bldP spid="31" grpId="0"/>
      <p:bldP spid="34" grpId="0"/>
      <p:bldP spid="36" grpId="0"/>
      <p:bldP spid="37" grpId="0"/>
      <p:bldP spid="38" grpId="0"/>
      <p:bldP spid="39" grpId="0"/>
      <p:bldP spid="3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6">
            <a:extLst>
              <a:ext uri="{FF2B5EF4-FFF2-40B4-BE49-F238E27FC236}">
                <a16:creationId xmlns:a16="http://schemas.microsoft.com/office/drawing/2014/main" id="{56AE48F8-EEF8-4085-A33D-D4E632D164D8}"/>
              </a:ext>
            </a:extLst>
          </p:cNvPr>
          <p:cNvSpPr>
            <a:spLocks noGrp="1"/>
          </p:cNvSpPr>
          <p:nvPr>
            <p:ph type="sldNum" sz="quarter" idx="10"/>
          </p:nvPr>
        </p:nvSpPr>
        <p:spPr bwMode="auto">
          <a:xfrm>
            <a:off x="6588224" y="645823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B61916C-39C7-4F35-A5F7-174ADC8467C8}" type="slidenum">
              <a:rPr lang="zh-CN" altLang="en-US" smtClean="0">
                <a:solidFill>
                  <a:srgbClr val="898989"/>
                </a:solidFill>
              </a:rPr>
              <a:pPr/>
              <a:t>11</a:t>
            </a:fld>
            <a:endParaRPr lang="zh-CN" altLang="en-US" dirty="0">
              <a:solidFill>
                <a:srgbClr val="898989"/>
              </a:solidFill>
            </a:endParaRPr>
          </a:p>
        </p:txBody>
      </p:sp>
      <p:sp>
        <p:nvSpPr>
          <p:cNvPr id="3" name="文本框 2"/>
          <p:cNvSpPr txBox="1"/>
          <p:nvPr/>
        </p:nvSpPr>
        <p:spPr>
          <a:xfrm>
            <a:off x="0" y="-27384"/>
            <a:ext cx="3214076" cy="461665"/>
          </a:xfrm>
          <a:prstGeom prst="rect">
            <a:avLst/>
          </a:prstGeom>
          <a:noFill/>
        </p:spPr>
        <p:txBody>
          <a:bodyPr wrap="square" rtlCol="0">
            <a:spAutoFit/>
          </a:bodyPr>
          <a:lstStyle/>
          <a:p>
            <a:r>
              <a:rPr lang="zh-CN" altLang="en-US" sz="2400" b="1" dirty="0">
                <a:solidFill>
                  <a:srgbClr val="1A44A1"/>
                </a:solidFill>
                <a:latin typeface="Times New Roman" panose="02020603050405020304" pitchFamily="18" charset="0"/>
              </a:rPr>
              <a:t>第</a:t>
            </a:r>
            <a:r>
              <a:rPr lang="en-US" altLang="zh-CN" sz="2400" b="1" dirty="0">
                <a:solidFill>
                  <a:srgbClr val="1A44A1"/>
                </a:solidFill>
                <a:latin typeface="Times New Roman" panose="02020603050405020304" pitchFamily="18" charset="0"/>
              </a:rPr>
              <a:t>9</a:t>
            </a:r>
            <a:r>
              <a:rPr lang="zh-CN" altLang="en-US" sz="2400" b="1" dirty="0">
                <a:solidFill>
                  <a:srgbClr val="1A44A1"/>
                </a:solidFill>
                <a:latin typeface="Times New Roman" panose="02020603050405020304" pitchFamily="18" charset="0"/>
              </a:rPr>
              <a:t>章 动能定理</a:t>
            </a:r>
            <a:endParaRPr lang="en-US" altLang="zh-CN" sz="2400" b="1" dirty="0">
              <a:solidFill>
                <a:srgbClr val="1A44A1"/>
              </a:solidFill>
              <a:latin typeface="Times New Roman" panose="02020603050405020304" pitchFamily="18" charset="0"/>
            </a:endParaRPr>
          </a:p>
        </p:txBody>
      </p:sp>
      <p:sp>
        <p:nvSpPr>
          <p:cNvPr id="2" name="文本框 1">
            <a:extLst>
              <a:ext uri="{FF2B5EF4-FFF2-40B4-BE49-F238E27FC236}">
                <a16:creationId xmlns:a16="http://schemas.microsoft.com/office/drawing/2014/main" id="{49380ABA-76FD-3EA4-DD26-D8A2931D58AB}"/>
              </a:ext>
            </a:extLst>
          </p:cNvPr>
          <p:cNvSpPr txBox="1"/>
          <p:nvPr/>
        </p:nvSpPr>
        <p:spPr>
          <a:xfrm>
            <a:off x="323528" y="545656"/>
            <a:ext cx="6588224"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三 、动能定理</a:t>
            </a:r>
            <a:endParaRPr lang="en-US" altLang="zh-CN" sz="2000" dirty="0">
              <a:solidFill>
                <a:srgbClr val="1A44A1"/>
              </a:solidFill>
              <a:latin typeface="Times New Roman" panose="02020603050405020304" pitchFamily="18" charset="0"/>
            </a:endParaRPr>
          </a:p>
        </p:txBody>
      </p:sp>
      <p:sp>
        <p:nvSpPr>
          <p:cNvPr id="30" name="文本框 16">
            <a:extLst>
              <a:ext uri="{FF2B5EF4-FFF2-40B4-BE49-F238E27FC236}">
                <a16:creationId xmlns:a16="http://schemas.microsoft.com/office/drawing/2014/main" id="{AA20763D-7C0F-7781-11A4-953481AA3C51}"/>
              </a:ext>
            </a:extLst>
          </p:cNvPr>
          <p:cNvSpPr txBox="1"/>
          <p:nvPr/>
        </p:nvSpPr>
        <p:spPr>
          <a:xfrm>
            <a:off x="827584" y="1052736"/>
            <a:ext cx="3001829" cy="400110"/>
          </a:xfrm>
          <a:prstGeom prst="rect">
            <a:avLst/>
          </a:prstGeom>
          <a:noFill/>
        </p:spPr>
        <p:txBody>
          <a:bodyPr wrap="square" rtlCol="0">
            <a:spAutoFit/>
          </a:bodyPr>
          <a:lstStyle/>
          <a:p>
            <a:r>
              <a:rPr lang="zh-CN" altLang="en-US" sz="2000" dirty="0">
                <a:solidFill>
                  <a:srgbClr val="C00000"/>
                </a:solidFill>
                <a:latin typeface="Times New Roman" panose="02020603050405020304" pitchFamily="18" charset="0"/>
              </a:rPr>
              <a:t>动能定理微分形式：</a:t>
            </a:r>
            <a:endParaRPr lang="en-US" altLang="zh-CN" sz="2000" dirty="0">
              <a:solidFill>
                <a:srgbClr val="C00000"/>
              </a:solidFill>
              <a:latin typeface="Times New Roman" panose="02020603050405020304" pitchFamily="18" charset="0"/>
            </a:endParaRPr>
          </a:p>
        </p:txBody>
      </p:sp>
      <p:graphicFrame>
        <p:nvGraphicFramePr>
          <p:cNvPr id="33" name="对象 32">
            <a:extLst>
              <a:ext uri="{FF2B5EF4-FFF2-40B4-BE49-F238E27FC236}">
                <a16:creationId xmlns:a16="http://schemas.microsoft.com/office/drawing/2014/main" id="{DE4054BA-2932-6132-B7C5-9E50FF310BF6}"/>
              </a:ext>
            </a:extLst>
          </p:cNvPr>
          <p:cNvGraphicFramePr>
            <a:graphicFrameLocks noChangeAspect="1"/>
          </p:cNvGraphicFramePr>
          <p:nvPr>
            <p:extLst>
              <p:ext uri="{D42A27DB-BD31-4B8C-83A1-F6EECF244321}">
                <p14:modId xmlns:p14="http://schemas.microsoft.com/office/powerpoint/2010/main" val="2498473774"/>
              </p:ext>
            </p:extLst>
          </p:nvPr>
        </p:nvGraphicFramePr>
        <p:xfrm>
          <a:off x="3347864" y="1023397"/>
          <a:ext cx="1382713" cy="458787"/>
        </p:xfrm>
        <a:graphic>
          <a:graphicData uri="http://schemas.openxmlformats.org/presentationml/2006/ole">
            <mc:AlternateContent xmlns:mc="http://schemas.openxmlformats.org/markup-compatibility/2006">
              <mc:Choice xmlns:v="urn:schemas-microsoft-com:vml" Requires="v">
                <p:oleObj name="Equation" r:id="rId2" imgW="609480" imgH="203040" progId="Equation.DSMT4">
                  <p:embed/>
                </p:oleObj>
              </mc:Choice>
              <mc:Fallback>
                <p:oleObj name="Equation" r:id="rId2" imgW="609480" imgH="203040" progId="Equation.DSMT4">
                  <p:embed/>
                  <p:pic>
                    <p:nvPicPr>
                      <p:cNvPr id="0" name=""/>
                      <p:cNvPicPr/>
                      <p:nvPr/>
                    </p:nvPicPr>
                    <p:blipFill>
                      <a:blip r:embed="rId3"/>
                      <a:stretch>
                        <a:fillRect/>
                      </a:stretch>
                    </p:blipFill>
                    <p:spPr>
                      <a:xfrm>
                        <a:off x="3347864" y="1023397"/>
                        <a:ext cx="1382713" cy="458787"/>
                      </a:xfrm>
                      <a:prstGeom prst="rect">
                        <a:avLst/>
                      </a:prstGeom>
                    </p:spPr>
                  </p:pic>
                </p:oleObj>
              </mc:Fallback>
            </mc:AlternateContent>
          </a:graphicData>
        </a:graphic>
      </p:graphicFrame>
      <p:graphicFrame>
        <p:nvGraphicFramePr>
          <p:cNvPr id="40" name="对象 39">
            <a:extLst>
              <a:ext uri="{FF2B5EF4-FFF2-40B4-BE49-F238E27FC236}">
                <a16:creationId xmlns:a16="http://schemas.microsoft.com/office/drawing/2014/main" id="{466E4C6C-674A-334C-91C2-6D2468077893}"/>
              </a:ext>
            </a:extLst>
          </p:cNvPr>
          <p:cNvGraphicFramePr>
            <a:graphicFrameLocks noChangeAspect="1"/>
          </p:cNvGraphicFramePr>
          <p:nvPr>
            <p:extLst>
              <p:ext uri="{D42A27DB-BD31-4B8C-83A1-F6EECF244321}">
                <p14:modId xmlns:p14="http://schemas.microsoft.com/office/powerpoint/2010/main" val="3302796374"/>
              </p:ext>
            </p:extLst>
          </p:nvPr>
        </p:nvGraphicFramePr>
        <p:xfrm>
          <a:off x="3347864" y="1570123"/>
          <a:ext cx="1582737" cy="458787"/>
        </p:xfrm>
        <a:graphic>
          <a:graphicData uri="http://schemas.openxmlformats.org/presentationml/2006/ole">
            <mc:AlternateContent xmlns:mc="http://schemas.openxmlformats.org/markup-compatibility/2006">
              <mc:Choice xmlns:v="urn:schemas-microsoft-com:vml" Requires="v">
                <p:oleObj name="Equation" r:id="rId4" imgW="698400" imgH="203040" progId="Equation.DSMT4">
                  <p:embed/>
                </p:oleObj>
              </mc:Choice>
              <mc:Fallback>
                <p:oleObj name="Equation" r:id="rId4" imgW="698400" imgH="203040" progId="Equation.DSMT4">
                  <p:embed/>
                  <p:pic>
                    <p:nvPicPr>
                      <p:cNvPr id="0" name=""/>
                      <p:cNvPicPr/>
                      <p:nvPr/>
                    </p:nvPicPr>
                    <p:blipFill>
                      <a:blip r:embed="rId5"/>
                      <a:stretch>
                        <a:fillRect/>
                      </a:stretch>
                    </p:blipFill>
                    <p:spPr>
                      <a:xfrm>
                        <a:off x="3347864" y="1570123"/>
                        <a:ext cx="1582737" cy="458787"/>
                      </a:xfrm>
                      <a:prstGeom prst="rect">
                        <a:avLst/>
                      </a:prstGeom>
                    </p:spPr>
                  </p:pic>
                </p:oleObj>
              </mc:Fallback>
            </mc:AlternateContent>
          </a:graphicData>
        </a:graphic>
      </p:graphicFrame>
      <p:sp>
        <p:nvSpPr>
          <p:cNvPr id="41" name="文本框 16">
            <a:extLst>
              <a:ext uri="{FF2B5EF4-FFF2-40B4-BE49-F238E27FC236}">
                <a16:creationId xmlns:a16="http://schemas.microsoft.com/office/drawing/2014/main" id="{AA20763D-7C0F-7781-11A4-953481AA3C51}"/>
              </a:ext>
            </a:extLst>
          </p:cNvPr>
          <p:cNvSpPr txBox="1"/>
          <p:nvPr/>
        </p:nvSpPr>
        <p:spPr>
          <a:xfrm>
            <a:off x="827583" y="1628800"/>
            <a:ext cx="3001829" cy="400110"/>
          </a:xfrm>
          <a:prstGeom prst="rect">
            <a:avLst/>
          </a:prstGeom>
          <a:noFill/>
        </p:spPr>
        <p:txBody>
          <a:bodyPr wrap="square" rtlCol="0">
            <a:spAutoFit/>
          </a:bodyPr>
          <a:lstStyle/>
          <a:p>
            <a:r>
              <a:rPr lang="zh-CN" altLang="en-US" sz="2000" dirty="0">
                <a:solidFill>
                  <a:srgbClr val="C00000"/>
                </a:solidFill>
                <a:latin typeface="Times New Roman" panose="02020603050405020304" pitchFamily="18" charset="0"/>
              </a:rPr>
              <a:t>动能定理积分形式：</a:t>
            </a:r>
            <a:endParaRPr lang="en-US" altLang="zh-CN" sz="2000" dirty="0">
              <a:solidFill>
                <a:srgbClr val="C00000"/>
              </a:solidFill>
              <a:latin typeface="Times New Roman" panose="02020603050405020304" pitchFamily="18" charset="0"/>
            </a:endParaRPr>
          </a:p>
        </p:txBody>
      </p:sp>
      <p:sp>
        <p:nvSpPr>
          <p:cNvPr id="42" name="文本框 31">
            <a:extLst>
              <a:ext uri="{FF2B5EF4-FFF2-40B4-BE49-F238E27FC236}">
                <a16:creationId xmlns:a16="http://schemas.microsoft.com/office/drawing/2014/main" id="{284C2114-1C7C-1FC7-945F-6400D5C992EC}"/>
              </a:ext>
            </a:extLst>
          </p:cNvPr>
          <p:cNvSpPr txBox="1"/>
          <p:nvPr/>
        </p:nvSpPr>
        <p:spPr>
          <a:xfrm>
            <a:off x="305630" y="2132856"/>
            <a:ext cx="6588224"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四、应用动能定理解题的一般步骤</a:t>
            </a:r>
            <a:endParaRPr lang="en-US" altLang="zh-CN" sz="2000" dirty="0">
              <a:solidFill>
                <a:srgbClr val="1A44A1"/>
              </a:solidFill>
              <a:latin typeface="Times New Roman" panose="02020603050405020304" pitchFamily="18" charset="0"/>
            </a:endParaRPr>
          </a:p>
        </p:txBody>
      </p:sp>
      <p:sp>
        <p:nvSpPr>
          <p:cNvPr id="43" name="文本框 42">
            <a:extLst>
              <a:ext uri="{FF2B5EF4-FFF2-40B4-BE49-F238E27FC236}">
                <a16:creationId xmlns:a16="http://schemas.microsoft.com/office/drawing/2014/main" id="{36766514-7ECA-B152-697A-5141EBF77CF4}"/>
              </a:ext>
            </a:extLst>
          </p:cNvPr>
          <p:cNvSpPr txBox="1"/>
          <p:nvPr/>
        </p:nvSpPr>
        <p:spPr>
          <a:xfrm>
            <a:off x="820770" y="2552474"/>
            <a:ext cx="6264697" cy="2169825"/>
          </a:xfrm>
          <a:prstGeom prst="rect">
            <a:avLst/>
          </a:prstGeom>
          <a:noFill/>
        </p:spPr>
        <p:txBody>
          <a:bodyPr wrap="square" rtlCol="0">
            <a:spAutoFit/>
          </a:bodyPr>
          <a:lstStyle/>
          <a:p>
            <a:pPr marL="457200" indent="-457200">
              <a:lnSpc>
                <a:spcPct val="150000"/>
              </a:lnSpc>
              <a:buFont typeface="Wingdings" pitchFamily="2" charset="2"/>
              <a:buChar char="Ø"/>
            </a:pPr>
            <a:r>
              <a:rPr lang="zh-CN" altLang="en-US" dirty="0">
                <a:solidFill>
                  <a:srgbClr val="1A44A1"/>
                </a:solidFill>
                <a:latin typeface="Times New Roman" panose="02020603050405020304" pitchFamily="18" charset="0"/>
              </a:rPr>
              <a:t>选取研究对象，一般可取</a:t>
            </a:r>
            <a:r>
              <a:rPr lang="zh-CN" altLang="en-US" dirty="0">
                <a:solidFill>
                  <a:srgbClr val="C00000"/>
                </a:solidFill>
                <a:latin typeface="Times New Roman" panose="02020603050405020304" pitchFamily="18" charset="0"/>
              </a:rPr>
              <a:t>整个系统</a:t>
            </a:r>
            <a:r>
              <a:rPr lang="zh-CN" altLang="en-US" dirty="0">
                <a:solidFill>
                  <a:srgbClr val="1A44A1"/>
                </a:solidFill>
                <a:latin typeface="Times New Roman" panose="02020603050405020304" pitchFamily="18" charset="0"/>
              </a:rPr>
              <a:t>为研究对象；</a:t>
            </a:r>
            <a:endParaRPr lang="en-US" altLang="zh-CN" dirty="0">
              <a:solidFill>
                <a:srgbClr val="1A44A1"/>
              </a:solidFill>
              <a:latin typeface="Times New Roman" panose="02020603050405020304" pitchFamily="18" charset="0"/>
            </a:endParaRPr>
          </a:p>
          <a:p>
            <a:pPr marL="457200" indent="-457200">
              <a:lnSpc>
                <a:spcPct val="150000"/>
              </a:lnSpc>
              <a:buFont typeface="Wingdings" pitchFamily="2" charset="2"/>
              <a:buChar char="Ø"/>
            </a:pPr>
            <a:r>
              <a:rPr lang="zh-CN" altLang="en-US" dirty="0">
                <a:solidFill>
                  <a:srgbClr val="1A44A1"/>
                </a:solidFill>
                <a:latin typeface="Times New Roman" panose="02020603050405020304" pitchFamily="18" charset="0"/>
              </a:rPr>
              <a:t>选择一段运动过程，计算研究对象在相应位置的动能。计算动能时用</a:t>
            </a:r>
            <a:r>
              <a:rPr lang="zh-CN" altLang="en-US" dirty="0">
                <a:solidFill>
                  <a:srgbClr val="C00000"/>
                </a:solidFill>
                <a:latin typeface="Times New Roman" panose="02020603050405020304" pitchFamily="18" charset="0"/>
              </a:rPr>
              <a:t>绝对速度</a:t>
            </a:r>
            <a:r>
              <a:rPr lang="zh-CN" altLang="en-US" dirty="0">
                <a:solidFill>
                  <a:srgbClr val="1A44A1"/>
                </a:solidFill>
                <a:latin typeface="Times New Roman" panose="02020603050405020304" pitchFamily="18" charset="0"/>
              </a:rPr>
              <a:t>或</a:t>
            </a:r>
            <a:r>
              <a:rPr lang="zh-CN" altLang="en-US" dirty="0">
                <a:solidFill>
                  <a:srgbClr val="C00000"/>
                </a:solidFill>
                <a:latin typeface="Times New Roman" panose="02020603050405020304" pitchFamily="18" charset="0"/>
              </a:rPr>
              <a:t>绝对角速度</a:t>
            </a:r>
            <a:r>
              <a:rPr lang="zh-CN" altLang="en-US" dirty="0">
                <a:solidFill>
                  <a:srgbClr val="1A44A1"/>
                </a:solidFill>
                <a:latin typeface="Times New Roman" panose="02020603050405020304" pitchFamily="18" charset="0"/>
                <a:sym typeface="Symbol" panose="05050102010706020507" pitchFamily="18" charset="2"/>
              </a:rPr>
              <a:t>；</a:t>
            </a:r>
            <a:endParaRPr lang="en-US" altLang="zh-CN" dirty="0">
              <a:solidFill>
                <a:srgbClr val="1A44A1"/>
              </a:solidFill>
              <a:latin typeface="Times New Roman" panose="02020603050405020304" pitchFamily="18" charset="0"/>
              <a:sym typeface="Symbol" panose="05050102010706020507" pitchFamily="18" charset="2"/>
            </a:endParaRPr>
          </a:p>
          <a:p>
            <a:pPr marL="457200" indent="-457200">
              <a:lnSpc>
                <a:spcPct val="150000"/>
              </a:lnSpc>
              <a:buFont typeface="Wingdings" pitchFamily="2" charset="2"/>
              <a:buChar char="Ø"/>
            </a:pPr>
            <a:r>
              <a:rPr lang="zh-CN" altLang="en-US" dirty="0">
                <a:solidFill>
                  <a:srgbClr val="1A44A1"/>
                </a:solidFill>
                <a:latin typeface="Times New Roman" panose="02020603050405020304" pitchFamily="18" charset="0"/>
              </a:rPr>
              <a:t>计算力在选定运动过程中做的功；</a:t>
            </a:r>
            <a:endParaRPr lang="en-US" altLang="zh-CN" dirty="0">
              <a:solidFill>
                <a:srgbClr val="1A44A1"/>
              </a:solidFill>
              <a:latin typeface="Times New Roman" panose="02020603050405020304" pitchFamily="18" charset="0"/>
            </a:endParaRPr>
          </a:p>
          <a:p>
            <a:pPr marL="457200" indent="-457200">
              <a:lnSpc>
                <a:spcPct val="150000"/>
              </a:lnSpc>
              <a:buFont typeface="Wingdings" pitchFamily="2" charset="2"/>
              <a:buChar char="Ø"/>
            </a:pPr>
            <a:r>
              <a:rPr lang="zh-CN" altLang="en-US" dirty="0">
                <a:solidFill>
                  <a:srgbClr val="1A44A1"/>
                </a:solidFill>
                <a:latin typeface="Times New Roman" panose="02020603050405020304" pitchFamily="18" charset="0"/>
              </a:rPr>
              <a:t>应用动能定理，求解未知量。</a:t>
            </a:r>
            <a:endParaRPr lang="en-US" altLang="zh-CN" dirty="0">
              <a:solidFill>
                <a:srgbClr val="1A44A1"/>
              </a:solidFill>
              <a:latin typeface="Times New Roman" panose="02020603050405020304" pitchFamily="18" charset="0"/>
            </a:endParaRPr>
          </a:p>
        </p:txBody>
      </p:sp>
    </p:spTree>
    <p:extLst>
      <p:ext uri="{BB962C8B-B14F-4D97-AF65-F5344CB8AC3E}">
        <p14:creationId xmlns:p14="http://schemas.microsoft.com/office/powerpoint/2010/main" val="386734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3">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3">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0" grpId="0"/>
      <p:bldP spid="41" grpId="0"/>
      <p:bldP spid="4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9769DE4-4E89-B29B-92AB-A6F759AD7A51}"/>
              </a:ext>
            </a:extLst>
          </p:cNvPr>
          <p:cNvSpPr>
            <a:spLocks noGrp="1"/>
          </p:cNvSpPr>
          <p:nvPr>
            <p:ph type="sldNum" sz="quarter" idx="12"/>
          </p:nvPr>
        </p:nvSpPr>
        <p:spPr/>
        <p:txBody>
          <a:bodyPr/>
          <a:lstStyle/>
          <a:p>
            <a:fld id="{26673A84-873A-41C3-9E07-245B3A592B1D}" type="slidenum">
              <a:rPr lang="zh-CN" altLang="en-US" smtClean="0"/>
              <a:t>12</a:t>
            </a:fld>
            <a:endParaRPr lang="zh-CN" altLang="en-US"/>
          </a:p>
        </p:txBody>
      </p:sp>
      <p:sp>
        <p:nvSpPr>
          <p:cNvPr id="3" name="文本框 2">
            <a:extLst>
              <a:ext uri="{FF2B5EF4-FFF2-40B4-BE49-F238E27FC236}">
                <a16:creationId xmlns:a16="http://schemas.microsoft.com/office/drawing/2014/main" id="{127B86DE-9D4E-1973-741B-D4D609C852AB}"/>
              </a:ext>
            </a:extLst>
          </p:cNvPr>
          <p:cNvSpPr txBox="1"/>
          <p:nvPr/>
        </p:nvSpPr>
        <p:spPr>
          <a:xfrm>
            <a:off x="259892" y="593781"/>
            <a:ext cx="5608252" cy="2308324"/>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习题册</a:t>
            </a:r>
            <a:r>
              <a:rPr lang="en-US" altLang="zh-CN" sz="2000" dirty="0">
                <a:solidFill>
                  <a:srgbClr val="1A44A1"/>
                </a:solidFill>
                <a:latin typeface="Times New Roman" panose="02020603050405020304" pitchFamily="18" charset="0"/>
              </a:rPr>
              <a:t>-P34-9</a:t>
            </a:r>
            <a:r>
              <a:rPr lang="zh-CN" altLang="en-US" sz="2000" dirty="0">
                <a:solidFill>
                  <a:srgbClr val="1A44A1"/>
                </a:solidFill>
                <a:latin typeface="Times New Roman" panose="02020603050405020304" pitchFamily="18" charset="0"/>
              </a:rPr>
              <a:t>：</a:t>
            </a:r>
            <a:r>
              <a:rPr lang="zh-CN" altLang="zh-CN" sz="2000" dirty="0">
                <a:solidFill>
                  <a:srgbClr val="1A44A1"/>
                </a:solidFill>
                <a:latin typeface="Times New Roman" panose="02020603050405020304" pitchFamily="18" charset="0"/>
              </a:rPr>
              <a:t>均质圆柱体的质量为</a:t>
            </a:r>
            <a:r>
              <a:rPr lang="en-US" altLang="zh-CN" sz="2000" i="1" dirty="0">
                <a:solidFill>
                  <a:srgbClr val="1A44A1"/>
                </a:solidFill>
                <a:latin typeface="Times New Roman" panose="02020603050405020304" pitchFamily="18" charset="0"/>
              </a:rPr>
              <a:t>m</a:t>
            </a:r>
            <a:r>
              <a:rPr lang="en-US" altLang="zh-CN" sz="2000" baseline="-25000" dirty="0">
                <a:solidFill>
                  <a:srgbClr val="1A44A1"/>
                </a:solidFill>
                <a:latin typeface="Times New Roman" panose="02020603050405020304" pitchFamily="18" charset="0"/>
              </a:rPr>
              <a:t>1</a:t>
            </a:r>
            <a:r>
              <a:rPr lang="zh-CN" altLang="en-US" sz="2000" baseline="-25000" dirty="0">
                <a:solidFill>
                  <a:srgbClr val="1A44A1"/>
                </a:solidFill>
                <a:latin typeface="Times New Roman" panose="02020603050405020304" pitchFamily="18" charset="0"/>
              </a:rPr>
              <a:t>，</a:t>
            </a:r>
            <a:r>
              <a:rPr lang="zh-CN" altLang="zh-CN" sz="2000" dirty="0">
                <a:solidFill>
                  <a:srgbClr val="1A44A1"/>
                </a:solidFill>
                <a:latin typeface="Times New Roman" panose="02020603050405020304" pitchFamily="18" charset="0"/>
              </a:rPr>
              <a:t>半径为</a:t>
            </a:r>
            <a:r>
              <a:rPr lang="en-US" altLang="zh-CN" sz="2000" i="1" dirty="0">
                <a:solidFill>
                  <a:srgbClr val="1A44A1"/>
                </a:solidFill>
                <a:latin typeface="Times New Roman" panose="02020603050405020304" pitchFamily="18" charset="0"/>
              </a:rPr>
              <a:t>R</a:t>
            </a:r>
            <a:r>
              <a:rPr lang="zh-CN" altLang="zh-CN" sz="2000" dirty="0">
                <a:solidFill>
                  <a:srgbClr val="1A44A1"/>
                </a:solidFill>
                <a:latin typeface="Times New Roman" panose="02020603050405020304" pitchFamily="18" charset="0"/>
              </a:rPr>
              <a:t>，沿固定水平面作纯滚动；重物</a:t>
            </a:r>
            <a:r>
              <a:rPr lang="en-US" altLang="zh-CN" sz="2000" dirty="0">
                <a:solidFill>
                  <a:srgbClr val="1A44A1"/>
                </a:solidFill>
                <a:latin typeface="Times New Roman" panose="02020603050405020304" pitchFamily="18" charset="0"/>
              </a:rPr>
              <a:t>B</a:t>
            </a:r>
            <a:r>
              <a:rPr lang="zh-CN" altLang="zh-CN" sz="2000" dirty="0">
                <a:solidFill>
                  <a:srgbClr val="1A44A1"/>
                </a:solidFill>
                <a:latin typeface="Times New Roman" panose="02020603050405020304" pitchFamily="18" charset="0"/>
              </a:rPr>
              <a:t>的质量为</a:t>
            </a:r>
            <a:r>
              <a:rPr lang="en-US" altLang="zh-CN" sz="2000" i="1" dirty="0">
                <a:solidFill>
                  <a:srgbClr val="1A44A1"/>
                </a:solidFill>
                <a:latin typeface="Times New Roman" panose="02020603050405020304" pitchFamily="18" charset="0"/>
              </a:rPr>
              <a:t>m</a:t>
            </a:r>
            <a:r>
              <a:rPr lang="en-US" altLang="zh-CN" sz="2000" baseline="-25000" dirty="0">
                <a:solidFill>
                  <a:srgbClr val="1A44A1"/>
                </a:solidFill>
                <a:latin typeface="Times New Roman" panose="02020603050405020304" pitchFamily="18" charset="0"/>
              </a:rPr>
              <a:t>2</a:t>
            </a:r>
            <a:r>
              <a:rPr lang="zh-CN" altLang="zh-CN" sz="2000" dirty="0">
                <a:solidFill>
                  <a:srgbClr val="1A44A1"/>
                </a:solidFill>
                <a:latin typeface="Times New Roman" panose="02020603050405020304" pitchFamily="18" charset="0"/>
              </a:rPr>
              <a:t>；定滑轮</a:t>
            </a:r>
            <a:r>
              <a:rPr lang="en-US" altLang="zh-CN" sz="2000" dirty="0">
                <a:solidFill>
                  <a:srgbClr val="1A44A1"/>
                </a:solidFill>
                <a:latin typeface="Times New Roman" panose="02020603050405020304" pitchFamily="18" charset="0"/>
              </a:rPr>
              <a:t>D</a:t>
            </a:r>
            <a:r>
              <a:rPr lang="zh-CN" altLang="zh-CN" sz="2000" dirty="0">
                <a:solidFill>
                  <a:srgbClr val="1A44A1"/>
                </a:solidFill>
                <a:latin typeface="Times New Roman" panose="02020603050405020304" pitchFamily="18" charset="0"/>
              </a:rPr>
              <a:t>质量不计；弹簧的弹性系数为</a:t>
            </a:r>
            <a:r>
              <a:rPr lang="en-US" altLang="zh-CN" sz="2000" i="1" dirty="0">
                <a:solidFill>
                  <a:srgbClr val="1A44A1"/>
                </a:solidFill>
                <a:latin typeface="Times New Roman" panose="02020603050405020304" pitchFamily="18" charset="0"/>
              </a:rPr>
              <a:t>k</a:t>
            </a:r>
            <a:r>
              <a:rPr lang="zh-CN" altLang="zh-CN" sz="2000" dirty="0">
                <a:solidFill>
                  <a:srgbClr val="1A44A1"/>
                </a:solidFill>
                <a:latin typeface="Times New Roman" panose="02020603050405020304" pitchFamily="18" charset="0"/>
              </a:rPr>
              <a:t>，初始时弹簧长度为其原长</a:t>
            </a:r>
            <a:r>
              <a:rPr lang="en-US" altLang="zh-CN" sz="2000" i="1" dirty="0">
                <a:solidFill>
                  <a:srgbClr val="1A44A1"/>
                </a:solidFill>
                <a:latin typeface="Times New Roman" panose="02020603050405020304" pitchFamily="18" charset="0"/>
              </a:rPr>
              <a:t>L</a:t>
            </a:r>
            <a:r>
              <a:rPr lang="en-US" altLang="zh-CN" sz="2000" baseline="-25000" dirty="0">
                <a:solidFill>
                  <a:srgbClr val="1A44A1"/>
                </a:solidFill>
                <a:latin typeface="Times New Roman" panose="02020603050405020304" pitchFamily="18" charset="0"/>
              </a:rPr>
              <a:t>0</a:t>
            </a:r>
            <a:r>
              <a:rPr lang="zh-CN" altLang="zh-CN" sz="2000" dirty="0">
                <a:solidFill>
                  <a:srgbClr val="1A44A1"/>
                </a:solidFill>
                <a:latin typeface="Times New Roman" panose="02020603050405020304" pitchFamily="18" charset="0"/>
              </a:rPr>
              <a:t>的一半，系统从静止无初速释放。试求重物下降</a:t>
            </a:r>
            <a:r>
              <a:rPr lang="en-US" altLang="zh-CN" sz="2000" i="1" dirty="0">
                <a:solidFill>
                  <a:srgbClr val="1A44A1"/>
                </a:solidFill>
                <a:latin typeface="Times New Roman" panose="02020603050405020304" pitchFamily="18" charset="0"/>
              </a:rPr>
              <a:t>h</a:t>
            </a:r>
            <a:r>
              <a:rPr lang="en-US" altLang="zh-CN" sz="2000" dirty="0">
                <a:solidFill>
                  <a:srgbClr val="1A44A1"/>
                </a:solidFill>
                <a:latin typeface="Times New Roman" panose="02020603050405020304" pitchFamily="18" charset="0"/>
              </a:rPr>
              <a:t>=2</a:t>
            </a:r>
            <a:r>
              <a:rPr lang="en-US" altLang="zh-CN" sz="2000" i="1" dirty="0">
                <a:solidFill>
                  <a:srgbClr val="1A44A1"/>
                </a:solidFill>
                <a:latin typeface="Times New Roman" panose="02020603050405020304" pitchFamily="18" charset="0"/>
              </a:rPr>
              <a:t>L</a:t>
            </a:r>
            <a:r>
              <a:rPr lang="en-US" altLang="zh-CN" sz="2000" baseline="-25000" dirty="0">
                <a:solidFill>
                  <a:srgbClr val="1A44A1"/>
                </a:solidFill>
                <a:latin typeface="Times New Roman" panose="02020603050405020304" pitchFamily="18" charset="0"/>
              </a:rPr>
              <a:t>0</a:t>
            </a:r>
            <a:r>
              <a:rPr lang="zh-CN" altLang="zh-CN" sz="2000" dirty="0">
                <a:solidFill>
                  <a:srgbClr val="1A44A1"/>
                </a:solidFill>
                <a:latin typeface="Times New Roman" panose="02020603050405020304" pitchFamily="18" charset="0"/>
              </a:rPr>
              <a:t>时的速度和加速度以及水平段绳索拉力。</a:t>
            </a:r>
          </a:p>
        </p:txBody>
      </p:sp>
      <p:sp>
        <p:nvSpPr>
          <p:cNvPr id="6" name="文本框 5">
            <a:extLst>
              <a:ext uri="{FF2B5EF4-FFF2-40B4-BE49-F238E27FC236}">
                <a16:creationId xmlns:a16="http://schemas.microsoft.com/office/drawing/2014/main" id="{3CC10930-8AA5-D28A-6FD3-70AA28C5BB2F}"/>
              </a:ext>
            </a:extLst>
          </p:cNvPr>
          <p:cNvSpPr txBox="1"/>
          <p:nvPr/>
        </p:nvSpPr>
        <p:spPr>
          <a:xfrm>
            <a:off x="242350" y="2873425"/>
            <a:ext cx="9129406"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解：</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整体</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受力和运动分析如图，由运动学知                  。</a:t>
            </a:r>
            <a:endParaRPr lang="zh-CN" altLang="zh-CN" sz="2000" dirty="0">
              <a:solidFill>
                <a:srgbClr val="1A44A1"/>
              </a:solidFill>
              <a:latin typeface="Times New Roman" panose="02020603050405020304" pitchFamily="18" charset="0"/>
            </a:endParaRPr>
          </a:p>
        </p:txBody>
      </p:sp>
      <p:sp>
        <p:nvSpPr>
          <p:cNvPr id="21" name="文本框 20">
            <a:extLst>
              <a:ext uri="{FF2B5EF4-FFF2-40B4-BE49-F238E27FC236}">
                <a16:creationId xmlns:a16="http://schemas.microsoft.com/office/drawing/2014/main" id="{33EBE505-EF01-E594-C41C-10BB18B068CA}"/>
              </a:ext>
            </a:extLst>
          </p:cNvPr>
          <p:cNvSpPr txBox="1"/>
          <p:nvPr/>
        </p:nvSpPr>
        <p:spPr>
          <a:xfrm>
            <a:off x="157461" y="5877272"/>
            <a:ext cx="259228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代入动能定理：</a:t>
            </a:r>
            <a:endParaRPr lang="zh-CN" altLang="zh-CN" sz="2000" dirty="0">
              <a:solidFill>
                <a:srgbClr val="1A44A1"/>
              </a:solidFill>
              <a:latin typeface="Times New Roman" panose="02020603050405020304" pitchFamily="18" charset="0"/>
            </a:endParaRPr>
          </a:p>
        </p:txBody>
      </p:sp>
      <p:pic>
        <p:nvPicPr>
          <p:cNvPr id="24578" name="Picture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796136" y="889695"/>
            <a:ext cx="3143071" cy="1166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 name="文本框 13">
            <a:extLst>
              <a:ext uri="{FF2B5EF4-FFF2-40B4-BE49-F238E27FC236}">
                <a16:creationId xmlns:a16="http://schemas.microsoft.com/office/drawing/2014/main" id="{93B51CFB-9531-C407-5C74-82104E57FBD6}"/>
              </a:ext>
            </a:extLst>
          </p:cNvPr>
          <p:cNvSpPr txBox="1"/>
          <p:nvPr/>
        </p:nvSpPr>
        <p:spPr>
          <a:xfrm>
            <a:off x="429072" y="3394770"/>
            <a:ext cx="547260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根据动能定理</a:t>
            </a:r>
            <a:endParaRPr lang="zh-CN" altLang="zh-CN" sz="2000" dirty="0">
              <a:solidFill>
                <a:srgbClr val="1A44A1"/>
              </a:solidFill>
              <a:latin typeface="Times New Roman" panose="02020603050405020304" pitchFamily="18" charset="0"/>
            </a:endParaRPr>
          </a:p>
        </p:txBody>
      </p:sp>
      <p:graphicFrame>
        <p:nvGraphicFramePr>
          <p:cNvPr id="39" name="对象 38">
            <a:extLst>
              <a:ext uri="{FF2B5EF4-FFF2-40B4-BE49-F238E27FC236}">
                <a16:creationId xmlns:a16="http://schemas.microsoft.com/office/drawing/2014/main" id="{C0C17D94-C016-66D1-3E82-66C13B0F2C3C}"/>
              </a:ext>
            </a:extLst>
          </p:cNvPr>
          <p:cNvGraphicFramePr>
            <a:graphicFrameLocks noChangeAspect="1"/>
          </p:cNvGraphicFramePr>
          <p:nvPr>
            <p:extLst>
              <p:ext uri="{D42A27DB-BD31-4B8C-83A1-F6EECF244321}">
                <p14:modId xmlns:p14="http://schemas.microsoft.com/office/powerpoint/2010/main" val="2151327689"/>
              </p:ext>
            </p:extLst>
          </p:nvPr>
        </p:nvGraphicFramePr>
        <p:xfrm>
          <a:off x="2195736" y="3351143"/>
          <a:ext cx="1873250" cy="487363"/>
        </p:xfrm>
        <a:graphic>
          <a:graphicData uri="http://schemas.openxmlformats.org/presentationml/2006/ole">
            <mc:AlternateContent xmlns:mc="http://schemas.openxmlformats.org/markup-compatibility/2006">
              <mc:Choice xmlns:v="urn:schemas-microsoft-com:vml" Requires="v">
                <p:oleObj name="Equation" r:id="rId3" imgW="825480" imgH="215640" progId="Equation.DSMT4">
                  <p:embed/>
                </p:oleObj>
              </mc:Choice>
              <mc:Fallback>
                <p:oleObj name="Equation" r:id="rId3" imgW="825480" imgH="215640" progId="Equation.DSMT4">
                  <p:embed/>
                  <p:pic>
                    <p:nvPicPr>
                      <p:cNvPr id="0" name=""/>
                      <p:cNvPicPr/>
                      <p:nvPr/>
                    </p:nvPicPr>
                    <p:blipFill>
                      <a:blip r:embed="rId4"/>
                      <a:stretch>
                        <a:fillRect/>
                      </a:stretch>
                    </p:blipFill>
                    <p:spPr>
                      <a:xfrm>
                        <a:off x="2195736" y="3351143"/>
                        <a:ext cx="1873250" cy="487363"/>
                      </a:xfrm>
                      <a:prstGeom prst="rect">
                        <a:avLst/>
                      </a:prstGeom>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832171747"/>
              </p:ext>
            </p:extLst>
          </p:nvPr>
        </p:nvGraphicFramePr>
        <p:xfrm>
          <a:off x="136525" y="4005263"/>
          <a:ext cx="777875" cy="430212"/>
        </p:xfrm>
        <a:graphic>
          <a:graphicData uri="http://schemas.openxmlformats.org/presentationml/2006/ole">
            <mc:AlternateContent xmlns:mc="http://schemas.openxmlformats.org/markup-compatibility/2006">
              <mc:Choice xmlns:v="urn:schemas-microsoft-com:vml" Requires="v">
                <p:oleObj name="Equation" r:id="rId5" imgW="342720" imgH="190440" progId="Equation.DSMT4">
                  <p:embed/>
                </p:oleObj>
              </mc:Choice>
              <mc:Fallback>
                <p:oleObj name="Equation" r:id="rId5" imgW="342720" imgH="190440" progId="Equation.DSMT4">
                  <p:embed/>
                  <p:pic>
                    <p:nvPicPr>
                      <p:cNvPr id="0" name="对象 19"/>
                      <p:cNvPicPr>
                        <a:picLocks noChangeAspect="1" noChangeArrowheads="1"/>
                      </p:cNvPicPr>
                      <p:nvPr/>
                    </p:nvPicPr>
                    <p:blipFill>
                      <a:blip r:embed="rId6"/>
                      <a:srcRect/>
                      <a:stretch>
                        <a:fillRect/>
                      </a:stretch>
                    </p:blipFill>
                    <p:spPr bwMode="auto">
                      <a:xfrm>
                        <a:off x="136525" y="4005263"/>
                        <a:ext cx="7778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 name="对象 39"/>
          <p:cNvGraphicFramePr>
            <a:graphicFrameLocks noChangeAspect="1"/>
          </p:cNvGraphicFramePr>
          <p:nvPr>
            <p:extLst>
              <p:ext uri="{D42A27DB-BD31-4B8C-83A1-F6EECF244321}">
                <p14:modId xmlns:p14="http://schemas.microsoft.com/office/powerpoint/2010/main" val="686984534"/>
              </p:ext>
            </p:extLst>
          </p:nvPr>
        </p:nvGraphicFramePr>
        <p:xfrm>
          <a:off x="971600" y="3735561"/>
          <a:ext cx="8094663" cy="917575"/>
        </p:xfrm>
        <a:graphic>
          <a:graphicData uri="http://schemas.openxmlformats.org/presentationml/2006/ole">
            <mc:AlternateContent xmlns:mc="http://schemas.openxmlformats.org/markup-compatibility/2006">
              <mc:Choice xmlns:v="urn:schemas-microsoft-com:vml" Requires="v">
                <p:oleObj name="Equation" r:id="rId7" imgW="3568680" imgH="406080" progId="Equation.DSMT4">
                  <p:embed/>
                </p:oleObj>
              </mc:Choice>
              <mc:Fallback>
                <p:oleObj name="Equation" r:id="rId7" imgW="3568680" imgH="406080" progId="Equation.DSMT4">
                  <p:embed/>
                  <p:pic>
                    <p:nvPicPr>
                      <p:cNvPr id="0" name="对象 17"/>
                      <p:cNvPicPr>
                        <a:picLocks noChangeAspect="1" noChangeArrowheads="1"/>
                      </p:cNvPicPr>
                      <p:nvPr/>
                    </p:nvPicPr>
                    <p:blipFill>
                      <a:blip r:embed="rId8"/>
                      <a:srcRect/>
                      <a:stretch>
                        <a:fillRect/>
                      </a:stretch>
                    </p:blipFill>
                    <p:spPr bwMode="auto">
                      <a:xfrm>
                        <a:off x="971600" y="3735561"/>
                        <a:ext cx="8094663"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 name="对象 40"/>
          <p:cNvGraphicFramePr>
            <a:graphicFrameLocks noChangeAspect="1"/>
          </p:cNvGraphicFramePr>
          <p:nvPr>
            <p:extLst>
              <p:ext uri="{D42A27DB-BD31-4B8C-83A1-F6EECF244321}">
                <p14:modId xmlns:p14="http://schemas.microsoft.com/office/powerpoint/2010/main" val="373000166"/>
              </p:ext>
            </p:extLst>
          </p:nvPr>
        </p:nvGraphicFramePr>
        <p:xfrm>
          <a:off x="63500" y="4572000"/>
          <a:ext cx="5873750" cy="1004888"/>
        </p:xfrm>
        <a:graphic>
          <a:graphicData uri="http://schemas.openxmlformats.org/presentationml/2006/ole">
            <mc:AlternateContent xmlns:mc="http://schemas.openxmlformats.org/markup-compatibility/2006">
              <mc:Choice xmlns:v="urn:schemas-microsoft-com:vml" Requires="v">
                <p:oleObj name="Equation" r:id="rId9" imgW="2590560" imgH="444240" progId="Equation.DSMT4">
                  <p:embed/>
                </p:oleObj>
              </mc:Choice>
              <mc:Fallback>
                <p:oleObj name="Equation" r:id="rId9" imgW="2590560" imgH="444240" progId="Equation.DSMT4">
                  <p:embed/>
                  <p:pic>
                    <p:nvPicPr>
                      <p:cNvPr id="0" name="对象 14"/>
                      <p:cNvPicPr>
                        <a:picLocks noChangeAspect="1" noChangeArrowheads="1"/>
                      </p:cNvPicPr>
                      <p:nvPr/>
                    </p:nvPicPr>
                    <p:blipFill>
                      <a:blip r:embed="rId10"/>
                      <a:srcRect/>
                      <a:stretch>
                        <a:fillRect/>
                      </a:stretch>
                    </p:blipFill>
                    <p:spPr bwMode="auto">
                      <a:xfrm>
                        <a:off x="63500" y="4572000"/>
                        <a:ext cx="587375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2" name="对象 41"/>
          <p:cNvGraphicFramePr>
            <a:graphicFrameLocks noChangeAspect="1"/>
          </p:cNvGraphicFramePr>
          <p:nvPr>
            <p:extLst>
              <p:ext uri="{D42A27DB-BD31-4B8C-83A1-F6EECF244321}">
                <p14:modId xmlns:p14="http://schemas.microsoft.com/office/powerpoint/2010/main" val="2349797204"/>
              </p:ext>
            </p:extLst>
          </p:nvPr>
        </p:nvGraphicFramePr>
        <p:xfrm>
          <a:off x="5378995" y="2854772"/>
          <a:ext cx="1065213" cy="430212"/>
        </p:xfrm>
        <a:graphic>
          <a:graphicData uri="http://schemas.openxmlformats.org/presentationml/2006/ole">
            <mc:AlternateContent xmlns:mc="http://schemas.openxmlformats.org/markup-compatibility/2006">
              <mc:Choice xmlns:v="urn:schemas-microsoft-com:vml" Requires="v">
                <p:oleObj name="Equation" r:id="rId11" imgW="469800" imgH="190440" progId="Equation.DSMT4">
                  <p:embed/>
                </p:oleObj>
              </mc:Choice>
              <mc:Fallback>
                <p:oleObj name="Equation" r:id="rId11" imgW="469800" imgH="190440" progId="Equation.DSMT4">
                  <p:embed/>
                  <p:pic>
                    <p:nvPicPr>
                      <p:cNvPr id="0" name="对象 38"/>
                      <p:cNvPicPr>
                        <a:picLocks noChangeAspect="1" noChangeArrowheads="1"/>
                      </p:cNvPicPr>
                      <p:nvPr/>
                    </p:nvPicPr>
                    <p:blipFill>
                      <a:blip r:embed="rId12"/>
                      <a:srcRect/>
                      <a:stretch>
                        <a:fillRect/>
                      </a:stretch>
                    </p:blipFill>
                    <p:spPr bwMode="auto">
                      <a:xfrm>
                        <a:off x="5378995" y="2854772"/>
                        <a:ext cx="106521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 name="对象 42"/>
          <p:cNvGraphicFramePr>
            <a:graphicFrameLocks noChangeAspect="1"/>
          </p:cNvGraphicFramePr>
          <p:nvPr>
            <p:extLst>
              <p:ext uri="{D42A27DB-BD31-4B8C-83A1-F6EECF244321}">
                <p14:modId xmlns:p14="http://schemas.microsoft.com/office/powerpoint/2010/main" val="529234745"/>
              </p:ext>
            </p:extLst>
          </p:nvPr>
        </p:nvGraphicFramePr>
        <p:xfrm>
          <a:off x="2195736" y="5661402"/>
          <a:ext cx="3284537" cy="831850"/>
        </p:xfrm>
        <a:graphic>
          <a:graphicData uri="http://schemas.openxmlformats.org/presentationml/2006/ole">
            <mc:AlternateContent xmlns:mc="http://schemas.openxmlformats.org/markup-compatibility/2006">
              <mc:Choice xmlns:v="urn:schemas-microsoft-com:vml" Requires="v">
                <p:oleObj name="Equation" r:id="rId13" imgW="1447560" imgH="368280" progId="Equation.DSMT4">
                  <p:embed/>
                </p:oleObj>
              </mc:Choice>
              <mc:Fallback>
                <p:oleObj name="Equation" r:id="rId13" imgW="1447560" imgH="368280" progId="Equation.DSMT4">
                  <p:embed/>
                  <p:pic>
                    <p:nvPicPr>
                      <p:cNvPr id="0" name="对象 39"/>
                      <p:cNvPicPr>
                        <a:picLocks noChangeAspect="1" noChangeArrowheads="1"/>
                      </p:cNvPicPr>
                      <p:nvPr/>
                    </p:nvPicPr>
                    <p:blipFill>
                      <a:blip r:embed="rId14"/>
                      <a:srcRect/>
                      <a:stretch>
                        <a:fillRect/>
                      </a:stretch>
                    </p:blipFill>
                    <p:spPr bwMode="auto">
                      <a:xfrm>
                        <a:off x="2195736" y="5661402"/>
                        <a:ext cx="328453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 name="文本框 20">
            <a:extLst>
              <a:ext uri="{FF2B5EF4-FFF2-40B4-BE49-F238E27FC236}">
                <a16:creationId xmlns:a16="http://schemas.microsoft.com/office/drawing/2014/main" id="{33EBE505-EF01-E594-C41C-10BB18B068CA}"/>
              </a:ext>
            </a:extLst>
          </p:cNvPr>
          <p:cNvSpPr txBox="1"/>
          <p:nvPr/>
        </p:nvSpPr>
        <p:spPr>
          <a:xfrm>
            <a:off x="5970762" y="5877272"/>
            <a:ext cx="318469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解得：                                  </a:t>
            </a:r>
            <a:endParaRPr lang="zh-CN" altLang="zh-CN" sz="2000" dirty="0">
              <a:solidFill>
                <a:srgbClr val="1A44A1"/>
              </a:solidFill>
              <a:latin typeface="Times New Roman" panose="02020603050405020304" pitchFamily="18" charset="0"/>
            </a:endParaRPr>
          </a:p>
        </p:txBody>
      </p:sp>
      <p:graphicFrame>
        <p:nvGraphicFramePr>
          <p:cNvPr id="47" name="对象 46"/>
          <p:cNvGraphicFramePr>
            <a:graphicFrameLocks noChangeAspect="1"/>
          </p:cNvGraphicFramePr>
          <p:nvPr>
            <p:extLst>
              <p:ext uri="{D42A27DB-BD31-4B8C-83A1-F6EECF244321}">
                <p14:modId xmlns:p14="http://schemas.microsoft.com/office/powerpoint/2010/main" val="1071265320"/>
              </p:ext>
            </p:extLst>
          </p:nvPr>
        </p:nvGraphicFramePr>
        <p:xfrm>
          <a:off x="6886228" y="5604252"/>
          <a:ext cx="2076450" cy="946150"/>
        </p:xfrm>
        <a:graphic>
          <a:graphicData uri="http://schemas.openxmlformats.org/presentationml/2006/ole">
            <mc:AlternateContent xmlns:mc="http://schemas.openxmlformats.org/markup-compatibility/2006">
              <mc:Choice xmlns:v="urn:schemas-microsoft-com:vml" Requires="v">
                <p:oleObj name="Equation" r:id="rId15" imgW="914400" imgH="419040" progId="Equation.DSMT4">
                  <p:embed/>
                </p:oleObj>
              </mc:Choice>
              <mc:Fallback>
                <p:oleObj name="Equation" r:id="rId15" imgW="914400" imgH="41904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886228" y="5604252"/>
                        <a:ext cx="20764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 name="组合 3"/>
          <p:cNvGrpSpPr/>
          <p:nvPr/>
        </p:nvGrpSpPr>
        <p:grpSpPr>
          <a:xfrm>
            <a:off x="5970762" y="342181"/>
            <a:ext cx="3296064" cy="2544392"/>
            <a:chOff x="5970762" y="342181"/>
            <a:chExt cx="3296064" cy="2544392"/>
          </a:xfrm>
        </p:grpSpPr>
        <p:cxnSp>
          <p:nvCxnSpPr>
            <p:cNvPr id="19" name="直接箭头连接符 18">
              <a:extLst>
                <a:ext uri="{FF2B5EF4-FFF2-40B4-BE49-F238E27FC236}">
                  <a16:creationId xmlns:a16="http://schemas.microsoft.com/office/drawing/2014/main" id="{6B4E276D-8C8F-9B16-2F02-32374D59A433}"/>
                </a:ext>
              </a:extLst>
            </p:cNvPr>
            <p:cNvCxnSpPr>
              <a:cxnSpLocks/>
            </p:cNvCxnSpPr>
            <p:nvPr/>
          </p:nvCxnSpPr>
          <p:spPr>
            <a:xfrm flipV="1">
              <a:off x="6847681" y="413063"/>
              <a:ext cx="0" cy="1575777"/>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文本框 58">
                  <a:extLst>
                    <a:ext uri="{FF2B5EF4-FFF2-40B4-BE49-F238E27FC236}">
                      <a16:creationId xmlns:a16="http://schemas.microsoft.com/office/drawing/2014/main" id="{CB0E7CBA-376D-CDA9-5FDC-25EE7B63D3A4}"/>
                    </a:ext>
                  </a:extLst>
                </p:cNvPr>
                <p:cNvSpPr txBox="1"/>
                <p:nvPr/>
              </p:nvSpPr>
              <p:spPr>
                <a:xfrm>
                  <a:off x="6372199" y="342181"/>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b="0" i="1" smtClean="0">
                                <a:solidFill>
                                  <a:srgbClr val="C00000"/>
                                </a:solidFill>
                                <a:latin typeface="Cambria Math" panose="02040503050406030204" pitchFamily="18" charset="0"/>
                              </a:rPr>
                              <m:t>𝑁</m:t>
                            </m:r>
                          </m:sub>
                        </m:sSub>
                      </m:oMath>
                    </m:oMathPara>
                  </a14:m>
                  <a:endParaRPr lang="en-US" altLang="zh-CN" dirty="0">
                    <a:solidFill>
                      <a:srgbClr val="C00000"/>
                    </a:solidFill>
                    <a:latin typeface="Times New Roman" panose="02020603050405020304" pitchFamily="18" charset="0"/>
                  </a:endParaRPr>
                </a:p>
              </p:txBody>
            </p:sp>
          </mc:Choice>
          <mc:Fallback xmlns="">
            <p:sp>
              <p:nvSpPr>
                <p:cNvPr id="23" name="文本框 58">
                  <a:extLst>
                    <a:ext uri="{FF2B5EF4-FFF2-40B4-BE49-F238E27FC236}">
                      <a16:creationId xmlns:a16="http://schemas.microsoft.com/office/drawing/2014/main" xmlns="" xmlns:a14="http://schemas.microsoft.com/office/drawing/2010/main" id="{CB0E7CBA-376D-CDA9-5FDC-25EE7B63D3A4}"/>
                    </a:ext>
                  </a:extLst>
                </p:cNvPr>
                <p:cNvSpPr txBox="1">
                  <a:spLocks noRot="1" noChangeAspect="1" noMove="1" noResize="1" noEditPoints="1" noAdjustHandles="1" noChangeArrowheads="1" noChangeShapeType="1" noTextEdit="1"/>
                </p:cNvSpPr>
                <p:nvPr/>
              </p:nvSpPr>
              <p:spPr>
                <a:xfrm>
                  <a:off x="6372199" y="342181"/>
                  <a:ext cx="644651" cy="369332"/>
                </a:xfrm>
                <a:prstGeom prst="rect">
                  <a:avLst/>
                </a:prstGeom>
                <a:blipFill rotWithShape="1">
                  <a:blip r:embed="rId18"/>
                  <a:stretch>
                    <a:fillRect/>
                  </a:stretch>
                </a:blipFill>
              </p:spPr>
              <p:txBody>
                <a:bodyPr/>
                <a:lstStyle/>
                <a:p>
                  <a:r>
                    <a:rPr lang="zh-CN" altLang="en-US">
                      <a:noFill/>
                    </a:rPr>
                    <a:t> </a:t>
                  </a:r>
                </a:p>
              </p:txBody>
            </p:sp>
          </mc:Fallback>
        </mc:AlternateContent>
        <p:cxnSp>
          <p:nvCxnSpPr>
            <p:cNvPr id="28" name="直接箭头连接符 27">
              <a:extLst>
                <a:ext uri="{FF2B5EF4-FFF2-40B4-BE49-F238E27FC236}">
                  <a16:creationId xmlns:a16="http://schemas.microsoft.com/office/drawing/2014/main" id="{EC9BC420-8ADE-C181-FE46-C935AA374DA8}"/>
                </a:ext>
              </a:extLst>
            </p:cNvPr>
            <p:cNvCxnSpPr>
              <a:cxnSpLocks/>
            </p:cNvCxnSpPr>
            <p:nvPr/>
          </p:nvCxnSpPr>
          <p:spPr>
            <a:xfrm>
              <a:off x="8622175" y="1912991"/>
              <a:ext cx="12261" cy="973582"/>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文本框 71">
                  <a:extLst>
                    <a:ext uri="{FF2B5EF4-FFF2-40B4-BE49-F238E27FC236}">
                      <a16:creationId xmlns:a16="http://schemas.microsoft.com/office/drawing/2014/main" id="{394CB779-BDEE-4A98-83DC-2D2248C86B4B}"/>
                    </a:ext>
                  </a:extLst>
                </p:cNvPr>
                <p:cNvSpPr txBox="1"/>
                <p:nvPr/>
              </p:nvSpPr>
              <p:spPr>
                <a:xfrm>
                  <a:off x="8622175" y="2483604"/>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𝑚</m:t>
                            </m:r>
                          </m:e>
                          <m:sub>
                            <m:r>
                              <a:rPr lang="en-US" altLang="zh-CN" b="0" i="1" smtClean="0">
                                <a:solidFill>
                                  <a:srgbClr val="C00000"/>
                                </a:solidFill>
                                <a:latin typeface="Cambria Math"/>
                              </a:rPr>
                              <m:t>2</m:t>
                            </m:r>
                          </m:sub>
                        </m:sSub>
                        <m:r>
                          <a:rPr lang="en-US" altLang="zh-CN" b="1" i="1">
                            <a:solidFill>
                              <a:srgbClr val="C00000"/>
                            </a:solidFill>
                            <a:latin typeface="Cambria Math" panose="02040503050406030204" pitchFamily="18" charset="0"/>
                          </a:rPr>
                          <m:t>𝒈</m:t>
                        </m:r>
                      </m:oMath>
                    </m:oMathPara>
                  </a14:m>
                  <a:endParaRPr lang="en-US" altLang="zh-CN" dirty="0">
                    <a:solidFill>
                      <a:srgbClr val="C00000"/>
                    </a:solidFill>
                    <a:latin typeface="Times New Roman" panose="02020603050405020304" pitchFamily="18" charset="0"/>
                  </a:endParaRPr>
                </a:p>
              </p:txBody>
            </p:sp>
          </mc:Choice>
          <mc:Fallback xmlns="">
            <p:sp>
              <p:nvSpPr>
                <p:cNvPr id="29" name="文本框 71">
                  <a:extLst>
                    <a:ext uri="{FF2B5EF4-FFF2-40B4-BE49-F238E27FC236}">
                      <a16:creationId xmlns:a16="http://schemas.microsoft.com/office/drawing/2014/main" xmlns="" xmlns:a14="http://schemas.microsoft.com/office/drawing/2010/main" id="{394CB779-BDEE-4A98-83DC-2D2248C86B4B}"/>
                    </a:ext>
                  </a:extLst>
                </p:cNvPr>
                <p:cNvSpPr txBox="1">
                  <a:spLocks noRot="1" noChangeAspect="1" noMove="1" noResize="1" noEditPoints="1" noAdjustHandles="1" noChangeArrowheads="1" noChangeShapeType="1" noTextEdit="1"/>
                </p:cNvSpPr>
                <p:nvPr/>
              </p:nvSpPr>
              <p:spPr>
                <a:xfrm>
                  <a:off x="8622175" y="2483604"/>
                  <a:ext cx="644651" cy="369332"/>
                </a:xfrm>
                <a:prstGeom prst="rect">
                  <a:avLst/>
                </a:prstGeom>
                <a:blipFill rotWithShape="1">
                  <a:blip r:embed="rId19"/>
                  <a:stretch>
                    <a:fillRect b="-6557"/>
                  </a:stretch>
                </a:blipFill>
              </p:spPr>
              <p:txBody>
                <a:bodyPr/>
                <a:lstStyle/>
                <a:p>
                  <a:r>
                    <a:rPr lang="zh-CN" altLang="en-US">
                      <a:noFill/>
                    </a:rPr>
                    <a:t> </a:t>
                  </a:r>
                </a:p>
              </p:txBody>
            </p:sp>
          </mc:Fallback>
        </mc:AlternateContent>
        <p:cxnSp>
          <p:nvCxnSpPr>
            <p:cNvPr id="30" name="直接箭头连接符 29">
              <a:extLst>
                <a:ext uri="{FF2B5EF4-FFF2-40B4-BE49-F238E27FC236}">
                  <a16:creationId xmlns:a16="http://schemas.microsoft.com/office/drawing/2014/main" id="{6B4E276D-8C8F-9B16-2F02-32374D59A433}"/>
                </a:ext>
              </a:extLst>
            </p:cNvPr>
            <p:cNvCxnSpPr>
              <a:cxnSpLocks/>
            </p:cNvCxnSpPr>
            <p:nvPr/>
          </p:nvCxnSpPr>
          <p:spPr>
            <a:xfrm flipH="1" flipV="1">
              <a:off x="6156176" y="1472918"/>
              <a:ext cx="691506" cy="1"/>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文本框 58">
                  <a:extLst>
                    <a:ext uri="{FF2B5EF4-FFF2-40B4-BE49-F238E27FC236}">
                      <a16:creationId xmlns:a16="http://schemas.microsoft.com/office/drawing/2014/main" id="{CB0E7CBA-376D-CDA9-5FDC-25EE7B63D3A4}"/>
                    </a:ext>
                  </a:extLst>
                </p:cNvPr>
                <p:cNvSpPr txBox="1"/>
                <p:nvPr/>
              </p:nvSpPr>
              <p:spPr>
                <a:xfrm>
                  <a:off x="6069270" y="1016285"/>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1" i="1">
                            <a:solidFill>
                              <a:srgbClr val="C00000"/>
                            </a:solidFill>
                            <a:latin typeface="Cambria Math"/>
                          </a:rPr>
                          <m:t>𝑻</m:t>
                        </m:r>
                      </m:oMath>
                    </m:oMathPara>
                  </a14:m>
                  <a:endParaRPr lang="en-US" altLang="zh-CN" dirty="0">
                    <a:solidFill>
                      <a:srgbClr val="C00000"/>
                    </a:solidFill>
                    <a:latin typeface="Times New Roman" panose="02020603050405020304" pitchFamily="18" charset="0"/>
                  </a:endParaRPr>
                </a:p>
              </p:txBody>
            </p:sp>
          </mc:Choice>
          <mc:Fallback xmlns="">
            <p:sp>
              <p:nvSpPr>
                <p:cNvPr id="31" name="文本框 58">
                  <a:extLst>
                    <a:ext uri="{FF2B5EF4-FFF2-40B4-BE49-F238E27FC236}">
                      <a16:creationId xmlns:a16="http://schemas.microsoft.com/office/drawing/2014/main" xmlns="" xmlns:a14="http://schemas.microsoft.com/office/drawing/2010/main" id="{CB0E7CBA-376D-CDA9-5FDC-25EE7B63D3A4}"/>
                    </a:ext>
                  </a:extLst>
                </p:cNvPr>
                <p:cNvSpPr txBox="1">
                  <a:spLocks noRot="1" noChangeAspect="1" noMove="1" noResize="1" noEditPoints="1" noAdjustHandles="1" noChangeArrowheads="1" noChangeShapeType="1" noTextEdit="1"/>
                </p:cNvSpPr>
                <p:nvPr/>
              </p:nvSpPr>
              <p:spPr>
                <a:xfrm>
                  <a:off x="6069270" y="1016285"/>
                  <a:ext cx="644651" cy="369332"/>
                </a:xfrm>
                <a:prstGeom prst="rect">
                  <a:avLst/>
                </a:prstGeom>
                <a:blipFill rotWithShape="1">
                  <a:blip r:embed="rId2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71">
                  <a:extLst>
                    <a:ext uri="{FF2B5EF4-FFF2-40B4-BE49-F238E27FC236}">
                      <a16:creationId xmlns:a16="http://schemas.microsoft.com/office/drawing/2014/main" id="{394CB779-BDEE-4A98-83DC-2D2248C86B4B}"/>
                    </a:ext>
                  </a:extLst>
                </p:cNvPr>
                <p:cNvSpPr txBox="1"/>
                <p:nvPr/>
              </p:nvSpPr>
              <p:spPr>
                <a:xfrm>
                  <a:off x="6860662" y="2210907"/>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𝑚</m:t>
                            </m:r>
                          </m:e>
                          <m:sub>
                            <m:r>
                              <a:rPr lang="en-US" altLang="zh-CN" b="0" i="1" smtClean="0">
                                <a:solidFill>
                                  <a:srgbClr val="C00000"/>
                                </a:solidFill>
                                <a:latin typeface="Cambria Math"/>
                              </a:rPr>
                              <m:t>1</m:t>
                            </m:r>
                          </m:sub>
                        </m:sSub>
                        <m:r>
                          <a:rPr lang="en-US" altLang="zh-CN" b="1" i="1">
                            <a:solidFill>
                              <a:srgbClr val="C00000"/>
                            </a:solidFill>
                            <a:latin typeface="Cambria Math" panose="02040503050406030204" pitchFamily="18" charset="0"/>
                          </a:rPr>
                          <m:t>𝒈</m:t>
                        </m:r>
                      </m:oMath>
                    </m:oMathPara>
                  </a14:m>
                  <a:endParaRPr lang="en-US" altLang="zh-CN" dirty="0">
                    <a:solidFill>
                      <a:srgbClr val="C00000"/>
                    </a:solidFill>
                    <a:latin typeface="Times New Roman" panose="02020603050405020304" pitchFamily="18" charset="0"/>
                  </a:endParaRPr>
                </a:p>
              </p:txBody>
            </p:sp>
          </mc:Choice>
          <mc:Fallback xmlns="">
            <p:sp>
              <p:nvSpPr>
                <p:cNvPr id="32" name="文本框 71">
                  <a:extLst>
                    <a:ext uri="{FF2B5EF4-FFF2-40B4-BE49-F238E27FC236}">
                      <a16:creationId xmlns:a16="http://schemas.microsoft.com/office/drawing/2014/main" xmlns="" xmlns:a14="http://schemas.microsoft.com/office/drawing/2010/main" id="{394CB779-BDEE-4A98-83DC-2D2248C86B4B}"/>
                    </a:ext>
                  </a:extLst>
                </p:cNvPr>
                <p:cNvSpPr txBox="1">
                  <a:spLocks noRot="1" noChangeAspect="1" noMove="1" noResize="1" noEditPoints="1" noAdjustHandles="1" noChangeArrowheads="1" noChangeShapeType="1" noTextEdit="1"/>
                </p:cNvSpPr>
                <p:nvPr/>
              </p:nvSpPr>
              <p:spPr>
                <a:xfrm>
                  <a:off x="6860662" y="2210907"/>
                  <a:ext cx="644651" cy="369332"/>
                </a:xfrm>
                <a:prstGeom prst="rect">
                  <a:avLst/>
                </a:prstGeom>
                <a:blipFill rotWithShape="1">
                  <a:blip r:embed="rId21"/>
                  <a:stretch>
                    <a:fillRect b="-8333"/>
                  </a:stretch>
                </a:blipFill>
              </p:spPr>
              <p:txBody>
                <a:bodyPr/>
                <a:lstStyle/>
                <a:p>
                  <a:r>
                    <a:rPr lang="zh-CN" altLang="en-US">
                      <a:noFill/>
                    </a:rPr>
                    <a:t> </a:t>
                  </a:r>
                </a:p>
              </p:txBody>
            </p:sp>
          </mc:Fallback>
        </mc:AlternateContent>
        <p:cxnSp>
          <p:nvCxnSpPr>
            <p:cNvPr id="33" name="直接箭头连接符 32">
              <a:extLst>
                <a:ext uri="{FF2B5EF4-FFF2-40B4-BE49-F238E27FC236}">
                  <a16:creationId xmlns:a16="http://schemas.microsoft.com/office/drawing/2014/main" id="{EC9BC420-8ADE-C181-FE46-C935AA374DA8}"/>
                </a:ext>
              </a:extLst>
            </p:cNvPr>
            <p:cNvCxnSpPr>
              <a:cxnSpLocks/>
            </p:cNvCxnSpPr>
            <p:nvPr/>
          </p:nvCxnSpPr>
          <p:spPr>
            <a:xfrm>
              <a:off x="6847682" y="1484784"/>
              <a:ext cx="12261" cy="973582"/>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EC9BC420-8ADE-C181-FE46-C935AA374DA8}"/>
                </a:ext>
              </a:extLst>
            </p:cNvPr>
            <p:cNvCxnSpPr>
              <a:cxnSpLocks/>
            </p:cNvCxnSpPr>
            <p:nvPr/>
          </p:nvCxnSpPr>
          <p:spPr>
            <a:xfrm>
              <a:off x="8342029" y="1726791"/>
              <a:ext cx="0" cy="524098"/>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文本框 58">
                  <a:extLst>
                    <a:ext uri="{FF2B5EF4-FFF2-40B4-BE49-F238E27FC236}">
                      <a16:creationId xmlns:a16="http://schemas.microsoft.com/office/drawing/2014/main" id="{CB0E7CBA-376D-CDA9-5FDC-25EE7B63D3A4}"/>
                    </a:ext>
                  </a:extLst>
                </p:cNvPr>
                <p:cNvSpPr txBox="1"/>
                <p:nvPr/>
              </p:nvSpPr>
              <p:spPr>
                <a:xfrm>
                  <a:off x="7851108" y="1702997"/>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a:rPr>
                              <m:t>𝒗</m:t>
                            </m:r>
                          </m:e>
                          <m:sub>
                            <m:r>
                              <a:rPr lang="en-US" altLang="zh-CN" b="0" i="1" smtClean="0">
                                <a:solidFill>
                                  <a:srgbClr val="C00000"/>
                                </a:solidFill>
                                <a:latin typeface="Cambria Math"/>
                              </a:rPr>
                              <m:t>𝐵</m:t>
                            </m:r>
                          </m:sub>
                        </m:sSub>
                      </m:oMath>
                    </m:oMathPara>
                  </a14:m>
                  <a:endParaRPr lang="en-US" altLang="zh-CN" dirty="0">
                    <a:solidFill>
                      <a:srgbClr val="C00000"/>
                    </a:solidFill>
                    <a:latin typeface="Times New Roman" panose="02020603050405020304" pitchFamily="18" charset="0"/>
                  </a:endParaRPr>
                </a:p>
              </p:txBody>
            </p:sp>
          </mc:Choice>
          <mc:Fallback xmlns="">
            <p:sp>
              <p:nvSpPr>
                <p:cNvPr id="35" name="文本框 58">
                  <a:extLst>
                    <a:ext uri="{FF2B5EF4-FFF2-40B4-BE49-F238E27FC236}">
                      <a16:creationId xmlns:a16="http://schemas.microsoft.com/office/drawing/2014/main" xmlns="" xmlns:a14="http://schemas.microsoft.com/office/drawing/2010/main" id="{CB0E7CBA-376D-CDA9-5FDC-25EE7B63D3A4}"/>
                    </a:ext>
                  </a:extLst>
                </p:cNvPr>
                <p:cNvSpPr txBox="1">
                  <a:spLocks noRot="1" noChangeAspect="1" noMove="1" noResize="1" noEditPoints="1" noAdjustHandles="1" noChangeArrowheads="1" noChangeShapeType="1" noTextEdit="1"/>
                </p:cNvSpPr>
                <p:nvPr/>
              </p:nvSpPr>
              <p:spPr>
                <a:xfrm>
                  <a:off x="7851108" y="1702997"/>
                  <a:ext cx="644651" cy="369332"/>
                </a:xfrm>
                <a:prstGeom prst="rect">
                  <a:avLst/>
                </a:prstGeom>
                <a:blipFill rotWithShape="1">
                  <a:blip r:embed="rId2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58">
                  <a:extLst>
                    <a:ext uri="{FF2B5EF4-FFF2-40B4-BE49-F238E27FC236}">
                      <a16:creationId xmlns:a16="http://schemas.microsoft.com/office/drawing/2014/main" id="{CB0E7CBA-376D-CDA9-5FDC-25EE7B63D3A4}"/>
                    </a:ext>
                  </a:extLst>
                </p:cNvPr>
                <p:cNvSpPr txBox="1"/>
                <p:nvPr/>
              </p:nvSpPr>
              <p:spPr>
                <a:xfrm>
                  <a:off x="7319492" y="1050859"/>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a:rPr>
                              <m:t>𝒗</m:t>
                            </m:r>
                          </m:e>
                          <m:sub>
                            <m:r>
                              <a:rPr lang="en-US" altLang="zh-CN" b="0" i="1" smtClean="0">
                                <a:solidFill>
                                  <a:srgbClr val="C00000"/>
                                </a:solidFill>
                                <a:latin typeface="Cambria Math"/>
                              </a:rPr>
                              <m:t>𝐴</m:t>
                            </m:r>
                          </m:sub>
                        </m:sSub>
                      </m:oMath>
                    </m:oMathPara>
                  </a14:m>
                  <a:endParaRPr lang="en-US" altLang="zh-CN" dirty="0">
                    <a:solidFill>
                      <a:srgbClr val="C00000"/>
                    </a:solidFill>
                    <a:latin typeface="Times New Roman" panose="02020603050405020304" pitchFamily="18" charset="0"/>
                  </a:endParaRPr>
                </a:p>
              </p:txBody>
            </p:sp>
          </mc:Choice>
          <mc:Fallback xmlns="">
            <p:sp>
              <p:nvSpPr>
                <p:cNvPr id="36" name="文本框 58">
                  <a:extLst>
                    <a:ext uri="{FF2B5EF4-FFF2-40B4-BE49-F238E27FC236}">
                      <a16:creationId xmlns:a16="http://schemas.microsoft.com/office/drawing/2014/main" xmlns="" xmlns:a14="http://schemas.microsoft.com/office/drawing/2010/main" id="{CB0E7CBA-376D-CDA9-5FDC-25EE7B63D3A4}"/>
                    </a:ext>
                  </a:extLst>
                </p:cNvPr>
                <p:cNvSpPr txBox="1">
                  <a:spLocks noRot="1" noChangeAspect="1" noMove="1" noResize="1" noEditPoints="1" noAdjustHandles="1" noChangeArrowheads="1" noChangeShapeType="1" noTextEdit="1"/>
                </p:cNvSpPr>
                <p:nvPr/>
              </p:nvSpPr>
              <p:spPr>
                <a:xfrm>
                  <a:off x="7319492" y="1050859"/>
                  <a:ext cx="644651" cy="369332"/>
                </a:xfrm>
                <a:prstGeom prst="rect">
                  <a:avLst/>
                </a:prstGeom>
                <a:blipFill rotWithShape="1">
                  <a:blip r:embed="rId23"/>
                  <a:stretch>
                    <a:fillRect/>
                  </a:stretch>
                </a:blipFill>
              </p:spPr>
              <p:txBody>
                <a:bodyPr/>
                <a:lstStyle/>
                <a:p>
                  <a:r>
                    <a:rPr lang="zh-CN" altLang="en-US">
                      <a:noFill/>
                    </a:rPr>
                    <a:t> </a:t>
                  </a:r>
                </a:p>
              </p:txBody>
            </p:sp>
          </mc:Fallback>
        </mc:AlternateContent>
        <p:cxnSp>
          <p:nvCxnSpPr>
            <p:cNvPr id="37" name="直接箭头连接符 36">
              <a:extLst>
                <a:ext uri="{FF2B5EF4-FFF2-40B4-BE49-F238E27FC236}">
                  <a16:creationId xmlns:a16="http://schemas.microsoft.com/office/drawing/2014/main" id="{EC9BC420-8ADE-C181-FE46-C935AA374DA8}"/>
                </a:ext>
              </a:extLst>
            </p:cNvPr>
            <p:cNvCxnSpPr>
              <a:cxnSpLocks/>
            </p:cNvCxnSpPr>
            <p:nvPr/>
          </p:nvCxnSpPr>
          <p:spPr>
            <a:xfrm>
              <a:off x="6843876" y="1472918"/>
              <a:ext cx="831916" cy="0"/>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6B4E276D-8C8F-9B16-2F02-32374D59A433}"/>
                </a:ext>
              </a:extLst>
            </p:cNvPr>
            <p:cNvCxnSpPr>
              <a:cxnSpLocks/>
            </p:cNvCxnSpPr>
            <p:nvPr/>
          </p:nvCxnSpPr>
          <p:spPr>
            <a:xfrm flipH="1" flipV="1">
              <a:off x="6228184" y="1971575"/>
              <a:ext cx="615693" cy="17267"/>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文本框 81">
                  <a:extLst>
                    <a:ext uri="{FF2B5EF4-FFF2-40B4-BE49-F238E27FC236}">
                      <a16:creationId xmlns:a16="http://schemas.microsoft.com/office/drawing/2014/main" id="{CEF6ACC5-D033-35EB-F7ED-80E7C4D8447D}"/>
                    </a:ext>
                  </a:extLst>
                </p:cNvPr>
                <p:cNvSpPr txBox="1"/>
                <p:nvPr/>
              </p:nvSpPr>
              <p:spPr>
                <a:xfrm>
                  <a:off x="5970762" y="2026241"/>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b="0" i="1" smtClean="0">
                                <a:solidFill>
                                  <a:srgbClr val="C00000"/>
                                </a:solidFill>
                                <a:latin typeface="Cambria Math" panose="02040503050406030204" pitchFamily="18" charset="0"/>
                              </a:rPr>
                              <m:t>𝑠</m:t>
                            </m:r>
                          </m:sub>
                        </m:sSub>
                      </m:oMath>
                    </m:oMathPara>
                  </a14:m>
                  <a:endParaRPr lang="en-US" altLang="zh-CN" dirty="0">
                    <a:solidFill>
                      <a:srgbClr val="C00000"/>
                    </a:solidFill>
                    <a:latin typeface="Times New Roman" panose="02020603050405020304" pitchFamily="18" charset="0"/>
                  </a:endParaRPr>
                </a:p>
              </p:txBody>
            </p:sp>
          </mc:Choice>
          <mc:Fallback xmlns="">
            <p:sp>
              <p:nvSpPr>
                <p:cNvPr id="45" name="文本框 81">
                  <a:extLst>
                    <a:ext uri="{FF2B5EF4-FFF2-40B4-BE49-F238E27FC236}">
                      <a16:creationId xmlns:a16="http://schemas.microsoft.com/office/drawing/2014/main" xmlns="" xmlns:a14="http://schemas.microsoft.com/office/drawing/2010/main" id="{CEF6ACC5-D033-35EB-F7ED-80E7C4D8447D}"/>
                    </a:ext>
                  </a:extLst>
                </p:cNvPr>
                <p:cNvSpPr txBox="1">
                  <a:spLocks noRot="1" noChangeAspect="1" noMove="1" noResize="1" noEditPoints="1" noAdjustHandles="1" noChangeArrowheads="1" noChangeShapeType="1" noTextEdit="1"/>
                </p:cNvSpPr>
                <p:nvPr/>
              </p:nvSpPr>
              <p:spPr>
                <a:xfrm>
                  <a:off x="5970762" y="2026241"/>
                  <a:ext cx="644651" cy="369332"/>
                </a:xfrm>
                <a:prstGeom prst="rect">
                  <a:avLst/>
                </a:prstGeom>
                <a:blipFill rotWithShape="1">
                  <a:blip r:embed="rId24"/>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123753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21" grpId="0"/>
      <p:bldP spid="38" grpId="0"/>
      <p:bldP spid="4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9769DE4-4E89-B29B-92AB-A6F759AD7A51}"/>
              </a:ext>
            </a:extLst>
          </p:cNvPr>
          <p:cNvSpPr>
            <a:spLocks noGrp="1"/>
          </p:cNvSpPr>
          <p:nvPr>
            <p:ph type="sldNum" sz="quarter" idx="12"/>
          </p:nvPr>
        </p:nvSpPr>
        <p:spPr/>
        <p:txBody>
          <a:bodyPr/>
          <a:lstStyle/>
          <a:p>
            <a:fld id="{26673A84-873A-41C3-9E07-245B3A592B1D}" type="slidenum">
              <a:rPr lang="zh-CN" altLang="en-US" smtClean="0"/>
              <a:t>13</a:t>
            </a:fld>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1816694526"/>
              </p:ext>
            </p:extLst>
          </p:nvPr>
        </p:nvGraphicFramePr>
        <p:xfrm>
          <a:off x="2843461" y="3483159"/>
          <a:ext cx="2160587" cy="860425"/>
        </p:xfrm>
        <a:graphic>
          <a:graphicData uri="http://schemas.openxmlformats.org/presentationml/2006/ole">
            <mc:AlternateContent xmlns:mc="http://schemas.openxmlformats.org/markup-compatibility/2006">
              <mc:Choice xmlns:v="urn:schemas-microsoft-com:vml" Requires="v">
                <p:oleObj name="Equation" r:id="rId2" imgW="952200" imgH="380880" progId="Equation.DSMT4">
                  <p:embed/>
                </p:oleObj>
              </mc:Choice>
              <mc:Fallback>
                <p:oleObj name="Equation" r:id="rId2" imgW="952200" imgH="380880" progId="Equation.DSMT4">
                  <p:embed/>
                  <p:pic>
                    <p:nvPicPr>
                      <p:cNvPr id="0" name="对象 26"/>
                      <p:cNvPicPr>
                        <a:picLocks noChangeAspect="1" noChangeArrowheads="1"/>
                      </p:cNvPicPr>
                      <p:nvPr/>
                    </p:nvPicPr>
                    <p:blipFill>
                      <a:blip r:embed="rId3"/>
                      <a:srcRect/>
                      <a:stretch>
                        <a:fillRect/>
                      </a:stretch>
                    </p:blipFill>
                    <p:spPr bwMode="auto">
                      <a:xfrm>
                        <a:off x="2843461" y="3483159"/>
                        <a:ext cx="216058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 name="文本框 20">
            <a:extLst>
              <a:ext uri="{FF2B5EF4-FFF2-40B4-BE49-F238E27FC236}">
                <a16:creationId xmlns:a16="http://schemas.microsoft.com/office/drawing/2014/main" id="{33EBE505-EF01-E594-C41C-10BB18B068CA}"/>
              </a:ext>
            </a:extLst>
          </p:cNvPr>
          <p:cNvSpPr txBox="1"/>
          <p:nvPr/>
        </p:nvSpPr>
        <p:spPr>
          <a:xfrm>
            <a:off x="158405" y="4386459"/>
            <a:ext cx="5472608" cy="400110"/>
          </a:xfrm>
          <a:prstGeom prst="rect">
            <a:avLst/>
          </a:prstGeom>
          <a:noFill/>
        </p:spPr>
        <p:txBody>
          <a:bodyPr wrap="square" rtlCol="0">
            <a:spAutoFit/>
          </a:bodyPr>
          <a:lstStyle/>
          <a:p>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重物</a:t>
            </a:r>
            <a:r>
              <a:rPr lang="en-US" altLang="zh-CN" sz="2000" dirty="0">
                <a:solidFill>
                  <a:srgbClr val="1A44A1"/>
                </a:solidFill>
                <a:latin typeface="Times New Roman" panose="02020603050405020304" pitchFamily="18" charset="0"/>
              </a:rPr>
              <a:t>B]</a:t>
            </a:r>
            <a:r>
              <a:rPr lang="zh-CN" altLang="en-US" sz="2000" dirty="0">
                <a:solidFill>
                  <a:srgbClr val="1A44A1"/>
                </a:solidFill>
                <a:latin typeface="Times New Roman" panose="02020603050405020304" pitchFamily="18" charset="0"/>
              </a:rPr>
              <a:t>：受力和运动分析如图。</a:t>
            </a:r>
            <a:endParaRPr lang="zh-CN" altLang="zh-CN" sz="2000" dirty="0">
              <a:solidFill>
                <a:srgbClr val="1A44A1"/>
              </a:solidFill>
              <a:latin typeface="Times New Roman" panose="02020603050405020304" pitchFamily="18" charset="0"/>
            </a:endParaRPr>
          </a:p>
        </p:txBody>
      </p:sp>
      <p:grpSp>
        <p:nvGrpSpPr>
          <p:cNvPr id="3" name="组合 2"/>
          <p:cNvGrpSpPr/>
          <p:nvPr/>
        </p:nvGrpSpPr>
        <p:grpSpPr>
          <a:xfrm>
            <a:off x="5185127" y="4103053"/>
            <a:ext cx="1763137" cy="1927527"/>
            <a:chOff x="5185127" y="4103053"/>
            <a:chExt cx="1763137" cy="1927527"/>
          </a:xfrm>
        </p:grpSpPr>
        <p:pic>
          <p:nvPicPr>
            <p:cNvPr id="2560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9778" y="4811068"/>
              <a:ext cx="947669" cy="564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5" name="直接箭头连接符 44">
              <a:extLst>
                <a:ext uri="{FF2B5EF4-FFF2-40B4-BE49-F238E27FC236}">
                  <a16:creationId xmlns:a16="http://schemas.microsoft.com/office/drawing/2014/main" id="{6B4E276D-8C8F-9B16-2F02-32374D59A433}"/>
                </a:ext>
              </a:extLst>
            </p:cNvPr>
            <p:cNvCxnSpPr>
              <a:cxnSpLocks/>
            </p:cNvCxnSpPr>
            <p:nvPr/>
          </p:nvCxnSpPr>
          <p:spPr>
            <a:xfrm flipV="1">
              <a:off x="6159597" y="4197586"/>
              <a:ext cx="0" cy="895766"/>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6B4E276D-8C8F-9B16-2F02-32374D59A433}"/>
                </a:ext>
              </a:extLst>
            </p:cNvPr>
            <p:cNvCxnSpPr>
              <a:cxnSpLocks/>
            </p:cNvCxnSpPr>
            <p:nvPr/>
          </p:nvCxnSpPr>
          <p:spPr>
            <a:xfrm>
              <a:off x="6162251" y="5093352"/>
              <a:ext cx="0" cy="893398"/>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文本框 71">
                  <a:extLst>
                    <a:ext uri="{FF2B5EF4-FFF2-40B4-BE49-F238E27FC236}">
                      <a16:creationId xmlns:a16="http://schemas.microsoft.com/office/drawing/2014/main" id="{394CB779-BDEE-4A98-83DC-2D2248C86B4B}"/>
                    </a:ext>
                  </a:extLst>
                </p:cNvPr>
                <p:cNvSpPr txBox="1"/>
                <p:nvPr/>
              </p:nvSpPr>
              <p:spPr>
                <a:xfrm>
                  <a:off x="6303613" y="5661248"/>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𝑚</m:t>
                            </m:r>
                          </m:e>
                          <m:sub>
                            <m:r>
                              <a:rPr lang="en-US" altLang="zh-CN" b="0" i="1" smtClean="0">
                                <a:solidFill>
                                  <a:srgbClr val="C00000"/>
                                </a:solidFill>
                                <a:latin typeface="Cambria Math"/>
                              </a:rPr>
                              <m:t>2</m:t>
                            </m:r>
                          </m:sub>
                        </m:sSub>
                        <m:r>
                          <a:rPr lang="en-US" altLang="zh-CN" b="1" i="1">
                            <a:solidFill>
                              <a:srgbClr val="C00000"/>
                            </a:solidFill>
                            <a:latin typeface="Cambria Math" panose="02040503050406030204" pitchFamily="18" charset="0"/>
                          </a:rPr>
                          <m:t>𝒈</m:t>
                        </m:r>
                      </m:oMath>
                    </m:oMathPara>
                  </a14:m>
                  <a:endParaRPr lang="en-US" altLang="zh-CN" dirty="0">
                    <a:solidFill>
                      <a:srgbClr val="C00000"/>
                    </a:solidFill>
                    <a:latin typeface="Times New Roman" panose="02020603050405020304" pitchFamily="18" charset="0"/>
                  </a:endParaRPr>
                </a:p>
              </p:txBody>
            </p:sp>
          </mc:Choice>
          <mc:Fallback xmlns="">
            <p:sp>
              <p:nvSpPr>
                <p:cNvPr id="47" name="文本框 71">
                  <a:extLst>
                    <a:ext uri="{FF2B5EF4-FFF2-40B4-BE49-F238E27FC236}">
                      <a16:creationId xmlns:a16="http://schemas.microsoft.com/office/drawing/2014/main" xmlns="" xmlns:a14="http://schemas.microsoft.com/office/drawing/2010/main" id="{394CB779-BDEE-4A98-83DC-2D2248C86B4B}"/>
                    </a:ext>
                  </a:extLst>
                </p:cNvPr>
                <p:cNvSpPr txBox="1">
                  <a:spLocks noRot="1" noChangeAspect="1" noMove="1" noResize="1" noEditPoints="1" noAdjustHandles="1" noChangeArrowheads="1" noChangeShapeType="1" noTextEdit="1"/>
                </p:cNvSpPr>
                <p:nvPr/>
              </p:nvSpPr>
              <p:spPr>
                <a:xfrm>
                  <a:off x="6303613" y="5661248"/>
                  <a:ext cx="644651" cy="369332"/>
                </a:xfrm>
                <a:prstGeom prst="rect">
                  <a:avLst/>
                </a:prstGeom>
                <a:blipFill rotWithShape="1">
                  <a:blip r:embed="rId6"/>
                  <a:stretch>
                    <a:fillRect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71">
                  <a:extLst>
                    <a:ext uri="{FF2B5EF4-FFF2-40B4-BE49-F238E27FC236}">
                      <a16:creationId xmlns:a16="http://schemas.microsoft.com/office/drawing/2014/main" id="{394CB779-BDEE-4A98-83DC-2D2248C86B4B}"/>
                    </a:ext>
                  </a:extLst>
                </p:cNvPr>
                <p:cNvSpPr txBox="1"/>
                <p:nvPr/>
              </p:nvSpPr>
              <p:spPr>
                <a:xfrm>
                  <a:off x="6160737" y="4103053"/>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a:rPr>
                          <m:t>𝑻</m:t>
                        </m:r>
                      </m:oMath>
                    </m:oMathPara>
                  </a14:m>
                  <a:endParaRPr lang="en-US" altLang="zh-CN" dirty="0">
                    <a:solidFill>
                      <a:srgbClr val="C00000"/>
                    </a:solidFill>
                    <a:latin typeface="Times New Roman" panose="02020603050405020304" pitchFamily="18" charset="0"/>
                  </a:endParaRPr>
                </a:p>
              </p:txBody>
            </p:sp>
          </mc:Choice>
          <mc:Fallback xmlns="">
            <p:sp>
              <p:nvSpPr>
                <p:cNvPr id="48" name="文本框 71">
                  <a:extLst>
                    <a:ext uri="{FF2B5EF4-FFF2-40B4-BE49-F238E27FC236}">
                      <a16:creationId xmlns:a16="http://schemas.microsoft.com/office/drawing/2014/main" xmlns="" xmlns:a14="http://schemas.microsoft.com/office/drawing/2010/main" id="{394CB779-BDEE-4A98-83DC-2D2248C86B4B}"/>
                    </a:ext>
                  </a:extLst>
                </p:cNvPr>
                <p:cNvSpPr txBox="1">
                  <a:spLocks noRot="1" noChangeAspect="1" noMove="1" noResize="1" noEditPoints="1" noAdjustHandles="1" noChangeArrowheads="1" noChangeShapeType="1" noTextEdit="1"/>
                </p:cNvSpPr>
                <p:nvPr/>
              </p:nvSpPr>
              <p:spPr>
                <a:xfrm>
                  <a:off x="6160737" y="4103053"/>
                  <a:ext cx="644651" cy="369332"/>
                </a:xfrm>
                <a:prstGeom prst="rect">
                  <a:avLst/>
                </a:prstGeom>
                <a:blipFill rotWithShape="1">
                  <a:blip r:embed="rId7"/>
                  <a:stretch>
                    <a:fillRect/>
                  </a:stretch>
                </a:blipFill>
              </p:spPr>
              <p:txBody>
                <a:bodyPr/>
                <a:lstStyle/>
                <a:p>
                  <a:r>
                    <a:rPr lang="zh-CN" altLang="en-US">
                      <a:noFill/>
                    </a:rPr>
                    <a:t> </a:t>
                  </a:r>
                </a:p>
              </p:txBody>
            </p:sp>
          </mc:Fallback>
        </mc:AlternateContent>
        <p:cxnSp>
          <p:nvCxnSpPr>
            <p:cNvPr id="49" name="直接箭头连接符 48">
              <a:extLst>
                <a:ext uri="{FF2B5EF4-FFF2-40B4-BE49-F238E27FC236}">
                  <a16:creationId xmlns:a16="http://schemas.microsoft.com/office/drawing/2014/main" id="{EC9BC420-8ADE-C181-FE46-C935AA374DA8}"/>
                </a:ext>
              </a:extLst>
            </p:cNvPr>
            <p:cNvCxnSpPr>
              <a:cxnSpLocks/>
            </p:cNvCxnSpPr>
            <p:nvPr/>
          </p:nvCxnSpPr>
          <p:spPr>
            <a:xfrm>
              <a:off x="5676048" y="4872175"/>
              <a:ext cx="0" cy="524098"/>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文本框 58">
                  <a:extLst>
                    <a:ext uri="{FF2B5EF4-FFF2-40B4-BE49-F238E27FC236}">
                      <a16:creationId xmlns:a16="http://schemas.microsoft.com/office/drawing/2014/main" id="{CB0E7CBA-376D-CDA9-5FDC-25EE7B63D3A4}"/>
                    </a:ext>
                  </a:extLst>
                </p:cNvPr>
                <p:cNvSpPr txBox="1"/>
                <p:nvPr/>
              </p:nvSpPr>
              <p:spPr>
                <a:xfrm>
                  <a:off x="5185127" y="4848381"/>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a:rPr>
                              <m:t>𝒂</m:t>
                            </m:r>
                          </m:e>
                          <m:sub>
                            <m:r>
                              <a:rPr lang="en-US" altLang="zh-CN" b="0" i="1" smtClean="0">
                                <a:solidFill>
                                  <a:srgbClr val="C00000"/>
                                </a:solidFill>
                                <a:latin typeface="Cambria Math"/>
                              </a:rPr>
                              <m:t>𝐵</m:t>
                            </m:r>
                          </m:sub>
                        </m:sSub>
                      </m:oMath>
                    </m:oMathPara>
                  </a14:m>
                  <a:endParaRPr lang="en-US" altLang="zh-CN" dirty="0">
                    <a:solidFill>
                      <a:srgbClr val="C00000"/>
                    </a:solidFill>
                    <a:latin typeface="Times New Roman" panose="02020603050405020304" pitchFamily="18" charset="0"/>
                  </a:endParaRPr>
                </a:p>
              </p:txBody>
            </p:sp>
          </mc:Choice>
          <mc:Fallback xmlns="">
            <p:sp>
              <p:nvSpPr>
                <p:cNvPr id="50" name="文本框 58">
                  <a:extLst>
                    <a:ext uri="{FF2B5EF4-FFF2-40B4-BE49-F238E27FC236}">
                      <a16:creationId xmlns:a16="http://schemas.microsoft.com/office/drawing/2014/main" xmlns="" xmlns:a14="http://schemas.microsoft.com/office/drawing/2010/main" id="{CB0E7CBA-376D-CDA9-5FDC-25EE7B63D3A4}"/>
                    </a:ext>
                  </a:extLst>
                </p:cNvPr>
                <p:cNvSpPr txBox="1">
                  <a:spLocks noRot="1" noChangeAspect="1" noMove="1" noResize="1" noEditPoints="1" noAdjustHandles="1" noChangeArrowheads="1" noChangeShapeType="1" noTextEdit="1"/>
                </p:cNvSpPr>
                <p:nvPr/>
              </p:nvSpPr>
              <p:spPr>
                <a:xfrm>
                  <a:off x="5185127" y="4848381"/>
                  <a:ext cx="644651" cy="369332"/>
                </a:xfrm>
                <a:prstGeom prst="rect">
                  <a:avLst/>
                </a:prstGeom>
                <a:blipFill rotWithShape="1">
                  <a:blip r:embed="rId8"/>
                  <a:stretch>
                    <a:fillRect/>
                  </a:stretch>
                </a:blipFill>
              </p:spPr>
              <p:txBody>
                <a:bodyPr/>
                <a:lstStyle/>
                <a:p>
                  <a:r>
                    <a:rPr lang="zh-CN" altLang="en-US">
                      <a:noFill/>
                    </a:rPr>
                    <a:t> </a:t>
                  </a:r>
                </a:p>
              </p:txBody>
            </p:sp>
          </mc:Fallback>
        </mc:AlternateContent>
      </p:grpSp>
      <p:sp>
        <p:nvSpPr>
          <p:cNvPr id="51" name="文本框 20">
            <a:extLst>
              <a:ext uri="{FF2B5EF4-FFF2-40B4-BE49-F238E27FC236}">
                <a16:creationId xmlns:a16="http://schemas.microsoft.com/office/drawing/2014/main" id="{33EBE505-EF01-E594-C41C-10BB18B068CA}"/>
              </a:ext>
            </a:extLst>
          </p:cNvPr>
          <p:cNvSpPr txBox="1"/>
          <p:nvPr/>
        </p:nvSpPr>
        <p:spPr>
          <a:xfrm>
            <a:off x="174454" y="4890014"/>
            <a:ext cx="547260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根据质心运动定理：</a:t>
            </a:r>
            <a:endParaRPr lang="zh-CN" altLang="zh-CN" sz="2000" dirty="0">
              <a:solidFill>
                <a:srgbClr val="1A44A1"/>
              </a:solidFill>
              <a:latin typeface="Times New Roman" panose="02020603050405020304" pitchFamily="18" charset="0"/>
            </a:endParaRPr>
          </a:p>
        </p:txBody>
      </p:sp>
      <p:graphicFrame>
        <p:nvGraphicFramePr>
          <p:cNvPr id="52" name="对象 51"/>
          <p:cNvGraphicFramePr>
            <a:graphicFrameLocks noChangeAspect="1"/>
          </p:cNvGraphicFramePr>
          <p:nvPr>
            <p:extLst>
              <p:ext uri="{D42A27DB-BD31-4B8C-83A1-F6EECF244321}">
                <p14:modId xmlns:p14="http://schemas.microsoft.com/office/powerpoint/2010/main" val="2974923695"/>
              </p:ext>
            </p:extLst>
          </p:nvPr>
        </p:nvGraphicFramePr>
        <p:xfrm>
          <a:off x="2600325" y="4892675"/>
          <a:ext cx="1928813" cy="430213"/>
        </p:xfrm>
        <a:graphic>
          <a:graphicData uri="http://schemas.openxmlformats.org/presentationml/2006/ole">
            <mc:AlternateContent xmlns:mc="http://schemas.openxmlformats.org/markup-compatibility/2006">
              <mc:Choice xmlns:v="urn:schemas-microsoft-com:vml" Requires="v">
                <p:oleObj name="Equation" r:id="rId9" imgW="850680" imgH="190440" progId="Equation.DSMT4">
                  <p:embed/>
                </p:oleObj>
              </mc:Choice>
              <mc:Fallback>
                <p:oleObj name="Equation" r:id="rId9" imgW="850680" imgH="190440" progId="Equation.DSMT4">
                  <p:embed/>
                  <p:pic>
                    <p:nvPicPr>
                      <p:cNvPr id="0" name=""/>
                      <p:cNvPicPr>
                        <a:picLocks noChangeAspect="1" noChangeArrowheads="1"/>
                      </p:cNvPicPr>
                      <p:nvPr/>
                    </p:nvPicPr>
                    <p:blipFill>
                      <a:blip r:embed="rId10"/>
                      <a:srcRect/>
                      <a:stretch>
                        <a:fillRect/>
                      </a:stretch>
                    </p:blipFill>
                    <p:spPr bwMode="auto">
                      <a:xfrm>
                        <a:off x="2600325" y="4892675"/>
                        <a:ext cx="192881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 name="文本框 20">
            <a:extLst>
              <a:ext uri="{FF2B5EF4-FFF2-40B4-BE49-F238E27FC236}">
                <a16:creationId xmlns:a16="http://schemas.microsoft.com/office/drawing/2014/main" id="{33EBE505-EF01-E594-C41C-10BB18B068CA}"/>
              </a:ext>
            </a:extLst>
          </p:cNvPr>
          <p:cNvSpPr txBox="1"/>
          <p:nvPr/>
        </p:nvSpPr>
        <p:spPr>
          <a:xfrm>
            <a:off x="179837" y="5545653"/>
            <a:ext cx="547260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解得：</a:t>
            </a:r>
            <a:endParaRPr lang="zh-CN" altLang="zh-CN" sz="2000" dirty="0">
              <a:solidFill>
                <a:srgbClr val="1A44A1"/>
              </a:solidFill>
              <a:latin typeface="Times New Roman" panose="02020603050405020304" pitchFamily="18" charset="0"/>
            </a:endParaRPr>
          </a:p>
        </p:txBody>
      </p:sp>
      <p:graphicFrame>
        <p:nvGraphicFramePr>
          <p:cNvPr id="54" name="对象 53"/>
          <p:cNvGraphicFramePr>
            <a:graphicFrameLocks noChangeAspect="1"/>
          </p:cNvGraphicFramePr>
          <p:nvPr>
            <p:extLst>
              <p:ext uri="{D42A27DB-BD31-4B8C-83A1-F6EECF244321}">
                <p14:modId xmlns:p14="http://schemas.microsoft.com/office/powerpoint/2010/main" val="2348346660"/>
              </p:ext>
            </p:extLst>
          </p:nvPr>
        </p:nvGraphicFramePr>
        <p:xfrm>
          <a:off x="1059360" y="5301208"/>
          <a:ext cx="2592388" cy="889000"/>
        </p:xfrm>
        <a:graphic>
          <a:graphicData uri="http://schemas.openxmlformats.org/presentationml/2006/ole">
            <mc:AlternateContent xmlns:mc="http://schemas.openxmlformats.org/markup-compatibility/2006">
              <mc:Choice xmlns:v="urn:schemas-microsoft-com:vml" Requires="v">
                <p:oleObj name="Equation" r:id="rId11" imgW="1143000" imgH="393480" progId="Equation.DSMT4">
                  <p:embed/>
                </p:oleObj>
              </mc:Choice>
              <mc:Fallback>
                <p:oleObj name="Equation" r:id="rId11" imgW="1143000" imgH="393480" progId="Equation.DSMT4">
                  <p:embed/>
                  <p:pic>
                    <p:nvPicPr>
                      <p:cNvPr id="0" name=""/>
                      <p:cNvPicPr>
                        <a:picLocks noChangeAspect="1" noChangeArrowheads="1"/>
                      </p:cNvPicPr>
                      <p:nvPr/>
                    </p:nvPicPr>
                    <p:blipFill>
                      <a:blip r:embed="rId12"/>
                      <a:srcRect/>
                      <a:stretch>
                        <a:fillRect/>
                      </a:stretch>
                    </p:blipFill>
                    <p:spPr bwMode="auto">
                      <a:xfrm>
                        <a:off x="1059360" y="5301208"/>
                        <a:ext cx="2592388"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 name="文本框 20">
            <a:extLst>
              <a:ext uri="{FF2B5EF4-FFF2-40B4-BE49-F238E27FC236}">
                <a16:creationId xmlns:a16="http://schemas.microsoft.com/office/drawing/2014/main" id="{33EBE505-EF01-E594-C41C-10BB18B068CA}"/>
              </a:ext>
            </a:extLst>
          </p:cNvPr>
          <p:cNvSpPr txBox="1"/>
          <p:nvPr/>
        </p:nvSpPr>
        <p:spPr>
          <a:xfrm>
            <a:off x="181797" y="476672"/>
            <a:ext cx="5097751"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设从初始位置物块</a:t>
            </a:r>
            <a:r>
              <a:rPr lang="en-US" altLang="zh-CN" sz="2000" dirty="0">
                <a:solidFill>
                  <a:srgbClr val="1A44A1"/>
                </a:solidFill>
                <a:latin typeface="Times New Roman" panose="02020603050405020304" pitchFamily="18" charset="0"/>
              </a:rPr>
              <a:t>B</a:t>
            </a:r>
            <a:r>
              <a:rPr lang="zh-CN" altLang="en-US" sz="2000" dirty="0">
                <a:solidFill>
                  <a:srgbClr val="1A44A1"/>
                </a:solidFill>
                <a:latin typeface="Times New Roman" panose="02020603050405020304" pitchFamily="18" charset="0"/>
              </a:rPr>
              <a:t>下降</a:t>
            </a:r>
            <a:r>
              <a:rPr lang="en-US" altLang="zh-CN" sz="2000" dirty="0">
                <a:solidFill>
                  <a:srgbClr val="1A44A1"/>
                </a:solidFill>
                <a:latin typeface="Times New Roman" panose="02020603050405020304" pitchFamily="18" charset="0"/>
              </a:rPr>
              <a:t>y</a:t>
            </a:r>
            <a:r>
              <a:rPr lang="zh-CN" altLang="en-US" sz="2000" dirty="0">
                <a:solidFill>
                  <a:srgbClr val="1A44A1"/>
                </a:solidFill>
                <a:latin typeface="Times New Roman" panose="02020603050405020304" pitchFamily="18" charset="0"/>
              </a:rPr>
              <a:t>：                                  </a:t>
            </a:r>
            <a:endParaRPr lang="zh-CN" altLang="zh-CN" sz="2000" dirty="0">
              <a:solidFill>
                <a:srgbClr val="1A44A1"/>
              </a:solidFill>
              <a:latin typeface="Times New Roman" panose="02020603050405020304" pitchFamily="18" charset="0"/>
            </a:endParaRPr>
          </a:p>
        </p:txBody>
      </p:sp>
      <p:sp>
        <p:nvSpPr>
          <p:cNvPr id="56" name="文本框 20">
            <a:extLst>
              <a:ext uri="{FF2B5EF4-FFF2-40B4-BE49-F238E27FC236}">
                <a16:creationId xmlns:a16="http://schemas.microsoft.com/office/drawing/2014/main" id="{33EBE505-EF01-E594-C41C-10BB18B068CA}"/>
              </a:ext>
            </a:extLst>
          </p:cNvPr>
          <p:cNvSpPr txBox="1"/>
          <p:nvPr/>
        </p:nvSpPr>
        <p:spPr>
          <a:xfrm>
            <a:off x="202782" y="2884874"/>
            <a:ext cx="5097751"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代入动能定理两边求导得：                                  </a:t>
            </a:r>
            <a:endParaRPr lang="zh-CN" altLang="zh-CN" sz="2000" dirty="0">
              <a:solidFill>
                <a:srgbClr val="1A44A1"/>
              </a:solidFill>
              <a:latin typeface="Times New Roman" panose="02020603050405020304" pitchFamily="18" charset="0"/>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229213317"/>
              </p:ext>
            </p:extLst>
          </p:nvPr>
        </p:nvGraphicFramePr>
        <p:xfrm>
          <a:off x="3625850" y="2636838"/>
          <a:ext cx="5446713" cy="831850"/>
        </p:xfrm>
        <a:graphic>
          <a:graphicData uri="http://schemas.openxmlformats.org/presentationml/2006/ole">
            <mc:AlternateContent xmlns:mc="http://schemas.openxmlformats.org/markup-compatibility/2006">
              <mc:Choice xmlns:v="urn:schemas-microsoft-com:vml" Requires="v">
                <p:oleObj name="Equation" r:id="rId13" imgW="2400120" imgH="368280" progId="Equation.DSMT4">
                  <p:embed/>
                </p:oleObj>
              </mc:Choice>
              <mc:Fallback>
                <p:oleObj name="Equation" r:id="rId13" imgW="2400120" imgH="368280" progId="Equation.DSMT4">
                  <p:embed/>
                  <p:pic>
                    <p:nvPicPr>
                      <p:cNvPr id="0" name="对象 42"/>
                      <p:cNvPicPr>
                        <a:picLocks noChangeAspect="1" noChangeArrowheads="1"/>
                      </p:cNvPicPr>
                      <p:nvPr/>
                    </p:nvPicPr>
                    <p:blipFill>
                      <a:blip r:embed="rId14"/>
                      <a:srcRect/>
                      <a:stretch>
                        <a:fillRect/>
                      </a:stretch>
                    </p:blipFill>
                    <p:spPr bwMode="auto">
                      <a:xfrm>
                        <a:off x="3625850" y="2636838"/>
                        <a:ext cx="54467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574880945"/>
              </p:ext>
            </p:extLst>
          </p:nvPr>
        </p:nvGraphicFramePr>
        <p:xfrm>
          <a:off x="1043608" y="1124744"/>
          <a:ext cx="777875" cy="430212"/>
        </p:xfrm>
        <a:graphic>
          <a:graphicData uri="http://schemas.openxmlformats.org/presentationml/2006/ole">
            <mc:AlternateContent xmlns:mc="http://schemas.openxmlformats.org/markup-compatibility/2006">
              <mc:Choice xmlns:v="urn:schemas-microsoft-com:vml" Requires="v">
                <p:oleObj name="Equation" r:id="rId15" imgW="342720" imgH="190440" progId="Equation.DSMT4">
                  <p:embed/>
                </p:oleObj>
              </mc:Choice>
              <mc:Fallback>
                <p:oleObj name="Equation" r:id="rId15" imgW="342720" imgH="190440" progId="Equation.DSMT4">
                  <p:embed/>
                  <p:pic>
                    <p:nvPicPr>
                      <p:cNvPr id="0" name="对象 1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43608" y="1124744"/>
                        <a:ext cx="7778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633429093"/>
              </p:ext>
            </p:extLst>
          </p:nvPr>
        </p:nvGraphicFramePr>
        <p:xfrm>
          <a:off x="2520950" y="876176"/>
          <a:ext cx="4868863" cy="917575"/>
        </p:xfrm>
        <a:graphic>
          <a:graphicData uri="http://schemas.openxmlformats.org/presentationml/2006/ole">
            <mc:AlternateContent xmlns:mc="http://schemas.openxmlformats.org/markup-compatibility/2006">
              <mc:Choice xmlns:v="urn:schemas-microsoft-com:vml" Requires="v">
                <p:oleObj name="Equation" r:id="rId17" imgW="2145960" imgH="406080" progId="Equation.DSMT4">
                  <p:embed/>
                </p:oleObj>
              </mc:Choice>
              <mc:Fallback>
                <p:oleObj name="Equation" r:id="rId17" imgW="2145960" imgH="406080" progId="Equation.DSMT4">
                  <p:embed/>
                  <p:pic>
                    <p:nvPicPr>
                      <p:cNvPr id="0" name="对象 39"/>
                      <p:cNvPicPr>
                        <a:picLocks noChangeAspect="1" noChangeArrowheads="1"/>
                      </p:cNvPicPr>
                      <p:nvPr/>
                    </p:nvPicPr>
                    <p:blipFill>
                      <a:blip r:embed="rId18"/>
                      <a:srcRect/>
                      <a:stretch>
                        <a:fillRect/>
                      </a:stretch>
                    </p:blipFill>
                    <p:spPr bwMode="auto">
                      <a:xfrm>
                        <a:off x="2520950" y="876176"/>
                        <a:ext cx="4868863"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1295844616"/>
              </p:ext>
            </p:extLst>
          </p:nvPr>
        </p:nvGraphicFramePr>
        <p:xfrm>
          <a:off x="1344613" y="1716088"/>
          <a:ext cx="5095875" cy="1003300"/>
        </p:xfrm>
        <a:graphic>
          <a:graphicData uri="http://schemas.openxmlformats.org/presentationml/2006/ole">
            <mc:AlternateContent xmlns:mc="http://schemas.openxmlformats.org/markup-compatibility/2006">
              <mc:Choice xmlns:v="urn:schemas-microsoft-com:vml" Requires="v">
                <p:oleObj name="Equation" r:id="rId19" imgW="2247840" imgH="444240" progId="Equation.DSMT4">
                  <p:embed/>
                </p:oleObj>
              </mc:Choice>
              <mc:Fallback>
                <p:oleObj name="Equation" r:id="rId19" imgW="2247840" imgH="444240" progId="Equation.DSMT4">
                  <p:embed/>
                  <p:pic>
                    <p:nvPicPr>
                      <p:cNvPr id="0" name="对象 40"/>
                      <p:cNvPicPr>
                        <a:picLocks noChangeAspect="1" noChangeArrowheads="1"/>
                      </p:cNvPicPr>
                      <p:nvPr/>
                    </p:nvPicPr>
                    <p:blipFill>
                      <a:blip r:embed="rId20"/>
                      <a:srcRect/>
                      <a:stretch>
                        <a:fillRect/>
                      </a:stretch>
                    </p:blipFill>
                    <p:spPr bwMode="auto">
                      <a:xfrm>
                        <a:off x="1344613" y="1716088"/>
                        <a:ext cx="5095875"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 name="组合 4"/>
          <p:cNvGrpSpPr/>
          <p:nvPr/>
        </p:nvGrpSpPr>
        <p:grpSpPr>
          <a:xfrm>
            <a:off x="331715" y="3687892"/>
            <a:ext cx="5097751" cy="430212"/>
            <a:chOff x="331715" y="3687892"/>
            <a:chExt cx="5097751" cy="430212"/>
          </a:xfrm>
        </p:grpSpPr>
        <p:graphicFrame>
          <p:nvGraphicFramePr>
            <p:cNvPr id="11" name="对象 10"/>
            <p:cNvGraphicFramePr>
              <a:graphicFrameLocks noChangeAspect="1"/>
            </p:cNvGraphicFramePr>
            <p:nvPr>
              <p:extLst>
                <p:ext uri="{D42A27DB-BD31-4B8C-83A1-F6EECF244321}">
                  <p14:modId xmlns:p14="http://schemas.microsoft.com/office/powerpoint/2010/main" val="298851712"/>
                </p:ext>
              </p:extLst>
            </p:nvPr>
          </p:nvGraphicFramePr>
          <p:xfrm>
            <a:off x="619242" y="3687892"/>
            <a:ext cx="979487" cy="430212"/>
          </p:xfrm>
          <a:graphic>
            <a:graphicData uri="http://schemas.openxmlformats.org/presentationml/2006/ole">
              <mc:AlternateContent xmlns:mc="http://schemas.openxmlformats.org/markup-compatibility/2006">
                <mc:Choice xmlns:v="urn:schemas-microsoft-com:vml" Requires="v">
                  <p:oleObj name="Equation" r:id="rId21" imgW="431640" imgH="190440" progId="Equation.DSMT4">
                    <p:embed/>
                  </p:oleObj>
                </mc:Choice>
                <mc:Fallback>
                  <p:oleObj name="Equation" r:id="rId21" imgW="431640" imgH="190440" progId="Equation.DSMT4">
                    <p:embed/>
                    <p:pic>
                      <p:nvPicPr>
                        <p:cNvPr id="0" name="对象 42"/>
                        <p:cNvPicPr>
                          <a:picLocks noChangeAspect="1" noChangeArrowheads="1"/>
                        </p:cNvPicPr>
                        <p:nvPr/>
                      </p:nvPicPr>
                      <p:blipFill>
                        <a:blip r:embed="rId22"/>
                        <a:srcRect/>
                        <a:stretch>
                          <a:fillRect/>
                        </a:stretch>
                      </p:blipFill>
                      <p:spPr bwMode="auto">
                        <a:xfrm>
                          <a:off x="619242" y="3687892"/>
                          <a:ext cx="97948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 name="文本框 20">
              <a:extLst>
                <a:ext uri="{FF2B5EF4-FFF2-40B4-BE49-F238E27FC236}">
                  <a16:creationId xmlns:a16="http://schemas.microsoft.com/office/drawing/2014/main" id="{33EBE505-EF01-E594-C41C-10BB18B068CA}"/>
                </a:ext>
              </a:extLst>
            </p:cNvPr>
            <p:cNvSpPr txBox="1"/>
            <p:nvPr/>
          </p:nvSpPr>
          <p:spPr>
            <a:xfrm>
              <a:off x="331715" y="3702943"/>
              <a:ext cx="5097751"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将              代入解得：                                  </a:t>
              </a:r>
              <a:endParaRPr lang="zh-CN" altLang="zh-CN" sz="2000" dirty="0">
                <a:solidFill>
                  <a:srgbClr val="1A44A1"/>
                </a:solidFill>
                <a:latin typeface="Times New Roman" panose="02020603050405020304" pitchFamily="18" charset="0"/>
              </a:endParaRPr>
            </a:p>
          </p:txBody>
        </p:sp>
      </p:grpSp>
    </p:spTree>
    <p:extLst>
      <p:ext uri="{BB962C8B-B14F-4D97-AF65-F5344CB8AC3E}">
        <p14:creationId xmlns:p14="http://schemas.microsoft.com/office/powerpoint/2010/main" val="1848422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51" grpId="0"/>
      <p:bldP spid="53" grpId="0"/>
      <p:bldP spid="55" grpId="0"/>
      <p:bldP spid="5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9769DE4-4E89-B29B-92AB-A6F759AD7A51}"/>
              </a:ext>
            </a:extLst>
          </p:cNvPr>
          <p:cNvSpPr>
            <a:spLocks noGrp="1"/>
          </p:cNvSpPr>
          <p:nvPr>
            <p:ph type="sldNum" sz="quarter" idx="12"/>
          </p:nvPr>
        </p:nvSpPr>
        <p:spPr/>
        <p:txBody>
          <a:bodyPr/>
          <a:lstStyle/>
          <a:p>
            <a:fld id="{26673A84-873A-41C3-9E07-245B3A592B1D}" type="slidenum">
              <a:rPr lang="zh-CN" altLang="en-US" smtClean="0"/>
              <a:t>14</a:t>
            </a:fld>
            <a:endParaRPr lang="zh-CN" altLang="en-US"/>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27B86DE-9D4E-1973-741B-D4D609C852AB}"/>
                  </a:ext>
                </a:extLst>
              </p:cNvPr>
              <p:cNvSpPr txBox="1"/>
              <p:nvPr/>
            </p:nvSpPr>
            <p:spPr>
              <a:xfrm>
                <a:off x="259893" y="593781"/>
                <a:ext cx="5508044" cy="2308324"/>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习题册</a:t>
                </a:r>
                <a:r>
                  <a:rPr lang="en-US" altLang="zh-CN" sz="2000" dirty="0">
                    <a:solidFill>
                      <a:srgbClr val="1A44A1"/>
                    </a:solidFill>
                    <a:latin typeface="Times New Roman" panose="02020603050405020304" pitchFamily="18" charset="0"/>
                  </a:rPr>
                  <a:t>-P35-15</a:t>
                </a:r>
                <a:r>
                  <a:rPr lang="zh-CN" altLang="en-US" sz="2000" dirty="0">
                    <a:solidFill>
                      <a:srgbClr val="1A44A1"/>
                    </a:solidFill>
                    <a:latin typeface="Times New Roman" panose="02020603050405020304" pitchFamily="18" charset="0"/>
                  </a:rPr>
                  <a:t>：图示机构中，沿斜面纯滚动的圆柱体</a:t>
                </a:r>
                <a14:m>
                  <m:oMath xmlns:m="http://schemas.openxmlformats.org/officeDocument/2006/math">
                    <m:sSup>
                      <m:sSupPr>
                        <m:ctrlPr>
                          <a:rPr lang="en-US" altLang="zh-CN" sz="2000" i="1" dirty="0" smtClean="0">
                            <a:solidFill>
                              <a:srgbClr val="1A44A1"/>
                            </a:solidFill>
                            <a:latin typeface="Cambria Math" panose="02040503050406030204" pitchFamily="18" charset="0"/>
                          </a:rPr>
                        </m:ctrlPr>
                      </m:sSupPr>
                      <m:e>
                        <m:r>
                          <a:rPr lang="en-US" altLang="zh-CN" sz="2000" b="0" i="1" dirty="0" smtClean="0">
                            <a:solidFill>
                              <a:srgbClr val="1A44A1"/>
                            </a:solidFill>
                            <a:latin typeface="Cambria Math" panose="02040503050406030204" pitchFamily="18" charset="0"/>
                          </a:rPr>
                          <m:t>𝑂</m:t>
                        </m:r>
                      </m:e>
                      <m:sup>
                        <m:r>
                          <a:rPr lang="en-US" altLang="zh-CN" sz="2000" b="0" i="1" dirty="0" smtClean="0">
                            <a:solidFill>
                              <a:srgbClr val="1A44A1"/>
                            </a:solidFill>
                            <a:latin typeface="Cambria Math" panose="02040503050406030204" pitchFamily="18" charset="0"/>
                          </a:rPr>
                          <m:t>′</m:t>
                        </m:r>
                      </m:sup>
                    </m:sSup>
                    <m:r>
                      <a:rPr lang="zh-CN" altLang="en-US" sz="2000" i="1" dirty="0" smtClean="0">
                        <a:solidFill>
                          <a:srgbClr val="1A44A1"/>
                        </a:solidFill>
                        <a:latin typeface="Cambria Math" panose="02040503050406030204" pitchFamily="18" charset="0"/>
                      </a:rPr>
                      <m:t> </m:t>
                    </m:r>
                  </m:oMath>
                </a14:m>
                <a:r>
                  <a:rPr lang="zh-CN" altLang="en-US" sz="2000" dirty="0">
                    <a:solidFill>
                      <a:srgbClr val="1A44A1"/>
                    </a:solidFill>
                    <a:latin typeface="Times New Roman" panose="02020603050405020304" pitchFamily="18" charset="0"/>
                  </a:rPr>
                  <a:t>和鼓轮</a:t>
                </a:r>
                <a:r>
                  <a:rPr lang="en-US" altLang="zh-CN" sz="2000" i="1" dirty="0">
                    <a:solidFill>
                      <a:srgbClr val="1A44A1"/>
                    </a:solidFill>
                    <a:latin typeface="Times New Roman" panose="02020603050405020304" pitchFamily="18" charset="0"/>
                  </a:rPr>
                  <a:t>O</a:t>
                </a:r>
                <a:r>
                  <a:rPr lang="zh-CN" altLang="en-US" sz="2000" dirty="0">
                    <a:solidFill>
                      <a:srgbClr val="1A44A1"/>
                    </a:solidFill>
                    <a:latin typeface="Times New Roman" panose="02020603050405020304" pitchFamily="18" charset="0"/>
                  </a:rPr>
                  <a:t>为均质物体，质量均为</a:t>
                </a:r>
                <a:r>
                  <a:rPr lang="en-US" altLang="zh-CN" sz="2000" i="1" dirty="0">
                    <a:solidFill>
                      <a:srgbClr val="1A44A1"/>
                    </a:solidFill>
                    <a:latin typeface="Times New Roman" panose="02020603050405020304" pitchFamily="18" charset="0"/>
                  </a:rPr>
                  <a:t>m</a:t>
                </a:r>
                <a:r>
                  <a:rPr lang="zh-CN" altLang="en-US" sz="2000" dirty="0">
                    <a:solidFill>
                      <a:srgbClr val="1A44A1"/>
                    </a:solidFill>
                    <a:latin typeface="Times New Roman" panose="02020603050405020304" pitchFamily="18" charset="0"/>
                  </a:rPr>
                  <a:t> ，半径均为</a:t>
                </a:r>
                <a:r>
                  <a:rPr lang="en-US" altLang="zh-CN" sz="2000" i="1" dirty="0">
                    <a:solidFill>
                      <a:srgbClr val="1A44A1"/>
                    </a:solidFill>
                    <a:latin typeface="Times New Roman" panose="02020603050405020304" pitchFamily="18" charset="0"/>
                  </a:rPr>
                  <a:t>R</a:t>
                </a:r>
                <a:r>
                  <a:rPr lang="zh-CN" altLang="en-US" sz="2000" dirty="0">
                    <a:solidFill>
                      <a:srgbClr val="1A44A1"/>
                    </a:solidFill>
                    <a:latin typeface="Times New Roman" panose="02020603050405020304" pitchFamily="18" charset="0"/>
                  </a:rPr>
                  <a:t>。绳子不能伸缩，其质量略去不计。粗糙斜面的倾角为 </a:t>
                </a:r>
                <a14:m>
                  <m:oMath xmlns:m="http://schemas.openxmlformats.org/officeDocument/2006/math">
                    <m:r>
                      <a:rPr lang="zh-CN" altLang="en-US" sz="2000" i="1" smtClean="0">
                        <a:solidFill>
                          <a:srgbClr val="1A44A1"/>
                        </a:solidFill>
                        <a:latin typeface="Cambria Math" panose="02040503050406030204" pitchFamily="18" charset="0"/>
                      </a:rPr>
                      <m:t>𝜃</m:t>
                    </m:r>
                  </m:oMath>
                </a14:m>
                <a:r>
                  <a:rPr lang="zh-CN" altLang="en-US" sz="2000" dirty="0">
                    <a:solidFill>
                      <a:srgbClr val="1A44A1"/>
                    </a:solidFill>
                    <a:latin typeface="Times New Roman" panose="02020603050405020304" pitchFamily="18" charset="0"/>
                  </a:rPr>
                  <a:t>，不计滚动摩擦。如在鼓轮上作用一常力偶</a:t>
                </a:r>
                <a:r>
                  <a:rPr lang="en-US" altLang="zh-CN" sz="2000" i="1" dirty="0">
                    <a:solidFill>
                      <a:srgbClr val="1A44A1"/>
                    </a:solidFill>
                    <a:latin typeface="Times New Roman" panose="02020603050405020304" pitchFamily="18" charset="0"/>
                  </a:rPr>
                  <a:t>M</a:t>
                </a:r>
                <a:r>
                  <a:rPr lang="zh-CN" altLang="en-US" sz="2000" dirty="0">
                    <a:solidFill>
                      <a:srgbClr val="1A44A1"/>
                    </a:solidFill>
                    <a:latin typeface="Times New Roman" panose="02020603050405020304" pitchFamily="18" charset="0"/>
                  </a:rPr>
                  <a:t>。求：（</a:t>
                </a:r>
                <a:r>
                  <a:rPr lang="en-US" altLang="zh-CN" sz="2000" dirty="0">
                    <a:solidFill>
                      <a:srgbClr val="1A44A1"/>
                    </a:solidFill>
                    <a:latin typeface="Times New Roman" panose="02020603050405020304" pitchFamily="18" charset="0"/>
                  </a:rPr>
                  <a:t>1</a:t>
                </a:r>
                <a:r>
                  <a:rPr lang="zh-CN" altLang="en-US" sz="2000" dirty="0">
                    <a:solidFill>
                      <a:srgbClr val="1A44A1"/>
                    </a:solidFill>
                    <a:latin typeface="Times New Roman" panose="02020603050405020304" pitchFamily="18" charset="0"/>
                  </a:rPr>
                  <a:t>）鼓轮的角加速度；（</a:t>
                </a:r>
                <a:r>
                  <a:rPr lang="en-US" altLang="zh-CN" sz="2000" dirty="0">
                    <a:solidFill>
                      <a:srgbClr val="1A44A1"/>
                    </a:solidFill>
                    <a:latin typeface="Times New Roman" panose="02020603050405020304" pitchFamily="18" charset="0"/>
                  </a:rPr>
                  <a:t>2</a:t>
                </a:r>
                <a:r>
                  <a:rPr lang="zh-CN" altLang="en-US" sz="2000" dirty="0">
                    <a:solidFill>
                      <a:srgbClr val="1A44A1"/>
                    </a:solidFill>
                    <a:latin typeface="Times New Roman" panose="02020603050405020304" pitchFamily="18" charset="0"/>
                  </a:rPr>
                  <a:t>）绳索的拉力；（</a:t>
                </a:r>
                <a:r>
                  <a:rPr lang="en-US" altLang="zh-CN" sz="2000" dirty="0">
                    <a:solidFill>
                      <a:srgbClr val="1A44A1"/>
                    </a:solidFill>
                    <a:latin typeface="Times New Roman" panose="02020603050405020304" pitchFamily="18" charset="0"/>
                  </a:rPr>
                  <a:t>3</a:t>
                </a:r>
                <a:r>
                  <a:rPr lang="zh-CN" altLang="en-US" sz="2000" dirty="0">
                    <a:solidFill>
                      <a:srgbClr val="1A44A1"/>
                    </a:solidFill>
                    <a:latin typeface="Times New Roman" panose="02020603050405020304" pitchFamily="18" charset="0"/>
                  </a:rPr>
                  <a:t>）轴承</a:t>
                </a:r>
                <a:r>
                  <a:rPr lang="en-US" altLang="zh-CN" sz="2000" i="1" dirty="0">
                    <a:solidFill>
                      <a:srgbClr val="1A44A1"/>
                    </a:solidFill>
                    <a:latin typeface="Times New Roman" panose="02020603050405020304" pitchFamily="18" charset="0"/>
                  </a:rPr>
                  <a:t>O</a:t>
                </a:r>
                <a:r>
                  <a:rPr lang="zh-CN" altLang="en-US" sz="2000" dirty="0">
                    <a:solidFill>
                      <a:srgbClr val="1A44A1"/>
                    </a:solidFill>
                    <a:latin typeface="Times New Roman" panose="02020603050405020304" pitchFamily="18" charset="0"/>
                  </a:rPr>
                  <a:t>的水平反力。</a:t>
                </a:r>
                <a:endParaRPr lang="zh-CN" altLang="zh-CN" sz="2000" dirty="0">
                  <a:solidFill>
                    <a:srgbClr val="1A44A1"/>
                  </a:solidFill>
                  <a:latin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xmlns="" xmlns:a14="http://schemas.microsoft.com/office/drawing/2010/main" id="{127B86DE-9D4E-1973-741B-D4D609C852AB}"/>
                  </a:ext>
                </a:extLst>
              </p:cNvPr>
              <p:cNvSpPr txBox="1">
                <a:spLocks noRot="1" noChangeAspect="1" noMove="1" noResize="1" noEditPoints="1" noAdjustHandles="1" noChangeArrowheads="1" noChangeShapeType="1" noTextEdit="1"/>
              </p:cNvSpPr>
              <p:nvPr/>
            </p:nvSpPr>
            <p:spPr>
              <a:xfrm>
                <a:off x="259893" y="593781"/>
                <a:ext cx="5508044" cy="2308324"/>
              </a:xfrm>
              <a:prstGeom prst="rect">
                <a:avLst/>
              </a:prstGeom>
              <a:blipFill rotWithShape="1">
                <a:blip r:embed="rId3"/>
                <a:stretch>
                  <a:fillRect l="-1218" t="-792" r="-997" b="-23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CC10930-8AA5-D28A-6FD3-70AA28C5BB2F}"/>
                  </a:ext>
                </a:extLst>
              </p:cNvPr>
              <p:cNvSpPr txBox="1"/>
              <p:nvPr/>
            </p:nvSpPr>
            <p:spPr>
              <a:xfrm>
                <a:off x="267130" y="2880564"/>
                <a:ext cx="11001614" cy="400110"/>
              </a:xfrm>
              <a:prstGeom prst="rect">
                <a:avLst/>
              </a:prstGeom>
              <a:noFill/>
            </p:spPr>
            <p:txBody>
              <a:bodyPr wrap="square" rtlCol="0">
                <a:spAutoFit/>
              </a:bodyPr>
              <a:lstStyle/>
              <a:p>
                <a:r>
                  <a:rPr lang="zh-CN" altLang="en-US" sz="2000" dirty="0">
                    <a:solidFill>
                      <a:srgbClr val="C00000"/>
                    </a:solidFill>
                    <a:latin typeface="Times New Roman" panose="02020603050405020304" pitchFamily="18" charset="0"/>
                  </a:rPr>
                  <a:t>解法</a:t>
                </a:r>
                <a:r>
                  <a:rPr lang="en-US" altLang="zh-CN" sz="2000" dirty="0">
                    <a:solidFill>
                      <a:srgbClr val="C00000"/>
                    </a:solidFill>
                    <a:latin typeface="Times New Roman" panose="02020603050405020304" pitchFamily="18" charset="0"/>
                  </a:rPr>
                  <a:t>1</a:t>
                </a:r>
                <a:r>
                  <a:rPr lang="zh-CN" altLang="en-US" sz="2000" dirty="0">
                    <a:solidFill>
                      <a:srgbClr val="C00000"/>
                    </a:solidFill>
                    <a:latin typeface="Times New Roman" panose="02020603050405020304" pitchFamily="18" charset="0"/>
                  </a:rPr>
                  <a:t>（动能定理微分形式）： </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整体</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设圆柱角速度为</a:t>
                </a:r>
                <a14:m>
                  <m:oMath xmlns:m="http://schemas.openxmlformats.org/officeDocument/2006/math">
                    <m:r>
                      <a:rPr lang="zh-CN" altLang="en-US" sz="2000" i="1" smtClean="0">
                        <a:solidFill>
                          <a:srgbClr val="1A44A1"/>
                        </a:solidFill>
                        <a:latin typeface="Cambria Math" panose="02040503050406030204" pitchFamily="18" charset="0"/>
                      </a:rPr>
                      <m:t>𝜔</m:t>
                    </m:r>
                  </m:oMath>
                </a14:m>
                <a:r>
                  <a:rPr lang="zh-CN" altLang="en-US" sz="2000" dirty="0">
                    <a:solidFill>
                      <a:srgbClr val="1A44A1"/>
                    </a:solidFill>
                    <a:latin typeface="Times New Roman" panose="02020603050405020304" pitchFamily="18" charset="0"/>
                  </a:rPr>
                  <a:t>，受力和运动分析如图。</a:t>
                </a:r>
                <a:endParaRPr lang="zh-CN" altLang="zh-CN" sz="2000" dirty="0">
                  <a:solidFill>
                    <a:srgbClr val="1A44A1"/>
                  </a:solidFill>
                  <a:latin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xmlns="" xmlns:a14="http://schemas.microsoft.com/office/drawing/2010/main" id="{3CC10930-8AA5-D28A-6FD3-70AA28C5BB2F}"/>
                  </a:ext>
                </a:extLst>
              </p:cNvPr>
              <p:cNvSpPr txBox="1">
                <a:spLocks noRot="1" noChangeAspect="1" noMove="1" noResize="1" noEditPoints="1" noAdjustHandles="1" noChangeArrowheads="1" noChangeShapeType="1" noTextEdit="1"/>
              </p:cNvSpPr>
              <p:nvPr/>
            </p:nvSpPr>
            <p:spPr>
              <a:xfrm>
                <a:off x="267130" y="2880564"/>
                <a:ext cx="11001614" cy="400110"/>
              </a:xfrm>
              <a:prstGeom prst="rect">
                <a:avLst/>
              </a:prstGeom>
              <a:blipFill rotWithShape="1">
                <a:blip r:embed="rId4"/>
                <a:stretch>
                  <a:fillRect l="-609" t="-10769" b="-29231"/>
                </a:stretch>
              </a:blipFill>
            </p:spPr>
            <p:txBody>
              <a:bodyPr/>
              <a:lstStyle/>
              <a:p>
                <a:r>
                  <a:rPr lang="zh-CN" altLang="en-US">
                    <a:noFill/>
                  </a:rPr>
                  <a:t> </a:t>
                </a:r>
              </a:p>
            </p:txBody>
          </p:sp>
        </mc:Fallback>
      </mc:AlternateContent>
      <p:pic>
        <p:nvPicPr>
          <p:cNvPr id="9" name="图片 8" descr="t10-16">
            <a:extLst>
              <a:ext uri="{FF2B5EF4-FFF2-40B4-BE49-F238E27FC236}">
                <a16:creationId xmlns:a16="http://schemas.microsoft.com/office/drawing/2014/main" id="{78754B91-6475-42E9-9A3A-64E618DF0459}"/>
              </a:ext>
            </a:extLst>
          </p:cNvPr>
          <p:cNvPicPr>
            <a:picLocks noChangeAspect="1"/>
          </p:cNvPicPr>
          <p:nvPr/>
        </p:nvPicPr>
        <p:blipFill>
          <a:blip r:embed="rId5" cstate="print">
            <a:duotone>
              <a:schemeClr val="accent1">
                <a:shade val="45000"/>
                <a:satMod val="135000"/>
              </a:schemeClr>
              <a:prstClr val="white"/>
            </a:duotone>
          </a:blip>
          <a:stretch>
            <a:fillRect/>
          </a:stretch>
        </p:blipFill>
        <p:spPr>
          <a:xfrm>
            <a:off x="5974405" y="675677"/>
            <a:ext cx="2133600" cy="2177259"/>
          </a:xfrm>
          <a:prstGeom prst="rect">
            <a:avLst/>
          </a:prstGeom>
          <a:noFill/>
          <a:ln w="9525">
            <a:noFill/>
            <a:miter/>
          </a:ln>
        </p:spPr>
      </p:pic>
      <p:sp>
        <p:nvSpPr>
          <p:cNvPr id="14" name="文本框 13">
            <a:extLst>
              <a:ext uri="{FF2B5EF4-FFF2-40B4-BE49-F238E27FC236}">
                <a16:creationId xmlns:a16="http://schemas.microsoft.com/office/drawing/2014/main" id="{93B51CFB-9531-C407-5C74-82104E57FBD6}"/>
              </a:ext>
            </a:extLst>
          </p:cNvPr>
          <p:cNvSpPr txBox="1"/>
          <p:nvPr/>
        </p:nvSpPr>
        <p:spPr>
          <a:xfrm>
            <a:off x="267130" y="3557047"/>
            <a:ext cx="4541984"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系统在运动过程中任意位置的动能：</a:t>
            </a:r>
            <a:endParaRPr lang="zh-CN" altLang="zh-CN" sz="2000" dirty="0">
              <a:solidFill>
                <a:srgbClr val="1A44A1"/>
              </a:solidFill>
              <a:latin typeface="Times New Roman" panose="02020603050405020304" pitchFamily="18" charset="0"/>
            </a:endParaRPr>
          </a:p>
        </p:txBody>
      </p:sp>
      <p:graphicFrame>
        <p:nvGraphicFramePr>
          <p:cNvPr id="15" name="对象 14">
            <a:extLst>
              <a:ext uri="{FF2B5EF4-FFF2-40B4-BE49-F238E27FC236}">
                <a16:creationId xmlns:a16="http://schemas.microsoft.com/office/drawing/2014/main" id="{8A925A80-11AD-2C86-E7D7-087503D28102}"/>
              </a:ext>
            </a:extLst>
          </p:cNvPr>
          <p:cNvGraphicFramePr>
            <a:graphicFrameLocks noChangeAspect="1"/>
          </p:cNvGraphicFramePr>
          <p:nvPr>
            <p:extLst>
              <p:ext uri="{D42A27DB-BD31-4B8C-83A1-F6EECF244321}">
                <p14:modId xmlns:p14="http://schemas.microsoft.com/office/powerpoint/2010/main" val="2983034263"/>
              </p:ext>
            </p:extLst>
          </p:nvPr>
        </p:nvGraphicFramePr>
        <p:xfrm>
          <a:off x="1242161" y="4653136"/>
          <a:ext cx="6105525" cy="487363"/>
        </p:xfrm>
        <a:graphic>
          <a:graphicData uri="http://schemas.openxmlformats.org/presentationml/2006/ole">
            <mc:AlternateContent xmlns:mc="http://schemas.openxmlformats.org/markup-compatibility/2006">
              <mc:Choice xmlns:v="urn:schemas-microsoft-com:vml" Requires="v">
                <p:oleObj name="Equation" r:id="rId6" imgW="2692080" imgH="215640" progId="Equation.DSMT4">
                  <p:embed/>
                </p:oleObj>
              </mc:Choice>
              <mc:Fallback>
                <p:oleObj name="Equation" r:id="rId6" imgW="2692080" imgH="215640" progId="Equation.DSMT4">
                  <p:embed/>
                  <p:pic>
                    <p:nvPicPr>
                      <p:cNvPr id="42" name="对象 41">
                        <a:extLst>
                          <a:ext uri="{FF2B5EF4-FFF2-40B4-BE49-F238E27FC236}">
                            <a16:creationId xmlns:a16="http://schemas.microsoft.com/office/drawing/2014/main" id="{466E4C6C-674A-334C-91C2-6D2468077893}"/>
                          </a:ext>
                        </a:extLst>
                      </p:cNvPr>
                      <p:cNvPicPr/>
                      <p:nvPr/>
                    </p:nvPicPr>
                    <p:blipFill>
                      <a:blip r:embed="rId7"/>
                      <a:stretch>
                        <a:fillRect/>
                      </a:stretch>
                    </p:blipFill>
                    <p:spPr>
                      <a:xfrm>
                        <a:off x="1242161" y="4653136"/>
                        <a:ext cx="6105525" cy="487363"/>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C450E10B-AA64-D25D-DF73-A3990767E7C0}"/>
              </a:ext>
            </a:extLst>
          </p:cNvPr>
          <p:cNvGraphicFramePr>
            <a:graphicFrameLocks noChangeAspect="1"/>
          </p:cNvGraphicFramePr>
          <p:nvPr>
            <p:extLst>
              <p:ext uri="{D42A27DB-BD31-4B8C-83A1-F6EECF244321}">
                <p14:modId xmlns:p14="http://schemas.microsoft.com/office/powerpoint/2010/main" val="2757264473"/>
              </p:ext>
            </p:extLst>
          </p:nvPr>
        </p:nvGraphicFramePr>
        <p:xfrm>
          <a:off x="4384104" y="3346119"/>
          <a:ext cx="4724400" cy="774700"/>
        </p:xfrm>
        <a:graphic>
          <a:graphicData uri="http://schemas.openxmlformats.org/presentationml/2006/ole">
            <mc:AlternateContent xmlns:mc="http://schemas.openxmlformats.org/markup-compatibility/2006">
              <mc:Choice xmlns:v="urn:schemas-microsoft-com:vml" Requires="v">
                <p:oleObj name="Equation" r:id="rId8" imgW="2082600" imgH="342720" progId="Equation.DSMT4">
                  <p:embed/>
                </p:oleObj>
              </mc:Choice>
              <mc:Fallback>
                <p:oleObj name="Equation" r:id="rId8" imgW="2082600" imgH="342720" progId="Equation.DSMT4">
                  <p:embed/>
                  <p:pic>
                    <p:nvPicPr>
                      <p:cNvPr id="15" name="对象 14">
                        <a:extLst>
                          <a:ext uri="{FF2B5EF4-FFF2-40B4-BE49-F238E27FC236}">
                            <a16:creationId xmlns:a16="http://schemas.microsoft.com/office/drawing/2014/main" id="{8A925A80-11AD-2C86-E7D7-087503D28102}"/>
                          </a:ext>
                        </a:extLst>
                      </p:cNvPr>
                      <p:cNvPicPr/>
                      <p:nvPr/>
                    </p:nvPicPr>
                    <p:blipFill>
                      <a:blip r:embed="rId9"/>
                      <a:stretch>
                        <a:fillRect/>
                      </a:stretch>
                    </p:blipFill>
                    <p:spPr>
                      <a:xfrm>
                        <a:off x="4384104" y="3346119"/>
                        <a:ext cx="4724400" cy="774700"/>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C9474ACE-1E36-C060-3ADA-355AECAF1AA2}"/>
              </a:ext>
            </a:extLst>
          </p:cNvPr>
          <p:cNvGraphicFramePr>
            <a:graphicFrameLocks noChangeAspect="1"/>
          </p:cNvGraphicFramePr>
          <p:nvPr>
            <p:extLst>
              <p:ext uri="{D42A27DB-BD31-4B8C-83A1-F6EECF244321}">
                <p14:modId xmlns:p14="http://schemas.microsoft.com/office/powerpoint/2010/main" val="1733137248"/>
              </p:ext>
            </p:extLst>
          </p:nvPr>
        </p:nvGraphicFramePr>
        <p:xfrm>
          <a:off x="5233988" y="5173663"/>
          <a:ext cx="3916362" cy="487362"/>
        </p:xfrm>
        <a:graphic>
          <a:graphicData uri="http://schemas.openxmlformats.org/presentationml/2006/ole">
            <mc:AlternateContent xmlns:mc="http://schemas.openxmlformats.org/markup-compatibility/2006">
              <mc:Choice xmlns:v="urn:schemas-microsoft-com:vml" Requires="v">
                <p:oleObj name="Equation" r:id="rId10" imgW="1726920" imgH="215640" progId="Equation.DSMT4">
                  <p:embed/>
                </p:oleObj>
              </mc:Choice>
              <mc:Fallback>
                <p:oleObj name="Equation" r:id="rId10" imgW="1726920" imgH="215640" progId="Equation.DSMT4">
                  <p:embed/>
                  <p:pic>
                    <p:nvPicPr>
                      <p:cNvPr id="15" name="对象 14">
                        <a:extLst>
                          <a:ext uri="{FF2B5EF4-FFF2-40B4-BE49-F238E27FC236}">
                            <a16:creationId xmlns:a16="http://schemas.microsoft.com/office/drawing/2014/main" id="{8A925A80-11AD-2C86-E7D7-087503D28102}"/>
                          </a:ext>
                        </a:extLst>
                      </p:cNvPr>
                      <p:cNvPicPr/>
                      <p:nvPr/>
                    </p:nvPicPr>
                    <p:blipFill>
                      <a:blip r:embed="rId11"/>
                      <a:stretch>
                        <a:fillRect/>
                      </a:stretch>
                    </p:blipFill>
                    <p:spPr>
                      <a:xfrm>
                        <a:off x="5233988" y="5173663"/>
                        <a:ext cx="3916362" cy="487362"/>
                      </a:xfrm>
                      <a:prstGeom prst="rect">
                        <a:avLst/>
                      </a:prstGeom>
                    </p:spPr>
                  </p:pic>
                </p:oleObj>
              </mc:Fallback>
            </mc:AlternateContent>
          </a:graphicData>
        </a:graphic>
      </p:graphicFrame>
      <p:graphicFrame>
        <p:nvGraphicFramePr>
          <p:cNvPr id="27" name="对象 26">
            <a:extLst>
              <a:ext uri="{FF2B5EF4-FFF2-40B4-BE49-F238E27FC236}">
                <a16:creationId xmlns:a16="http://schemas.microsoft.com/office/drawing/2014/main" id="{1BF41075-53F1-0605-7785-D2DABB2B3E60}"/>
              </a:ext>
            </a:extLst>
          </p:cNvPr>
          <p:cNvGraphicFramePr>
            <a:graphicFrameLocks noChangeAspect="1"/>
          </p:cNvGraphicFramePr>
          <p:nvPr>
            <p:extLst>
              <p:ext uri="{D42A27DB-BD31-4B8C-83A1-F6EECF244321}">
                <p14:modId xmlns:p14="http://schemas.microsoft.com/office/powerpoint/2010/main" val="1574008790"/>
              </p:ext>
            </p:extLst>
          </p:nvPr>
        </p:nvGraphicFramePr>
        <p:xfrm>
          <a:off x="4665098" y="5747697"/>
          <a:ext cx="2333625" cy="803275"/>
        </p:xfrm>
        <a:graphic>
          <a:graphicData uri="http://schemas.openxmlformats.org/presentationml/2006/ole">
            <mc:AlternateContent xmlns:mc="http://schemas.openxmlformats.org/markup-compatibility/2006">
              <mc:Choice xmlns:v="urn:schemas-microsoft-com:vml" Requires="v">
                <p:oleObj name="Equation" r:id="rId12" imgW="1028520" imgH="355320" progId="Equation.DSMT4">
                  <p:embed/>
                </p:oleObj>
              </mc:Choice>
              <mc:Fallback>
                <p:oleObj name="Equation" r:id="rId12" imgW="1028520" imgH="355320" progId="Equation.DSMT4">
                  <p:embed/>
                  <p:pic>
                    <p:nvPicPr>
                      <p:cNvPr id="25" name="对象 24">
                        <a:extLst>
                          <a:ext uri="{FF2B5EF4-FFF2-40B4-BE49-F238E27FC236}">
                            <a16:creationId xmlns:a16="http://schemas.microsoft.com/office/drawing/2014/main" id="{C9474ACE-1E36-C060-3ADA-355AECAF1AA2}"/>
                          </a:ext>
                        </a:extLst>
                      </p:cNvPr>
                      <p:cNvPicPr/>
                      <p:nvPr/>
                    </p:nvPicPr>
                    <p:blipFill>
                      <a:blip r:embed="rId13"/>
                      <a:stretch>
                        <a:fillRect/>
                      </a:stretch>
                    </p:blipFill>
                    <p:spPr>
                      <a:xfrm>
                        <a:off x="4665098" y="5747697"/>
                        <a:ext cx="2333625" cy="803275"/>
                      </a:xfrm>
                      <a:prstGeom prst="rect">
                        <a:avLst/>
                      </a:prstGeom>
                    </p:spPr>
                  </p:pic>
                </p:oleObj>
              </mc:Fallback>
            </mc:AlternateContent>
          </a:graphicData>
        </a:graphic>
      </p:graphicFrame>
      <p:sp>
        <p:nvSpPr>
          <p:cNvPr id="22" name="文本框 13">
            <a:extLst>
              <a:ext uri="{FF2B5EF4-FFF2-40B4-BE49-F238E27FC236}">
                <a16:creationId xmlns:a16="http://schemas.microsoft.com/office/drawing/2014/main" id="{93B51CFB-9531-C407-5C74-82104E57FBD6}"/>
              </a:ext>
            </a:extLst>
          </p:cNvPr>
          <p:cNvSpPr txBox="1"/>
          <p:nvPr/>
        </p:nvSpPr>
        <p:spPr>
          <a:xfrm>
            <a:off x="242350" y="4183420"/>
            <a:ext cx="935266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系统为理想约束系统，只有主动力做功，系统的主动力元功之和为：</a:t>
            </a:r>
            <a:endParaRPr lang="zh-CN" altLang="zh-CN" sz="2000" dirty="0">
              <a:solidFill>
                <a:srgbClr val="1A44A1"/>
              </a:solidFill>
              <a:latin typeface="Times New Roman" panose="02020603050405020304" pitchFamily="18" charset="0"/>
            </a:endParaRPr>
          </a:p>
        </p:txBody>
      </p:sp>
      <p:grpSp>
        <p:nvGrpSpPr>
          <p:cNvPr id="5" name="组合 4"/>
          <p:cNvGrpSpPr/>
          <p:nvPr/>
        </p:nvGrpSpPr>
        <p:grpSpPr>
          <a:xfrm>
            <a:off x="267130" y="5233683"/>
            <a:ext cx="7583978" cy="430213"/>
            <a:chOff x="267130" y="5233683"/>
            <a:chExt cx="7583978" cy="430213"/>
          </a:xfrm>
        </p:grpSpPr>
        <p:sp>
          <p:nvSpPr>
            <p:cNvPr id="21" name="文本框 20">
              <a:extLst>
                <a:ext uri="{FF2B5EF4-FFF2-40B4-BE49-F238E27FC236}">
                  <a16:creationId xmlns:a16="http://schemas.microsoft.com/office/drawing/2014/main" id="{33EBE505-EF01-E594-C41C-10BB18B068CA}"/>
                </a:ext>
              </a:extLst>
            </p:cNvPr>
            <p:cNvSpPr txBox="1"/>
            <p:nvPr/>
          </p:nvSpPr>
          <p:spPr>
            <a:xfrm>
              <a:off x="267130" y="5233683"/>
              <a:ext cx="758397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考虑到                 ；代入动能定理微分形式：</a:t>
              </a:r>
              <a:endParaRPr lang="zh-CN" altLang="zh-CN" sz="2000" dirty="0">
                <a:solidFill>
                  <a:srgbClr val="1A44A1"/>
                </a:solidFill>
                <a:latin typeface="Times New Roman" panose="02020603050405020304" pitchFamily="18" charset="0"/>
              </a:endParaRPr>
            </a:p>
          </p:txBody>
        </p:sp>
        <p:graphicFrame>
          <p:nvGraphicFramePr>
            <p:cNvPr id="24" name="对象 23">
              <a:extLst>
                <a:ext uri="{FF2B5EF4-FFF2-40B4-BE49-F238E27FC236}">
                  <a16:creationId xmlns:a16="http://schemas.microsoft.com/office/drawing/2014/main" id="{C450E10B-AA64-D25D-DF73-A3990767E7C0}"/>
                </a:ext>
              </a:extLst>
            </p:cNvPr>
            <p:cNvGraphicFramePr>
              <a:graphicFrameLocks noChangeAspect="1"/>
            </p:cNvGraphicFramePr>
            <p:nvPr>
              <p:extLst>
                <p:ext uri="{D42A27DB-BD31-4B8C-83A1-F6EECF244321}">
                  <p14:modId xmlns:p14="http://schemas.microsoft.com/office/powerpoint/2010/main" val="2996417303"/>
                </p:ext>
              </p:extLst>
            </p:nvPr>
          </p:nvGraphicFramePr>
          <p:xfrm>
            <a:off x="1115616" y="5233683"/>
            <a:ext cx="1125537" cy="430213"/>
          </p:xfrm>
          <a:graphic>
            <a:graphicData uri="http://schemas.openxmlformats.org/presentationml/2006/ole">
              <mc:AlternateContent xmlns:mc="http://schemas.openxmlformats.org/markup-compatibility/2006">
                <mc:Choice xmlns:v="urn:schemas-microsoft-com:vml" Requires="v">
                  <p:oleObj name="Equation" r:id="rId14" imgW="495000" imgH="190440" progId="Equation.DSMT4">
                    <p:embed/>
                  </p:oleObj>
                </mc:Choice>
                <mc:Fallback>
                  <p:oleObj name="Equation" r:id="rId14" imgW="495000" imgH="190440" progId="Equation.DSMT4">
                    <p:embed/>
                    <p:pic>
                      <p:nvPicPr>
                        <p:cNvPr id="0" name=""/>
                        <p:cNvPicPr/>
                        <p:nvPr/>
                      </p:nvPicPr>
                      <p:blipFill>
                        <a:blip r:embed="rId15"/>
                        <a:stretch>
                          <a:fillRect/>
                        </a:stretch>
                      </p:blipFill>
                      <p:spPr>
                        <a:xfrm>
                          <a:off x="1115616" y="5233683"/>
                          <a:ext cx="1125537" cy="430213"/>
                        </a:xfrm>
                        <a:prstGeom prst="rect">
                          <a:avLst/>
                        </a:prstGeom>
                      </p:spPr>
                    </p:pic>
                  </p:oleObj>
                </mc:Fallback>
              </mc:AlternateContent>
            </a:graphicData>
          </a:graphic>
        </p:graphicFrame>
      </p:grpSp>
      <p:grpSp>
        <p:nvGrpSpPr>
          <p:cNvPr id="11" name="组合 10"/>
          <p:cNvGrpSpPr/>
          <p:nvPr/>
        </p:nvGrpSpPr>
        <p:grpSpPr>
          <a:xfrm>
            <a:off x="251520" y="5949280"/>
            <a:ext cx="4896544" cy="445477"/>
            <a:chOff x="251520" y="5949280"/>
            <a:chExt cx="4896544" cy="445477"/>
          </a:xfrm>
        </p:grpSpPr>
        <p:sp>
          <p:nvSpPr>
            <p:cNvPr id="26" name="文本框 25">
              <a:extLst>
                <a:ext uri="{FF2B5EF4-FFF2-40B4-BE49-F238E27FC236}">
                  <a16:creationId xmlns:a16="http://schemas.microsoft.com/office/drawing/2014/main" id="{7F5491E2-5823-4791-195B-F851B2C8A0BC}"/>
                </a:ext>
              </a:extLst>
            </p:cNvPr>
            <p:cNvSpPr txBox="1"/>
            <p:nvPr/>
          </p:nvSpPr>
          <p:spPr>
            <a:xfrm>
              <a:off x="251520" y="5949280"/>
              <a:ext cx="4896544"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考虑到                  ；                ； 解得：</a:t>
              </a:r>
              <a:endParaRPr lang="zh-CN" altLang="zh-CN" sz="2000" dirty="0">
                <a:solidFill>
                  <a:srgbClr val="1A44A1"/>
                </a:solidFill>
                <a:latin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437767443"/>
                </p:ext>
              </p:extLst>
            </p:nvPr>
          </p:nvGraphicFramePr>
          <p:xfrm>
            <a:off x="2379207" y="5962803"/>
            <a:ext cx="1212850" cy="373063"/>
          </p:xfrm>
          <a:graphic>
            <a:graphicData uri="http://schemas.openxmlformats.org/presentationml/2006/ole">
              <mc:AlternateContent xmlns:mc="http://schemas.openxmlformats.org/markup-compatibility/2006">
                <mc:Choice xmlns:v="urn:schemas-microsoft-com:vml" Requires="v">
                  <p:oleObj name="Equation" r:id="rId16" imgW="533160" imgH="164880" progId="Equation.DSMT4">
                    <p:embed/>
                  </p:oleObj>
                </mc:Choice>
                <mc:Fallback>
                  <p:oleObj name="Equation" r:id="rId16" imgW="533160" imgH="164880" progId="Equation.DSMT4">
                    <p:embed/>
                    <p:pic>
                      <p:nvPicPr>
                        <p:cNvPr id="0" name="对象 23"/>
                        <p:cNvPicPr>
                          <a:picLocks noChangeAspect="1" noChangeArrowheads="1"/>
                        </p:cNvPicPr>
                        <p:nvPr/>
                      </p:nvPicPr>
                      <p:blipFill>
                        <a:blip r:embed="rId17"/>
                        <a:srcRect/>
                        <a:stretch>
                          <a:fillRect/>
                        </a:stretch>
                      </p:blipFill>
                      <p:spPr bwMode="auto">
                        <a:xfrm>
                          <a:off x="2379207" y="5962803"/>
                          <a:ext cx="1212850" cy="373063"/>
                        </a:xfrm>
                        <a:prstGeom prst="rect">
                          <a:avLst/>
                        </a:prstGeom>
                        <a:noFill/>
                        <a:ln>
                          <a:noFill/>
                        </a:ln>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037344856"/>
                </p:ext>
              </p:extLst>
            </p:nvPr>
          </p:nvGraphicFramePr>
          <p:xfrm>
            <a:off x="1115616" y="5964545"/>
            <a:ext cx="1212850" cy="430212"/>
          </p:xfrm>
          <a:graphic>
            <a:graphicData uri="http://schemas.openxmlformats.org/presentationml/2006/ole">
              <mc:AlternateContent xmlns:mc="http://schemas.openxmlformats.org/markup-compatibility/2006">
                <mc:Choice xmlns:v="urn:schemas-microsoft-com:vml" Requires="v">
                  <p:oleObj name="Equation" r:id="rId18" imgW="533160" imgH="190440" progId="Equation.DSMT4">
                    <p:embed/>
                  </p:oleObj>
                </mc:Choice>
                <mc:Fallback>
                  <p:oleObj name="Equation" r:id="rId18" imgW="533160" imgH="190440" progId="Equation.DSMT4">
                    <p:embed/>
                    <p:pic>
                      <p:nvPicPr>
                        <p:cNvPr id="0" name="对象 6"/>
                        <p:cNvPicPr>
                          <a:picLocks noChangeAspect="1" noChangeArrowheads="1"/>
                        </p:cNvPicPr>
                        <p:nvPr/>
                      </p:nvPicPr>
                      <p:blipFill>
                        <a:blip r:embed="rId19"/>
                        <a:srcRect/>
                        <a:stretch>
                          <a:fillRect/>
                        </a:stretch>
                      </p:blipFill>
                      <p:spPr bwMode="auto">
                        <a:xfrm>
                          <a:off x="1115616" y="5964545"/>
                          <a:ext cx="121285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4" name="组合 3"/>
          <p:cNvGrpSpPr/>
          <p:nvPr/>
        </p:nvGrpSpPr>
        <p:grpSpPr>
          <a:xfrm>
            <a:off x="5506107" y="373443"/>
            <a:ext cx="3458381" cy="2473445"/>
            <a:chOff x="5506107" y="373443"/>
            <a:chExt cx="3458381" cy="2473445"/>
          </a:xfrm>
        </p:grpSpPr>
        <p:sp>
          <p:nvSpPr>
            <p:cNvPr id="34" name="弧形 33">
              <a:extLst>
                <a:ext uri="{FF2B5EF4-FFF2-40B4-BE49-F238E27FC236}">
                  <a16:creationId xmlns:a16="http://schemas.microsoft.com/office/drawing/2014/main" id="{831C98FD-57F0-17A3-EE50-D0ACF5176AC0}"/>
                </a:ext>
              </a:extLst>
            </p:cNvPr>
            <p:cNvSpPr/>
            <p:nvPr/>
          </p:nvSpPr>
          <p:spPr>
            <a:xfrm rot="15943009">
              <a:off x="6005328" y="1648476"/>
              <a:ext cx="795478" cy="844700"/>
            </a:xfrm>
            <a:prstGeom prst="arc">
              <a:avLst>
                <a:gd name="adj1" fmla="val 18235445"/>
                <a:gd name="adj2" fmla="val 1103231"/>
              </a:avLst>
            </a:prstGeom>
            <a:ln w="317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5" name="文本框 37">
                  <a:extLst>
                    <a:ext uri="{FF2B5EF4-FFF2-40B4-BE49-F238E27FC236}">
                      <a16:creationId xmlns:a16="http://schemas.microsoft.com/office/drawing/2014/main" id="{C6B7884B-E2AB-1FEB-B4A3-F91F5B0233AD}"/>
                    </a:ext>
                  </a:extLst>
                </p:cNvPr>
                <p:cNvSpPr txBox="1"/>
                <p:nvPr/>
              </p:nvSpPr>
              <p:spPr>
                <a:xfrm>
                  <a:off x="5952191" y="1384173"/>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zh-CN" altLang="en-US" i="1">
                            <a:solidFill>
                              <a:srgbClr val="C00000"/>
                            </a:solidFill>
                            <a:latin typeface="Cambria Math" panose="02040503050406030204" pitchFamily="18" charset="0"/>
                          </a:rPr>
                          <m:t>𝜔</m:t>
                        </m:r>
                      </m:oMath>
                    </m:oMathPara>
                  </a14:m>
                  <a:endParaRPr lang="en-US" altLang="zh-CN" dirty="0">
                    <a:solidFill>
                      <a:srgbClr val="C00000"/>
                    </a:solidFill>
                    <a:latin typeface="Times New Roman" panose="02020603050405020304" pitchFamily="18" charset="0"/>
                  </a:endParaRPr>
                </a:p>
              </p:txBody>
            </p:sp>
          </mc:Choice>
          <mc:Fallback xmlns="">
            <p:sp>
              <p:nvSpPr>
                <p:cNvPr id="45" name="文本框 37">
                  <a:extLst>
                    <a:ext uri="{FF2B5EF4-FFF2-40B4-BE49-F238E27FC236}">
                      <a16:creationId xmlns:a16="http://schemas.microsoft.com/office/drawing/2014/main" xmlns="" xmlns:a14="http://schemas.microsoft.com/office/drawing/2010/main" id="{C6B7884B-E2AB-1FEB-B4A3-F91F5B0233AD}"/>
                    </a:ext>
                  </a:extLst>
                </p:cNvPr>
                <p:cNvSpPr txBox="1">
                  <a:spLocks noRot="1" noChangeAspect="1" noMove="1" noResize="1" noEditPoints="1" noAdjustHandles="1" noChangeArrowheads="1" noChangeShapeType="1" noTextEdit="1"/>
                </p:cNvSpPr>
                <p:nvPr/>
              </p:nvSpPr>
              <p:spPr>
                <a:xfrm>
                  <a:off x="5952191" y="1384173"/>
                  <a:ext cx="644651" cy="369332"/>
                </a:xfrm>
                <a:prstGeom prst="rect">
                  <a:avLst/>
                </a:prstGeom>
                <a:blipFill rotWithShape="1">
                  <a:blip r:embed="rId20"/>
                  <a:stretch>
                    <a:fillRect/>
                  </a:stretch>
                </a:blipFill>
              </p:spPr>
              <p:txBody>
                <a:bodyPr/>
                <a:lstStyle/>
                <a:p>
                  <a:r>
                    <a:rPr lang="zh-CN" altLang="en-US">
                      <a:noFill/>
                    </a:rPr>
                    <a:t> </a:t>
                  </a:r>
                </a:p>
              </p:txBody>
            </p:sp>
          </mc:Fallback>
        </mc:AlternateContent>
        <p:cxnSp>
          <p:nvCxnSpPr>
            <p:cNvPr id="46" name="直接箭头连接符 45">
              <a:extLst>
                <a:ext uri="{FF2B5EF4-FFF2-40B4-BE49-F238E27FC236}">
                  <a16:creationId xmlns:a16="http://schemas.microsoft.com/office/drawing/2014/main" id="{051CFD5D-C117-CC69-18DC-C4AE458A6111}"/>
                </a:ext>
              </a:extLst>
            </p:cNvPr>
            <p:cNvCxnSpPr>
              <a:cxnSpLocks/>
            </p:cNvCxnSpPr>
            <p:nvPr/>
          </p:nvCxnSpPr>
          <p:spPr>
            <a:xfrm flipV="1">
              <a:off x="6403067" y="1642654"/>
              <a:ext cx="450876" cy="428173"/>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文本框 37">
                  <a:extLst>
                    <a:ext uri="{FF2B5EF4-FFF2-40B4-BE49-F238E27FC236}">
                      <a16:creationId xmlns:a16="http://schemas.microsoft.com/office/drawing/2014/main" id="{C6B7884B-E2AB-1FEB-B4A3-F91F5B0233AD}"/>
                    </a:ext>
                  </a:extLst>
                </p:cNvPr>
                <p:cNvSpPr txBox="1"/>
                <p:nvPr/>
              </p:nvSpPr>
              <p:spPr>
                <a:xfrm>
                  <a:off x="6403067" y="1250065"/>
                  <a:ext cx="644651" cy="37285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0" i="1" smtClean="0">
                                <a:solidFill>
                                  <a:srgbClr val="C00000"/>
                                </a:solidFill>
                                <a:latin typeface="Cambria Math"/>
                              </a:rPr>
                              <m:t>𝑣</m:t>
                            </m:r>
                          </m:e>
                          <m:sub>
                            <m:sSup>
                              <m:sSupPr>
                                <m:ctrlPr>
                                  <a:rPr lang="en-US" altLang="zh-CN" b="0" i="1" smtClean="0">
                                    <a:solidFill>
                                      <a:srgbClr val="C00000"/>
                                    </a:solidFill>
                                    <a:latin typeface="Cambria Math" panose="02040503050406030204" pitchFamily="18" charset="0"/>
                                  </a:rPr>
                                </m:ctrlPr>
                              </m:sSupPr>
                              <m:e>
                                <m:r>
                                  <a:rPr lang="en-US" altLang="zh-CN" i="1">
                                    <a:solidFill>
                                      <a:srgbClr val="C00000"/>
                                    </a:solidFill>
                                    <a:latin typeface="Cambria Math"/>
                                  </a:rPr>
                                  <m:t>𝑂</m:t>
                                </m:r>
                              </m:e>
                              <m:sup>
                                <m:r>
                                  <a:rPr lang="en-US" altLang="zh-CN" b="0" i="1" smtClean="0">
                                    <a:solidFill>
                                      <a:srgbClr val="C00000"/>
                                    </a:solidFill>
                                    <a:latin typeface="Cambria Math"/>
                                  </a:rPr>
                                  <m:t>′</m:t>
                                </m:r>
                              </m:sup>
                            </m:sSup>
                          </m:sub>
                        </m:sSub>
                      </m:oMath>
                    </m:oMathPara>
                  </a14:m>
                  <a:endParaRPr lang="en-US" altLang="zh-CN" dirty="0">
                    <a:solidFill>
                      <a:srgbClr val="C00000"/>
                    </a:solidFill>
                    <a:latin typeface="Times New Roman" panose="02020603050405020304" pitchFamily="18" charset="0"/>
                  </a:endParaRPr>
                </a:p>
              </p:txBody>
            </p:sp>
          </mc:Choice>
          <mc:Fallback xmlns="">
            <p:sp>
              <p:nvSpPr>
                <p:cNvPr id="47" name="文本框 37">
                  <a:extLst>
                    <a:ext uri="{FF2B5EF4-FFF2-40B4-BE49-F238E27FC236}">
                      <a16:creationId xmlns:a16="http://schemas.microsoft.com/office/drawing/2014/main" xmlns="" xmlns:a14="http://schemas.microsoft.com/office/drawing/2010/main" id="{C6B7884B-E2AB-1FEB-B4A3-F91F5B0233AD}"/>
                    </a:ext>
                  </a:extLst>
                </p:cNvPr>
                <p:cNvSpPr txBox="1">
                  <a:spLocks noRot="1" noChangeAspect="1" noMove="1" noResize="1" noEditPoints="1" noAdjustHandles="1" noChangeArrowheads="1" noChangeShapeType="1" noTextEdit="1"/>
                </p:cNvSpPr>
                <p:nvPr/>
              </p:nvSpPr>
              <p:spPr>
                <a:xfrm>
                  <a:off x="6403067" y="1250065"/>
                  <a:ext cx="644651" cy="372859"/>
                </a:xfrm>
                <a:prstGeom prst="rect">
                  <a:avLst/>
                </a:prstGeom>
                <a:blipFill rotWithShape="1">
                  <a:blip r:embed="rId21"/>
                  <a:stretch>
                    <a:fillRect b="-3279"/>
                  </a:stretch>
                </a:blipFill>
              </p:spPr>
              <p:txBody>
                <a:bodyPr/>
                <a:lstStyle/>
                <a:p>
                  <a:r>
                    <a:rPr lang="zh-CN" altLang="en-US">
                      <a:noFill/>
                    </a:rPr>
                    <a:t> </a:t>
                  </a:r>
                </a:p>
              </p:txBody>
            </p:sp>
          </mc:Fallback>
        </mc:AlternateContent>
        <p:cxnSp>
          <p:nvCxnSpPr>
            <p:cNvPr id="48" name="直接箭头连接符 47">
              <a:extLst>
                <a:ext uri="{FF2B5EF4-FFF2-40B4-BE49-F238E27FC236}">
                  <a16:creationId xmlns:a16="http://schemas.microsoft.com/office/drawing/2014/main" id="{EC9BC420-8ADE-C181-FE46-C935AA374DA8}"/>
                </a:ext>
              </a:extLst>
            </p:cNvPr>
            <p:cNvCxnSpPr>
              <a:cxnSpLocks/>
            </p:cNvCxnSpPr>
            <p:nvPr/>
          </p:nvCxnSpPr>
          <p:spPr>
            <a:xfrm>
              <a:off x="6401848" y="2049186"/>
              <a:ext cx="12261" cy="671457"/>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文本框 71">
                  <a:extLst>
                    <a:ext uri="{FF2B5EF4-FFF2-40B4-BE49-F238E27FC236}">
                      <a16:creationId xmlns:a16="http://schemas.microsoft.com/office/drawing/2014/main" id="{394CB779-BDEE-4A98-83DC-2D2248C86B4B}"/>
                    </a:ext>
                  </a:extLst>
                </p:cNvPr>
                <p:cNvSpPr txBox="1"/>
                <p:nvPr/>
              </p:nvSpPr>
              <p:spPr>
                <a:xfrm>
                  <a:off x="6403375" y="2351311"/>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0" i="1" smtClean="0">
                            <a:solidFill>
                              <a:srgbClr val="C00000"/>
                            </a:solidFill>
                            <a:latin typeface="Cambria Math" panose="02040503050406030204" pitchFamily="18" charset="0"/>
                          </a:rPr>
                          <m:t>𝑚</m:t>
                        </m:r>
                        <m:r>
                          <a:rPr lang="en-US" altLang="zh-CN" b="1" i="1">
                            <a:solidFill>
                              <a:srgbClr val="C00000"/>
                            </a:solidFill>
                            <a:latin typeface="Cambria Math" panose="02040503050406030204" pitchFamily="18" charset="0"/>
                          </a:rPr>
                          <m:t>𝒈</m:t>
                        </m:r>
                      </m:oMath>
                    </m:oMathPara>
                  </a14:m>
                  <a:endParaRPr lang="en-US" altLang="zh-CN" dirty="0">
                    <a:solidFill>
                      <a:srgbClr val="C00000"/>
                    </a:solidFill>
                    <a:latin typeface="Times New Roman" panose="02020603050405020304" pitchFamily="18" charset="0"/>
                  </a:endParaRPr>
                </a:p>
              </p:txBody>
            </p:sp>
          </mc:Choice>
          <mc:Fallback xmlns="">
            <p:sp>
              <p:nvSpPr>
                <p:cNvPr id="49" name="文本框 71">
                  <a:extLst>
                    <a:ext uri="{FF2B5EF4-FFF2-40B4-BE49-F238E27FC236}">
                      <a16:creationId xmlns:a16="http://schemas.microsoft.com/office/drawing/2014/main" xmlns="" xmlns:a14="http://schemas.microsoft.com/office/drawing/2010/main" id="{394CB779-BDEE-4A98-83DC-2D2248C86B4B}"/>
                    </a:ext>
                  </a:extLst>
                </p:cNvPr>
                <p:cNvSpPr txBox="1">
                  <a:spLocks noRot="1" noChangeAspect="1" noMove="1" noResize="1" noEditPoints="1" noAdjustHandles="1" noChangeArrowheads="1" noChangeShapeType="1" noTextEdit="1"/>
                </p:cNvSpPr>
                <p:nvPr/>
              </p:nvSpPr>
              <p:spPr>
                <a:xfrm>
                  <a:off x="6403375" y="2351311"/>
                  <a:ext cx="644651" cy="369332"/>
                </a:xfrm>
                <a:prstGeom prst="rect">
                  <a:avLst/>
                </a:prstGeom>
                <a:blipFill rotWithShape="1">
                  <a:blip r:embed="rId22"/>
                  <a:stretch>
                    <a:fillRect b="-8333"/>
                  </a:stretch>
                </a:blipFill>
              </p:spPr>
              <p:txBody>
                <a:bodyPr/>
                <a:lstStyle/>
                <a:p>
                  <a:r>
                    <a:rPr lang="zh-CN" altLang="en-US">
                      <a:noFill/>
                    </a:rPr>
                    <a:t> </a:t>
                  </a:r>
                </a:p>
              </p:txBody>
            </p:sp>
          </mc:Fallback>
        </mc:AlternateContent>
        <p:sp>
          <p:nvSpPr>
            <p:cNvPr id="50" name="弧形 49">
              <a:extLst>
                <a:ext uri="{FF2B5EF4-FFF2-40B4-BE49-F238E27FC236}">
                  <a16:creationId xmlns:a16="http://schemas.microsoft.com/office/drawing/2014/main" id="{831C98FD-57F0-17A3-EE50-D0ACF5176AC0}"/>
                </a:ext>
              </a:extLst>
            </p:cNvPr>
            <p:cNvSpPr/>
            <p:nvPr/>
          </p:nvSpPr>
          <p:spPr>
            <a:xfrm rot="3581986">
              <a:off x="7375502" y="827716"/>
              <a:ext cx="795478" cy="844700"/>
            </a:xfrm>
            <a:prstGeom prst="arc">
              <a:avLst>
                <a:gd name="adj1" fmla="val 19443033"/>
                <a:gd name="adj2" fmla="val 1103231"/>
              </a:avLst>
            </a:prstGeom>
            <a:ln w="317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1" name="文本框 37">
                  <a:extLst>
                    <a:ext uri="{FF2B5EF4-FFF2-40B4-BE49-F238E27FC236}">
                      <a16:creationId xmlns:a16="http://schemas.microsoft.com/office/drawing/2014/main" id="{C6B7884B-E2AB-1FEB-B4A3-F91F5B0233AD}"/>
                    </a:ext>
                  </a:extLst>
                </p:cNvPr>
                <p:cNvSpPr txBox="1"/>
                <p:nvPr/>
              </p:nvSpPr>
              <p:spPr>
                <a:xfrm>
                  <a:off x="7884368" y="1369360"/>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zh-CN" altLang="en-US" i="1">
                            <a:solidFill>
                              <a:srgbClr val="C00000"/>
                            </a:solidFill>
                            <a:latin typeface="Cambria Math" panose="02040503050406030204" pitchFamily="18" charset="0"/>
                          </a:rPr>
                          <m:t>𝜔</m:t>
                        </m:r>
                      </m:oMath>
                    </m:oMathPara>
                  </a14:m>
                  <a:endParaRPr lang="en-US" altLang="zh-CN" dirty="0">
                    <a:solidFill>
                      <a:srgbClr val="C00000"/>
                    </a:solidFill>
                    <a:latin typeface="Times New Roman" panose="02020603050405020304" pitchFamily="18" charset="0"/>
                  </a:endParaRPr>
                </a:p>
              </p:txBody>
            </p:sp>
          </mc:Choice>
          <mc:Fallback xmlns="">
            <p:sp>
              <p:nvSpPr>
                <p:cNvPr id="51" name="文本框 37">
                  <a:extLst>
                    <a:ext uri="{FF2B5EF4-FFF2-40B4-BE49-F238E27FC236}">
                      <a16:creationId xmlns:a16="http://schemas.microsoft.com/office/drawing/2014/main" xmlns="" xmlns:a14="http://schemas.microsoft.com/office/drawing/2010/main" id="{C6B7884B-E2AB-1FEB-B4A3-F91F5B0233AD}"/>
                    </a:ext>
                  </a:extLst>
                </p:cNvPr>
                <p:cNvSpPr txBox="1">
                  <a:spLocks noRot="1" noChangeAspect="1" noMove="1" noResize="1" noEditPoints="1" noAdjustHandles="1" noChangeArrowheads="1" noChangeShapeType="1" noTextEdit="1"/>
                </p:cNvSpPr>
                <p:nvPr/>
              </p:nvSpPr>
              <p:spPr>
                <a:xfrm>
                  <a:off x="7884368" y="1369360"/>
                  <a:ext cx="644651" cy="369332"/>
                </a:xfrm>
                <a:prstGeom prst="rect">
                  <a:avLst/>
                </a:prstGeom>
                <a:blipFill rotWithShape="1">
                  <a:blip r:embed="rId23"/>
                  <a:stretch>
                    <a:fillRect/>
                  </a:stretch>
                </a:blipFill>
              </p:spPr>
              <p:txBody>
                <a:bodyPr/>
                <a:lstStyle/>
                <a:p>
                  <a:r>
                    <a:rPr lang="zh-CN" altLang="en-US">
                      <a:noFill/>
                    </a:rPr>
                    <a:t> </a:t>
                  </a:r>
                </a:p>
              </p:txBody>
            </p:sp>
          </mc:Fallback>
        </mc:AlternateContent>
        <p:cxnSp>
          <p:nvCxnSpPr>
            <p:cNvPr id="52" name="直接箭头连接符 51">
              <a:extLst>
                <a:ext uri="{FF2B5EF4-FFF2-40B4-BE49-F238E27FC236}">
                  <a16:creationId xmlns:a16="http://schemas.microsoft.com/office/drawing/2014/main" id="{D8D36ED1-F836-064C-D659-FEF85BD4C730}"/>
                </a:ext>
              </a:extLst>
            </p:cNvPr>
            <p:cNvCxnSpPr>
              <a:cxnSpLocks/>
            </p:cNvCxnSpPr>
            <p:nvPr/>
          </p:nvCxnSpPr>
          <p:spPr>
            <a:xfrm flipH="1" flipV="1">
              <a:off x="7716199" y="464183"/>
              <a:ext cx="6511" cy="828437"/>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文本框 15">
                  <a:extLst>
                    <a:ext uri="{FF2B5EF4-FFF2-40B4-BE49-F238E27FC236}">
                      <a16:creationId xmlns:a16="http://schemas.microsoft.com/office/drawing/2014/main" id="{75060658-9328-C48B-9DC2-61AD76BD2DA5}"/>
                    </a:ext>
                  </a:extLst>
                </p:cNvPr>
                <p:cNvSpPr txBox="1"/>
                <p:nvPr/>
              </p:nvSpPr>
              <p:spPr>
                <a:xfrm>
                  <a:off x="7699721" y="373443"/>
                  <a:ext cx="644651" cy="39126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b="0" i="1" smtClean="0">
                                <a:solidFill>
                                  <a:srgbClr val="C00000"/>
                                </a:solidFill>
                                <a:latin typeface="Cambria Math" panose="02040503050406030204" pitchFamily="18" charset="0"/>
                              </a:rPr>
                              <m:t>𝑂𝑦</m:t>
                            </m:r>
                          </m:sub>
                        </m:sSub>
                      </m:oMath>
                    </m:oMathPara>
                  </a14:m>
                  <a:endParaRPr lang="en-US" altLang="zh-CN" dirty="0">
                    <a:solidFill>
                      <a:srgbClr val="C00000"/>
                    </a:solidFill>
                    <a:latin typeface="Times New Roman" panose="02020603050405020304" pitchFamily="18" charset="0"/>
                  </a:endParaRPr>
                </a:p>
              </p:txBody>
            </p:sp>
          </mc:Choice>
          <mc:Fallback xmlns="">
            <p:sp>
              <p:nvSpPr>
                <p:cNvPr id="53" name="文本框 15">
                  <a:extLst>
                    <a:ext uri="{FF2B5EF4-FFF2-40B4-BE49-F238E27FC236}">
                      <a16:creationId xmlns:a16="http://schemas.microsoft.com/office/drawing/2014/main" xmlns="" xmlns:a14="http://schemas.microsoft.com/office/drawing/2010/main" id="{75060658-9328-C48B-9DC2-61AD76BD2DA5}"/>
                    </a:ext>
                  </a:extLst>
                </p:cNvPr>
                <p:cNvSpPr txBox="1">
                  <a:spLocks noRot="1" noChangeAspect="1" noMove="1" noResize="1" noEditPoints="1" noAdjustHandles="1" noChangeArrowheads="1" noChangeShapeType="1" noTextEdit="1"/>
                </p:cNvSpPr>
                <p:nvPr/>
              </p:nvSpPr>
              <p:spPr>
                <a:xfrm>
                  <a:off x="7699721" y="373443"/>
                  <a:ext cx="644651" cy="391261"/>
                </a:xfrm>
                <a:prstGeom prst="rect">
                  <a:avLst/>
                </a:prstGeom>
                <a:blipFill rotWithShape="1">
                  <a:blip r:embed="rId24"/>
                  <a:stretch>
                    <a:fillRect b="-62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21">
                  <a:extLst>
                    <a:ext uri="{FF2B5EF4-FFF2-40B4-BE49-F238E27FC236}">
                      <a16:creationId xmlns:a16="http://schemas.microsoft.com/office/drawing/2014/main" id="{CB88829B-42AE-AD95-DCDD-4679D25682C7}"/>
                    </a:ext>
                  </a:extLst>
                </p:cNvPr>
                <p:cNvSpPr txBox="1"/>
                <p:nvPr/>
              </p:nvSpPr>
              <p:spPr>
                <a:xfrm>
                  <a:off x="8319837" y="1067162"/>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b="0" i="1" smtClean="0">
                                <a:solidFill>
                                  <a:srgbClr val="C00000"/>
                                </a:solidFill>
                                <a:latin typeface="Cambria Math" panose="02040503050406030204" pitchFamily="18" charset="0"/>
                              </a:rPr>
                              <m:t>𝑂𝑥</m:t>
                            </m:r>
                          </m:sub>
                        </m:sSub>
                      </m:oMath>
                    </m:oMathPara>
                  </a14:m>
                  <a:endParaRPr lang="en-US" altLang="zh-CN" dirty="0">
                    <a:solidFill>
                      <a:srgbClr val="C00000"/>
                    </a:solidFill>
                    <a:latin typeface="Times New Roman" panose="02020603050405020304" pitchFamily="18" charset="0"/>
                  </a:endParaRPr>
                </a:p>
              </p:txBody>
            </p:sp>
          </mc:Choice>
          <mc:Fallback xmlns="">
            <p:sp>
              <p:nvSpPr>
                <p:cNvPr id="54" name="文本框 21">
                  <a:extLst>
                    <a:ext uri="{FF2B5EF4-FFF2-40B4-BE49-F238E27FC236}">
                      <a16:creationId xmlns:a16="http://schemas.microsoft.com/office/drawing/2014/main" xmlns="" xmlns:a14="http://schemas.microsoft.com/office/drawing/2010/main" id="{CB88829B-42AE-AD95-DCDD-4679D25682C7}"/>
                    </a:ext>
                  </a:extLst>
                </p:cNvPr>
                <p:cNvSpPr txBox="1">
                  <a:spLocks noRot="1" noChangeAspect="1" noMove="1" noResize="1" noEditPoints="1" noAdjustHandles="1" noChangeArrowheads="1" noChangeShapeType="1" noTextEdit="1"/>
                </p:cNvSpPr>
                <p:nvPr/>
              </p:nvSpPr>
              <p:spPr>
                <a:xfrm>
                  <a:off x="8319837" y="1067162"/>
                  <a:ext cx="644651" cy="369332"/>
                </a:xfrm>
                <a:prstGeom prst="rect">
                  <a:avLst/>
                </a:prstGeom>
                <a:blipFill rotWithShape="1">
                  <a:blip r:embed="rId25"/>
                  <a:stretch>
                    <a:fillRect/>
                  </a:stretch>
                </a:blipFill>
              </p:spPr>
              <p:txBody>
                <a:bodyPr/>
                <a:lstStyle/>
                <a:p>
                  <a:r>
                    <a:rPr lang="zh-CN" altLang="en-US">
                      <a:noFill/>
                    </a:rPr>
                    <a:t> </a:t>
                  </a:r>
                </a:p>
              </p:txBody>
            </p:sp>
          </mc:Fallback>
        </mc:AlternateContent>
        <p:cxnSp>
          <p:nvCxnSpPr>
            <p:cNvPr id="55" name="直接箭头连接符 54">
              <a:extLst>
                <a:ext uri="{FF2B5EF4-FFF2-40B4-BE49-F238E27FC236}">
                  <a16:creationId xmlns:a16="http://schemas.microsoft.com/office/drawing/2014/main" id="{EC9BC420-8ADE-C181-FE46-C935AA374DA8}"/>
                </a:ext>
              </a:extLst>
            </p:cNvPr>
            <p:cNvCxnSpPr>
              <a:cxnSpLocks/>
            </p:cNvCxnSpPr>
            <p:nvPr/>
          </p:nvCxnSpPr>
          <p:spPr>
            <a:xfrm>
              <a:off x="7727809" y="1242229"/>
              <a:ext cx="12261" cy="973582"/>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文本框 71">
                  <a:extLst>
                    <a:ext uri="{FF2B5EF4-FFF2-40B4-BE49-F238E27FC236}">
                      <a16:creationId xmlns:a16="http://schemas.microsoft.com/office/drawing/2014/main" id="{394CB779-BDEE-4A98-83DC-2D2248C86B4B}"/>
                    </a:ext>
                  </a:extLst>
                </p:cNvPr>
                <p:cNvSpPr txBox="1"/>
                <p:nvPr/>
              </p:nvSpPr>
              <p:spPr>
                <a:xfrm>
                  <a:off x="7722515" y="1794323"/>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0" i="1" smtClean="0">
                            <a:solidFill>
                              <a:srgbClr val="C00000"/>
                            </a:solidFill>
                            <a:latin typeface="Cambria Math" panose="02040503050406030204" pitchFamily="18" charset="0"/>
                          </a:rPr>
                          <m:t>𝑚</m:t>
                        </m:r>
                        <m:r>
                          <a:rPr lang="en-US" altLang="zh-CN" b="1" i="1">
                            <a:solidFill>
                              <a:srgbClr val="C00000"/>
                            </a:solidFill>
                            <a:latin typeface="Cambria Math" panose="02040503050406030204" pitchFamily="18" charset="0"/>
                          </a:rPr>
                          <m:t>𝒈</m:t>
                        </m:r>
                      </m:oMath>
                    </m:oMathPara>
                  </a14:m>
                  <a:endParaRPr lang="en-US" altLang="zh-CN" dirty="0">
                    <a:solidFill>
                      <a:srgbClr val="C00000"/>
                    </a:solidFill>
                    <a:latin typeface="Times New Roman" panose="02020603050405020304" pitchFamily="18" charset="0"/>
                  </a:endParaRPr>
                </a:p>
              </p:txBody>
            </p:sp>
          </mc:Choice>
          <mc:Fallback xmlns="">
            <p:sp>
              <p:nvSpPr>
                <p:cNvPr id="56" name="文本框 71">
                  <a:extLst>
                    <a:ext uri="{FF2B5EF4-FFF2-40B4-BE49-F238E27FC236}">
                      <a16:creationId xmlns:a16="http://schemas.microsoft.com/office/drawing/2014/main" xmlns="" xmlns:a14="http://schemas.microsoft.com/office/drawing/2010/main" id="{394CB779-BDEE-4A98-83DC-2D2248C86B4B}"/>
                    </a:ext>
                  </a:extLst>
                </p:cNvPr>
                <p:cNvSpPr txBox="1">
                  <a:spLocks noRot="1" noChangeAspect="1" noMove="1" noResize="1" noEditPoints="1" noAdjustHandles="1" noChangeArrowheads="1" noChangeShapeType="1" noTextEdit="1"/>
                </p:cNvSpPr>
                <p:nvPr/>
              </p:nvSpPr>
              <p:spPr>
                <a:xfrm>
                  <a:off x="7722515" y="1794323"/>
                  <a:ext cx="644651" cy="369332"/>
                </a:xfrm>
                <a:prstGeom prst="rect">
                  <a:avLst/>
                </a:prstGeom>
                <a:blipFill rotWithShape="1">
                  <a:blip r:embed="rId26"/>
                  <a:stretch>
                    <a:fillRect b="-6557"/>
                  </a:stretch>
                </a:blipFill>
              </p:spPr>
              <p:txBody>
                <a:bodyPr/>
                <a:lstStyle/>
                <a:p>
                  <a:r>
                    <a:rPr lang="zh-CN" altLang="en-US">
                      <a:noFill/>
                    </a:rPr>
                    <a:t> </a:t>
                  </a:r>
                </a:p>
              </p:txBody>
            </p:sp>
          </mc:Fallback>
        </mc:AlternateContent>
        <p:cxnSp>
          <p:nvCxnSpPr>
            <p:cNvPr id="57" name="直接箭头连接符 56">
              <a:extLst>
                <a:ext uri="{FF2B5EF4-FFF2-40B4-BE49-F238E27FC236}">
                  <a16:creationId xmlns:a16="http://schemas.microsoft.com/office/drawing/2014/main" id="{6CB4C58A-19DB-B68D-EDFE-345A977FE801}"/>
                </a:ext>
              </a:extLst>
            </p:cNvPr>
            <p:cNvCxnSpPr>
              <a:cxnSpLocks/>
            </p:cNvCxnSpPr>
            <p:nvPr/>
          </p:nvCxnSpPr>
          <p:spPr>
            <a:xfrm>
              <a:off x="7752148" y="1242229"/>
              <a:ext cx="621662" cy="0"/>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6B4E276D-8C8F-9B16-2F02-32374D59A433}"/>
                </a:ext>
              </a:extLst>
            </p:cNvPr>
            <p:cNvCxnSpPr>
              <a:cxnSpLocks/>
            </p:cNvCxnSpPr>
            <p:nvPr/>
          </p:nvCxnSpPr>
          <p:spPr>
            <a:xfrm flipH="1" flipV="1">
              <a:off x="5778661" y="1564994"/>
              <a:ext cx="799672" cy="686877"/>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CB0E7CBA-376D-CDA9-5FDC-25EE7B63D3A4}"/>
                    </a:ext>
                  </a:extLst>
                </p:cNvPr>
                <p:cNvSpPr txBox="1"/>
                <p:nvPr/>
              </p:nvSpPr>
              <p:spPr>
                <a:xfrm>
                  <a:off x="5506107" y="1598005"/>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b="0" i="1" smtClean="0">
                                <a:solidFill>
                                  <a:srgbClr val="C00000"/>
                                </a:solidFill>
                                <a:latin typeface="Cambria Math" panose="02040503050406030204" pitchFamily="18" charset="0"/>
                              </a:rPr>
                              <m:t>𝑁</m:t>
                            </m:r>
                          </m:sub>
                        </m:sSub>
                      </m:oMath>
                    </m:oMathPara>
                  </a14:m>
                  <a:endParaRPr lang="en-US" altLang="zh-CN" dirty="0">
                    <a:solidFill>
                      <a:srgbClr val="C00000"/>
                    </a:solidFill>
                    <a:latin typeface="Times New Roman" panose="02020603050405020304" pitchFamily="18" charset="0"/>
                  </a:endParaRPr>
                </a:p>
              </p:txBody>
            </p:sp>
          </mc:Choice>
          <mc:Fallback xmlns="">
            <p:sp>
              <p:nvSpPr>
                <p:cNvPr id="59" name="文本框 58">
                  <a:extLst>
                    <a:ext uri="{FF2B5EF4-FFF2-40B4-BE49-F238E27FC236}">
                      <a16:creationId xmlns:a16="http://schemas.microsoft.com/office/drawing/2014/main" xmlns="" xmlns:a14="http://schemas.microsoft.com/office/drawing/2010/main" id="{CB0E7CBA-376D-CDA9-5FDC-25EE7B63D3A4}"/>
                    </a:ext>
                  </a:extLst>
                </p:cNvPr>
                <p:cNvSpPr txBox="1">
                  <a:spLocks noRot="1" noChangeAspect="1" noMove="1" noResize="1" noEditPoints="1" noAdjustHandles="1" noChangeArrowheads="1" noChangeShapeType="1" noTextEdit="1"/>
                </p:cNvSpPr>
                <p:nvPr/>
              </p:nvSpPr>
              <p:spPr>
                <a:xfrm>
                  <a:off x="5506107" y="1598005"/>
                  <a:ext cx="644651" cy="369332"/>
                </a:xfrm>
                <a:prstGeom prst="rect">
                  <a:avLst/>
                </a:prstGeom>
                <a:blipFill rotWithShape="1">
                  <a:blip r:embed="rId27"/>
                  <a:stretch>
                    <a:fillRect/>
                  </a:stretch>
                </a:blipFill>
              </p:spPr>
              <p:txBody>
                <a:bodyPr/>
                <a:lstStyle/>
                <a:p>
                  <a:r>
                    <a:rPr lang="zh-CN" altLang="en-US">
                      <a:noFill/>
                    </a:rPr>
                    <a:t> </a:t>
                  </a:r>
                </a:p>
              </p:txBody>
            </p:sp>
          </mc:Fallback>
        </mc:AlternateContent>
        <p:cxnSp>
          <p:nvCxnSpPr>
            <p:cNvPr id="33" name="直接箭头连接符 32">
              <a:extLst>
                <a:ext uri="{FF2B5EF4-FFF2-40B4-BE49-F238E27FC236}">
                  <a16:creationId xmlns:a16="http://schemas.microsoft.com/office/drawing/2014/main" id="{9A6EF758-DD8D-82C0-57DA-D3937445F0C5}"/>
                </a:ext>
              </a:extLst>
            </p:cNvPr>
            <p:cNvCxnSpPr>
              <a:cxnSpLocks/>
            </p:cNvCxnSpPr>
            <p:nvPr/>
          </p:nvCxnSpPr>
          <p:spPr>
            <a:xfrm flipH="1">
              <a:off x="5999954" y="2225065"/>
              <a:ext cx="609028" cy="621823"/>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文本框 81">
                  <a:extLst>
                    <a:ext uri="{FF2B5EF4-FFF2-40B4-BE49-F238E27FC236}">
                      <a16:creationId xmlns:a16="http://schemas.microsoft.com/office/drawing/2014/main" id="{CEF6ACC5-D033-35EB-F7ED-80E7C4D8447D}"/>
                    </a:ext>
                  </a:extLst>
                </p:cNvPr>
                <p:cNvSpPr txBox="1"/>
                <p:nvPr/>
              </p:nvSpPr>
              <p:spPr>
                <a:xfrm>
                  <a:off x="5618917" y="2356156"/>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b="0" i="1" smtClean="0">
                                <a:solidFill>
                                  <a:srgbClr val="C00000"/>
                                </a:solidFill>
                                <a:latin typeface="Cambria Math" panose="02040503050406030204" pitchFamily="18" charset="0"/>
                              </a:rPr>
                              <m:t>𝑠</m:t>
                            </m:r>
                          </m:sub>
                        </m:sSub>
                      </m:oMath>
                    </m:oMathPara>
                  </a14:m>
                  <a:endParaRPr lang="en-US" altLang="zh-CN" dirty="0">
                    <a:solidFill>
                      <a:srgbClr val="C00000"/>
                    </a:solidFill>
                    <a:latin typeface="Times New Roman" panose="02020603050405020304" pitchFamily="18" charset="0"/>
                  </a:endParaRPr>
                </a:p>
              </p:txBody>
            </p:sp>
          </mc:Choice>
          <mc:Fallback xmlns="">
            <p:sp>
              <p:nvSpPr>
                <p:cNvPr id="35" name="文本框 81">
                  <a:extLst>
                    <a:ext uri="{FF2B5EF4-FFF2-40B4-BE49-F238E27FC236}">
                      <a16:creationId xmlns:a16="http://schemas.microsoft.com/office/drawing/2014/main" xmlns="" xmlns:a14="http://schemas.microsoft.com/office/drawing/2010/main" id="{CEF6ACC5-D033-35EB-F7ED-80E7C4D8447D}"/>
                    </a:ext>
                  </a:extLst>
                </p:cNvPr>
                <p:cNvSpPr txBox="1">
                  <a:spLocks noRot="1" noChangeAspect="1" noMove="1" noResize="1" noEditPoints="1" noAdjustHandles="1" noChangeArrowheads="1" noChangeShapeType="1" noTextEdit="1"/>
                </p:cNvSpPr>
                <p:nvPr/>
              </p:nvSpPr>
              <p:spPr>
                <a:xfrm>
                  <a:off x="5618917" y="2356156"/>
                  <a:ext cx="644651" cy="369332"/>
                </a:xfrm>
                <a:prstGeom prst="rect">
                  <a:avLst/>
                </a:prstGeom>
                <a:blipFill rotWithShape="1">
                  <a:blip r:embed="rId28"/>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4155691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4" grpId="0"/>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9769DE4-4E89-B29B-92AB-A6F759AD7A51}"/>
              </a:ext>
            </a:extLst>
          </p:cNvPr>
          <p:cNvSpPr>
            <a:spLocks noGrp="1"/>
          </p:cNvSpPr>
          <p:nvPr>
            <p:ph type="sldNum" sz="quarter" idx="12"/>
          </p:nvPr>
        </p:nvSpPr>
        <p:spPr/>
        <p:txBody>
          <a:bodyPr/>
          <a:lstStyle/>
          <a:p>
            <a:fld id="{26673A84-873A-41C3-9E07-245B3A592B1D}" type="slidenum">
              <a:rPr lang="zh-CN" altLang="en-US" smtClean="0"/>
              <a:t>15</a:t>
            </a:fld>
            <a:endParaRPr lang="zh-CN" altLang="en-US"/>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CC10930-8AA5-D28A-6FD3-70AA28C5BB2F}"/>
                  </a:ext>
                </a:extLst>
              </p:cNvPr>
              <p:cNvSpPr txBox="1"/>
              <p:nvPr/>
            </p:nvSpPr>
            <p:spPr>
              <a:xfrm>
                <a:off x="267130" y="620688"/>
                <a:ext cx="9057398" cy="400110"/>
              </a:xfrm>
              <a:prstGeom prst="rect">
                <a:avLst/>
              </a:prstGeom>
              <a:noFill/>
            </p:spPr>
            <p:txBody>
              <a:bodyPr wrap="square" rtlCol="0">
                <a:spAutoFit/>
              </a:bodyPr>
              <a:lstStyle/>
              <a:p>
                <a:r>
                  <a:rPr lang="zh-CN" altLang="en-US" sz="2000" dirty="0">
                    <a:solidFill>
                      <a:srgbClr val="C00000"/>
                    </a:solidFill>
                    <a:latin typeface="Times New Roman" panose="02020603050405020304" pitchFamily="18" charset="0"/>
                  </a:rPr>
                  <a:t>解法</a:t>
                </a:r>
                <a:r>
                  <a:rPr lang="en-US" altLang="zh-CN" sz="2000" dirty="0">
                    <a:solidFill>
                      <a:srgbClr val="C00000"/>
                    </a:solidFill>
                    <a:latin typeface="Times New Roman" panose="02020603050405020304" pitchFamily="18" charset="0"/>
                  </a:rPr>
                  <a:t>2</a:t>
                </a:r>
                <a:r>
                  <a:rPr lang="zh-CN" altLang="en-US" sz="2000" dirty="0">
                    <a:solidFill>
                      <a:srgbClr val="C00000"/>
                    </a:solidFill>
                    <a:latin typeface="Times New Roman" panose="02020603050405020304" pitchFamily="18" charset="0"/>
                  </a:rPr>
                  <a:t>（动能定理积分形式）： </a:t>
                </a:r>
                <a:r>
                  <a:rPr lang="en-US" altLang="zh-CN" sz="2000" dirty="0">
                    <a:solidFill>
                      <a:srgbClr val="1A44A1"/>
                    </a:solidFill>
                    <a:latin typeface="Times New Roman" panose="02020603050405020304" pitchFamily="18" charset="0"/>
                  </a:rPr>
                  <a:t> [</a:t>
                </a:r>
                <a:r>
                  <a:rPr lang="zh-CN" altLang="en-US" sz="2000" dirty="0">
                    <a:solidFill>
                      <a:srgbClr val="1A44A1"/>
                    </a:solidFill>
                    <a:latin typeface="Times New Roman" panose="02020603050405020304" pitchFamily="18" charset="0"/>
                  </a:rPr>
                  <a:t>整体</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设鼓轮角速度为</a:t>
                </a:r>
                <a14:m>
                  <m:oMath xmlns:m="http://schemas.openxmlformats.org/officeDocument/2006/math">
                    <m:r>
                      <a:rPr lang="zh-CN" altLang="en-US" sz="2000" i="1" smtClean="0">
                        <a:solidFill>
                          <a:srgbClr val="1A44A1"/>
                        </a:solidFill>
                        <a:latin typeface="Cambria Math" panose="02040503050406030204" pitchFamily="18" charset="0"/>
                      </a:rPr>
                      <m:t>𝜔</m:t>
                    </m:r>
                  </m:oMath>
                </a14:m>
                <a:r>
                  <a:rPr lang="zh-CN" altLang="en-US" sz="2000" dirty="0">
                    <a:solidFill>
                      <a:srgbClr val="1A44A1"/>
                    </a:solidFill>
                    <a:latin typeface="Times New Roman" panose="02020603050405020304" pitchFamily="18" charset="0"/>
                  </a:rPr>
                  <a:t>，角加速度为</a:t>
                </a:r>
                <a14:m>
                  <m:oMath xmlns:m="http://schemas.openxmlformats.org/officeDocument/2006/math">
                    <m:r>
                      <a:rPr lang="zh-CN" altLang="en-US" sz="2000" i="1" smtClean="0">
                        <a:solidFill>
                          <a:srgbClr val="1A44A1"/>
                        </a:solidFill>
                        <a:latin typeface="Cambria Math" panose="02040503050406030204" pitchFamily="18" charset="0"/>
                      </a:rPr>
                      <m:t>𝛼</m:t>
                    </m:r>
                  </m:oMath>
                </a14:m>
                <a:r>
                  <a:rPr lang="zh-CN" altLang="en-US" sz="2000" dirty="0">
                    <a:solidFill>
                      <a:srgbClr val="1A44A1"/>
                    </a:solidFill>
                    <a:latin typeface="Times New Roman" panose="02020603050405020304" pitchFamily="18" charset="0"/>
                  </a:rPr>
                  <a:t>。</a:t>
                </a:r>
                <a:endParaRPr lang="zh-CN" altLang="zh-CN" sz="2000" dirty="0">
                  <a:solidFill>
                    <a:srgbClr val="1A44A1"/>
                  </a:solidFill>
                  <a:latin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xmlns="" xmlns:a14="http://schemas.microsoft.com/office/drawing/2010/main" id="{3CC10930-8AA5-D28A-6FD3-70AA28C5BB2F}"/>
                  </a:ext>
                </a:extLst>
              </p:cNvPr>
              <p:cNvSpPr txBox="1">
                <a:spLocks noRot="1" noChangeAspect="1" noMove="1" noResize="1" noEditPoints="1" noAdjustHandles="1" noChangeArrowheads="1" noChangeShapeType="1" noTextEdit="1"/>
              </p:cNvSpPr>
              <p:nvPr/>
            </p:nvSpPr>
            <p:spPr>
              <a:xfrm>
                <a:off x="267130" y="620688"/>
                <a:ext cx="9057398" cy="400110"/>
              </a:xfrm>
              <a:prstGeom prst="rect">
                <a:avLst/>
              </a:prstGeom>
              <a:blipFill rotWithShape="1">
                <a:blip r:embed="rId3"/>
                <a:stretch>
                  <a:fillRect l="-740" t="-10769" b="-29231"/>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93B51CFB-9531-C407-5C74-82104E57FBD6}"/>
              </a:ext>
            </a:extLst>
          </p:cNvPr>
          <p:cNvSpPr txBox="1"/>
          <p:nvPr/>
        </p:nvSpPr>
        <p:spPr>
          <a:xfrm>
            <a:off x="267130" y="1104583"/>
            <a:ext cx="547260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根据动能定理</a:t>
            </a:r>
            <a:endParaRPr lang="zh-CN" altLang="zh-CN" sz="2000" dirty="0">
              <a:solidFill>
                <a:srgbClr val="1A44A1"/>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B18B1092-8CC0-FDDB-D427-1A00AF907F0F}"/>
                  </a:ext>
                </a:extLst>
              </p:cNvPr>
              <p:cNvSpPr txBox="1"/>
              <p:nvPr/>
            </p:nvSpPr>
            <p:spPr>
              <a:xfrm>
                <a:off x="323528" y="1621795"/>
                <a:ext cx="758397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由几何关系，圆柱体</a:t>
                </a:r>
                <a14:m>
                  <m:oMath xmlns:m="http://schemas.openxmlformats.org/officeDocument/2006/math">
                    <m:sSup>
                      <m:sSupPr>
                        <m:ctrlPr>
                          <a:rPr lang="en-US" altLang="zh-CN" sz="2000" i="1" dirty="0">
                            <a:solidFill>
                              <a:srgbClr val="1A44A1"/>
                            </a:solidFill>
                            <a:latin typeface="Cambria Math" panose="02040503050406030204" pitchFamily="18" charset="0"/>
                          </a:rPr>
                        </m:ctrlPr>
                      </m:sSupPr>
                      <m:e>
                        <m:r>
                          <a:rPr lang="en-US" altLang="zh-CN" sz="2000" i="1" dirty="0">
                            <a:solidFill>
                              <a:srgbClr val="1A44A1"/>
                            </a:solidFill>
                            <a:latin typeface="Cambria Math" panose="02040503050406030204" pitchFamily="18" charset="0"/>
                          </a:rPr>
                          <m:t>𝑂</m:t>
                        </m:r>
                      </m:e>
                      <m:sup>
                        <m:r>
                          <a:rPr lang="en-US" altLang="zh-CN" sz="2000" i="1" dirty="0">
                            <a:solidFill>
                              <a:srgbClr val="1A44A1"/>
                            </a:solidFill>
                            <a:latin typeface="Cambria Math" panose="02040503050406030204" pitchFamily="18" charset="0"/>
                          </a:rPr>
                          <m:t>′</m:t>
                        </m:r>
                      </m:sup>
                    </m:sSup>
                    <m:r>
                      <a:rPr lang="zh-CN" altLang="en-US" sz="2000" i="1" dirty="0">
                        <a:solidFill>
                          <a:srgbClr val="1A44A1"/>
                        </a:solidFill>
                        <a:latin typeface="Cambria Math" panose="02040503050406030204" pitchFamily="18" charset="0"/>
                      </a:rPr>
                      <m:t> </m:t>
                    </m:r>
                  </m:oMath>
                </a14:m>
                <a:r>
                  <a:rPr lang="zh-CN" altLang="en-US" sz="2000" dirty="0">
                    <a:solidFill>
                      <a:srgbClr val="1A44A1"/>
                    </a:solidFill>
                    <a:latin typeface="Times New Roman" panose="02020603050405020304" pitchFamily="18" charset="0"/>
                  </a:rPr>
                  <a:t>和鼓轮</a:t>
                </a:r>
                <a:r>
                  <a:rPr lang="en-US" altLang="zh-CN" sz="2000" i="1" dirty="0">
                    <a:solidFill>
                      <a:srgbClr val="1A44A1"/>
                    </a:solidFill>
                    <a:latin typeface="Times New Roman" panose="02020603050405020304" pitchFamily="18" charset="0"/>
                  </a:rPr>
                  <a:t>O</a:t>
                </a:r>
                <a:r>
                  <a:rPr lang="zh-CN" altLang="en-US" sz="2000" dirty="0">
                    <a:solidFill>
                      <a:srgbClr val="1A44A1"/>
                    </a:solidFill>
                    <a:latin typeface="Times New Roman" panose="02020603050405020304" pitchFamily="18" charset="0"/>
                  </a:rPr>
                  <a:t>的角速度和角加速度相等。</a:t>
                </a:r>
                <a:endParaRPr lang="zh-CN" altLang="zh-CN" sz="2000" dirty="0">
                  <a:solidFill>
                    <a:srgbClr val="1A44A1"/>
                  </a:solidFill>
                  <a:latin typeface="Times New Roman" panose="02020603050405020304" pitchFamily="18" charset="0"/>
                </a:endParaRPr>
              </a:p>
            </p:txBody>
          </p:sp>
        </mc:Choice>
        <mc:Fallback xmlns="">
          <p:sp>
            <p:nvSpPr>
              <p:cNvPr id="19" name="文本框 18">
                <a:extLst>
                  <a:ext uri="{FF2B5EF4-FFF2-40B4-BE49-F238E27FC236}">
                    <a16:creationId xmlns:a16="http://schemas.microsoft.com/office/drawing/2014/main" xmlns="" xmlns:a14="http://schemas.microsoft.com/office/drawing/2010/main" id="{B18B1092-8CC0-FDDB-D427-1A00AF907F0F}"/>
                  </a:ext>
                </a:extLst>
              </p:cNvPr>
              <p:cNvSpPr txBox="1">
                <a:spLocks noRot="1" noChangeAspect="1" noMove="1" noResize="1" noEditPoints="1" noAdjustHandles="1" noChangeArrowheads="1" noChangeShapeType="1" noTextEdit="1"/>
              </p:cNvSpPr>
              <p:nvPr/>
            </p:nvSpPr>
            <p:spPr>
              <a:xfrm>
                <a:off x="323528" y="1621795"/>
                <a:ext cx="7583978" cy="400110"/>
              </a:xfrm>
              <a:prstGeom prst="rect">
                <a:avLst/>
              </a:prstGeom>
              <a:blipFill rotWithShape="1">
                <a:blip r:embed="rId4"/>
                <a:stretch>
                  <a:fillRect l="-804" t="-10606" b="-27273"/>
                </a:stretch>
              </a:blipFill>
            </p:spPr>
            <p:txBody>
              <a:bodyPr/>
              <a:lstStyle/>
              <a:p>
                <a:r>
                  <a:rPr lang="zh-CN" altLang="en-US">
                    <a:noFill/>
                  </a:rPr>
                  <a:t> </a:t>
                </a:r>
              </a:p>
            </p:txBody>
          </p:sp>
        </mc:Fallback>
      </mc:AlternateContent>
      <p:grpSp>
        <p:nvGrpSpPr>
          <p:cNvPr id="3" name="组合 2"/>
          <p:cNvGrpSpPr/>
          <p:nvPr/>
        </p:nvGrpSpPr>
        <p:grpSpPr>
          <a:xfrm>
            <a:off x="467544" y="1934220"/>
            <a:ext cx="8526833" cy="774700"/>
            <a:chOff x="467544" y="1934220"/>
            <a:chExt cx="8526833" cy="774700"/>
          </a:xfrm>
        </p:grpSpPr>
        <p:graphicFrame>
          <p:nvGraphicFramePr>
            <p:cNvPr id="15" name="对象 14">
              <a:extLst>
                <a:ext uri="{FF2B5EF4-FFF2-40B4-BE49-F238E27FC236}">
                  <a16:creationId xmlns:a16="http://schemas.microsoft.com/office/drawing/2014/main" id="{8A925A80-11AD-2C86-E7D7-087503D28102}"/>
                </a:ext>
              </a:extLst>
            </p:cNvPr>
            <p:cNvGraphicFramePr>
              <a:graphicFrameLocks noChangeAspect="1"/>
            </p:cNvGraphicFramePr>
            <p:nvPr>
              <p:extLst>
                <p:ext uri="{D42A27DB-BD31-4B8C-83A1-F6EECF244321}">
                  <p14:modId xmlns:p14="http://schemas.microsoft.com/office/powerpoint/2010/main" val="1464769920"/>
                </p:ext>
              </p:extLst>
            </p:nvPr>
          </p:nvGraphicFramePr>
          <p:xfrm>
            <a:off x="5827315" y="2060848"/>
            <a:ext cx="3167062" cy="487363"/>
          </p:xfrm>
          <a:graphic>
            <a:graphicData uri="http://schemas.openxmlformats.org/presentationml/2006/ole">
              <mc:AlternateContent xmlns:mc="http://schemas.openxmlformats.org/markup-compatibility/2006">
                <mc:Choice xmlns:v="urn:schemas-microsoft-com:vml" Requires="v">
                  <p:oleObj name="Equation" r:id="rId5" imgW="1396800" imgH="215640" progId="Equation.DSMT4">
                    <p:embed/>
                  </p:oleObj>
                </mc:Choice>
                <mc:Fallback>
                  <p:oleObj name="Equation" r:id="rId5" imgW="1396800" imgH="215640" progId="Equation.DSMT4">
                    <p:embed/>
                    <p:pic>
                      <p:nvPicPr>
                        <p:cNvPr id="0" name=""/>
                        <p:cNvPicPr/>
                        <p:nvPr/>
                      </p:nvPicPr>
                      <p:blipFill>
                        <a:blip r:embed="rId6"/>
                        <a:stretch>
                          <a:fillRect/>
                        </a:stretch>
                      </p:blipFill>
                      <p:spPr>
                        <a:xfrm>
                          <a:off x="5827315" y="2060848"/>
                          <a:ext cx="3167062" cy="487363"/>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C450E10B-AA64-D25D-DF73-A3990767E7C0}"/>
                </a:ext>
              </a:extLst>
            </p:cNvPr>
            <p:cNvGraphicFramePr>
              <a:graphicFrameLocks noChangeAspect="1"/>
            </p:cNvGraphicFramePr>
            <p:nvPr>
              <p:extLst>
                <p:ext uri="{D42A27DB-BD31-4B8C-83A1-F6EECF244321}">
                  <p14:modId xmlns:p14="http://schemas.microsoft.com/office/powerpoint/2010/main" val="2302108736"/>
                </p:ext>
              </p:extLst>
            </p:nvPr>
          </p:nvGraphicFramePr>
          <p:xfrm>
            <a:off x="1691680" y="1934220"/>
            <a:ext cx="3629025" cy="774700"/>
          </p:xfrm>
          <a:graphic>
            <a:graphicData uri="http://schemas.openxmlformats.org/presentationml/2006/ole">
              <mc:AlternateContent xmlns:mc="http://schemas.openxmlformats.org/markup-compatibility/2006">
                <mc:Choice xmlns:v="urn:schemas-microsoft-com:vml" Requires="v">
                  <p:oleObj name="Equation" r:id="rId7" imgW="1600200" imgH="342720" progId="Equation.DSMT4">
                    <p:embed/>
                  </p:oleObj>
                </mc:Choice>
                <mc:Fallback>
                  <p:oleObj name="Equation" r:id="rId7" imgW="1600200" imgH="342720" progId="Equation.DSMT4">
                    <p:embed/>
                    <p:pic>
                      <p:nvPicPr>
                        <p:cNvPr id="0" name=""/>
                        <p:cNvPicPr/>
                        <p:nvPr/>
                      </p:nvPicPr>
                      <p:blipFill>
                        <a:blip r:embed="rId8"/>
                        <a:stretch>
                          <a:fillRect/>
                        </a:stretch>
                      </p:blipFill>
                      <p:spPr>
                        <a:xfrm>
                          <a:off x="1691680" y="1934220"/>
                          <a:ext cx="3629025" cy="774700"/>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14C51375-925E-1AE7-A865-5EEE517D8C2D}"/>
                </a:ext>
              </a:extLst>
            </p:cNvPr>
            <p:cNvGraphicFramePr>
              <a:graphicFrameLocks noChangeAspect="1"/>
            </p:cNvGraphicFramePr>
            <p:nvPr>
              <p:extLst>
                <p:ext uri="{D42A27DB-BD31-4B8C-83A1-F6EECF244321}">
                  <p14:modId xmlns:p14="http://schemas.microsoft.com/office/powerpoint/2010/main" val="2940173675"/>
                </p:ext>
              </p:extLst>
            </p:nvPr>
          </p:nvGraphicFramePr>
          <p:xfrm>
            <a:off x="467544" y="2132856"/>
            <a:ext cx="835025" cy="430212"/>
          </p:xfrm>
          <a:graphic>
            <a:graphicData uri="http://schemas.openxmlformats.org/presentationml/2006/ole">
              <mc:AlternateContent xmlns:mc="http://schemas.openxmlformats.org/markup-compatibility/2006">
                <mc:Choice xmlns:v="urn:schemas-microsoft-com:vml" Requires="v">
                  <p:oleObj name="Equation" r:id="rId9" imgW="368280" imgH="190440" progId="Equation.DSMT4">
                    <p:embed/>
                  </p:oleObj>
                </mc:Choice>
                <mc:Fallback>
                  <p:oleObj name="Equation" r:id="rId9" imgW="368280" imgH="190440" progId="Equation.DSMT4">
                    <p:embed/>
                    <p:pic>
                      <p:nvPicPr>
                        <p:cNvPr id="0" name=""/>
                        <p:cNvPicPr/>
                        <p:nvPr/>
                      </p:nvPicPr>
                      <p:blipFill>
                        <a:blip r:embed="rId10"/>
                        <a:stretch>
                          <a:fillRect/>
                        </a:stretch>
                      </p:blipFill>
                      <p:spPr>
                        <a:xfrm>
                          <a:off x="467544" y="2132856"/>
                          <a:ext cx="835025" cy="430212"/>
                        </a:xfrm>
                        <a:prstGeom prst="rect">
                          <a:avLst/>
                        </a:prstGeom>
                      </p:spPr>
                    </p:pic>
                  </p:oleObj>
                </mc:Fallback>
              </mc:AlternateContent>
            </a:graphicData>
          </a:graphic>
        </p:graphicFrame>
      </p:grpSp>
      <p:sp>
        <p:nvSpPr>
          <p:cNvPr id="21" name="文本框 20">
            <a:extLst>
              <a:ext uri="{FF2B5EF4-FFF2-40B4-BE49-F238E27FC236}">
                <a16:creationId xmlns:a16="http://schemas.microsoft.com/office/drawing/2014/main" id="{33EBE505-EF01-E594-C41C-10BB18B068CA}"/>
              </a:ext>
            </a:extLst>
          </p:cNvPr>
          <p:cNvSpPr txBox="1"/>
          <p:nvPr/>
        </p:nvSpPr>
        <p:spPr>
          <a:xfrm>
            <a:off x="267130" y="2708920"/>
            <a:ext cx="758397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代入动能定理并求导：</a:t>
            </a:r>
            <a:endParaRPr lang="zh-CN" altLang="zh-CN" sz="2000" dirty="0">
              <a:solidFill>
                <a:srgbClr val="1A44A1"/>
              </a:solidFill>
              <a:latin typeface="Times New Roman" panose="02020603050405020304" pitchFamily="18" charset="0"/>
            </a:endParaRPr>
          </a:p>
        </p:txBody>
      </p:sp>
      <p:graphicFrame>
        <p:nvGraphicFramePr>
          <p:cNvPr id="23" name="对象 22">
            <a:extLst>
              <a:ext uri="{FF2B5EF4-FFF2-40B4-BE49-F238E27FC236}">
                <a16:creationId xmlns:a16="http://schemas.microsoft.com/office/drawing/2014/main" id="{C0C17D94-C016-66D1-3E82-66C13B0F2C3C}"/>
              </a:ext>
            </a:extLst>
          </p:cNvPr>
          <p:cNvGraphicFramePr>
            <a:graphicFrameLocks noChangeAspect="1"/>
          </p:cNvGraphicFramePr>
          <p:nvPr>
            <p:extLst>
              <p:ext uri="{D42A27DB-BD31-4B8C-83A1-F6EECF244321}">
                <p14:modId xmlns:p14="http://schemas.microsoft.com/office/powerpoint/2010/main" val="1993417873"/>
              </p:ext>
            </p:extLst>
          </p:nvPr>
        </p:nvGraphicFramePr>
        <p:xfrm>
          <a:off x="3119438" y="1060828"/>
          <a:ext cx="1873250" cy="487363"/>
        </p:xfrm>
        <a:graphic>
          <a:graphicData uri="http://schemas.openxmlformats.org/presentationml/2006/ole">
            <mc:AlternateContent xmlns:mc="http://schemas.openxmlformats.org/markup-compatibility/2006">
              <mc:Choice xmlns:v="urn:schemas-microsoft-com:vml" Requires="v">
                <p:oleObj name="Equation" r:id="rId11" imgW="825480" imgH="215640" progId="Equation.DSMT4">
                  <p:embed/>
                </p:oleObj>
              </mc:Choice>
              <mc:Fallback>
                <p:oleObj name="Equation" r:id="rId11" imgW="825480" imgH="215640" progId="Equation.DSMT4">
                  <p:embed/>
                  <p:pic>
                    <p:nvPicPr>
                      <p:cNvPr id="0" name=""/>
                      <p:cNvPicPr/>
                      <p:nvPr/>
                    </p:nvPicPr>
                    <p:blipFill>
                      <a:blip r:embed="rId12"/>
                      <a:stretch>
                        <a:fillRect/>
                      </a:stretch>
                    </p:blipFill>
                    <p:spPr>
                      <a:xfrm>
                        <a:off x="3119438" y="1060828"/>
                        <a:ext cx="1873250" cy="487363"/>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C9474ACE-1E36-C060-3ADA-355AECAF1AA2}"/>
              </a:ext>
            </a:extLst>
          </p:cNvPr>
          <p:cNvGraphicFramePr>
            <a:graphicFrameLocks noChangeAspect="1"/>
          </p:cNvGraphicFramePr>
          <p:nvPr>
            <p:extLst>
              <p:ext uri="{D42A27DB-BD31-4B8C-83A1-F6EECF244321}">
                <p14:modId xmlns:p14="http://schemas.microsoft.com/office/powerpoint/2010/main" val="792230599"/>
              </p:ext>
            </p:extLst>
          </p:nvPr>
        </p:nvGraphicFramePr>
        <p:xfrm>
          <a:off x="3099324" y="2682181"/>
          <a:ext cx="3541713" cy="458787"/>
        </p:xfrm>
        <a:graphic>
          <a:graphicData uri="http://schemas.openxmlformats.org/presentationml/2006/ole">
            <mc:AlternateContent xmlns:mc="http://schemas.openxmlformats.org/markup-compatibility/2006">
              <mc:Choice xmlns:v="urn:schemas-microsoft-com:vml" Requires="v">
                <p:oleObj name="Equation" r:id="rId13" imgW="1562040" imgH="203040" progId="Equation.DSMT4">
                  <p:embed/>
                </p:oleObj>
              </mc:Choice>
              <mc:Fallback>
                <p:oleObj name="Equation" r:id="rId13" imgW="1562040" imgH="203040" progId="Equation.DSMT4">
                  <p:embed/>
                  <p:pic>
                    <p:nvPicPr>
                      <p:cNvPr id="0" name=""/>
                      <p:cNvPicPr/>
                      <p:nvPr/>
                    </p:nvPicPr>
                    <p:blipFill>
                      <a:blip r:embed="rId14"/>
                      <a:stretch>
                        <a:fillRect/>
                      </a:stretch>
                    </p:blipFill>
                    <p:spPr>
                      <a:xfrm>
                        <a:off x="3099324" y="2682181"/>
                        <a:ext cx="3541713" cy="458787"/>
                      </a:xfrm>
                      <a:prstGeom prst="rect">
                        <a:avLst/>
                      </a:prstGeom>
                    </p:spPr>
                  </p:pic>
                </p:oleObj>
              </mc:Fallback>
            </mc:AlternateContent>
          </a:graphicData>
        </a:graphic>
      </p:graphicFrame>
      <p:sp>
        <p:nvSpPr>
          <p:cNvPr id="26" name="文本框 25">
            <a:extLst>
              <a:ext uri="{FF2B5EF4-FFF2-40B4-BE49-F238E27FC236}">
                <a16:creationId xmlns:a16="http://schemas.microsoft.com/office/drawing/2014/main" id="{7F5491E2-5823-4791-195B-F851B2C8A0BC}"/>
              </a:ext>
            </a:extLst>
          </p:cNvPr>
          <p:cNvSpPr txBox="1"/>
          <p:nvPr/>
        </p:nvSpPr>
        <p:spPr>
          <a:xfrm>
            <a:off x="323528" y="3326796"/>
            <a:ext cx="758397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解得：</a:t>
            </a:r>
            <a:endParaRPr lang="zh-CN" altLang="zh-CN" sz="2000" dirty="0">
              <a:solidFill>
                <a:srgbClr val="1A44A1"/>
              </a:solidFill>
              <a:latin typeface="Times New Roman" panose="02020603050405020304" pitchFamily="18" charset="0"/>
            </a:endParaRPr>
          </a:p>
        </p:txBody>
      </p:sp>
      <p:graphicFrame>
        <p:nvGraphicFramePr>
          <p:cNvPr id="27" name="对象 26">
            <a:extLst>
              <a:ext uri="{FF2B5EF4-FFF2-40B4-BE49-F238E27FC236}">
                <a16:creationId xmlns:a16="http://schemas.microsoft.com/office/drawing/2014/main" id="{1BF41075-53F1-0605-7785-D2DABB2B3E60}"/>
              </a:ext>
            </a:extLst>
          </p:cNvPr>
          <p:cNvGraphicFramePr>
            <a:graphicFrameLocks noChangeAspect="1"/>
          </p:cNvGraphicFramePr>
          <p:nvPr>
            <p:extLst>
              <p:ext uri="{D42A27DB-BD31-4B8C-83A1-F6EECF244321}">
                <p14:modId xmlns:p14="http://schemas.microsoft.com/office/powerpoint/2010/main" val="2236949830"/>
              </p:ext>
            </p:extLst>
          </p:nvPr>
        </p:nvGraphicFramePr>
        <p:xfrm>
          <a:off x="1618928" y="3067699"/>
          <a:ext cx="2333625" cy="803275"/>
        </p:xfrm>
        <a:graphic>
          <a:graphicData uri="http://schemas.openxmlformats.org/presentationml/2006/ole">
            <mc:AlternateContent xmlns:mc="http://schemas.openxmlformats.org/markup-compatibility/2006">
              <mc:Choice xmlns:v="urn:schemas-microsoft-com:vml" Requires="v">
                <p:oleObj name="Equation" r:id="rId15" imgW="1028520" imgH="355320" progId="Equation.DSMT4">
                  <p:embed/>
                </p:oleObj>
              </mc:Choice>
              <mc:Fallback>
                <p:oleObj name="Equation" r:id="rId15" imgW="1028520" imgH="355320" progId="Equation.DSMT4">
                  <p:embed/>
                  <p:pic>
                    <p:nvPicPr>
                      <p:cNvPr id="0" name=""/>
                      <p:cNvPicPr/>
                      <p:nvPr/>
                    </p:nvPicPr>
                    <p:blipFill>
                      <a:blip r:embed="rId16"/>
                      <a:stretch>
                        <a:fillRect/>
                      </a:stretch>
                    </p:blipFill>
                    <p:spPr>
                      <a:xfrm>
                        <a:off x="1618928" y="3067699"/>
                        <a:ext cx="2333625" cy="803275"/>
                      </a:xfrm>
                      <a:prstGeom prst="rect">
                        <a:avLst/>
                      </a:prstGeom>
                    </p:spPr>
                  </p:pic>
                </p:oleObj>
              </mc:Fallback>
            </mc:AlternateContent>
          </a:graphicData>
        </a:graphic>
      </p:graphicFrame>
      <p:sp>
        <p:nvSpPr>
          <p:cNvPr id="22" name="文本框 5">
            <a:extLst>
              <a:ext uri="{FF2B5EF4-FFF2-40B4-BE49-F238E27FC236}">
                <a16:creationId xmlns:a16="http://schemas.microsoft.com/office/drawing/2014/main" id="{3CC10930-8AA5-D28A-6FD3-70AA28C5BB2F}"/>
              </a:ext>
            </a:extLst>
          </p:cNvPr>
          <p:cNvSpPr txBox="1"/>
          <p:nvPr/>
        </p:nvSpPr>
        <p:spPr>
          <a:xfrm>
            <a:off x="267130" y="3844123"/>
            <a:ext cx="8529876"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a:t>
            </a:r>
            <a:r>
              <a:rPr lang="en-US" altLang="zh-CN" sz="2000" dirty="0">
                <a:solidFill>
                  <a:srgbClr val="1A44A1"/>
                </a:solidFill>
                <a:latin typeface="Times New Roman" panose="02020603050405020304" pitchFamily="18" charset="0"/>
              </a:rPr>
              <a:t>2</a:t>
            </a:r>
            <a:r>
              <a:rPr lang="zh-CN" altLang="en-US" sz="2000" dirty="0">
                <a:solidFill>
                  <a:srgbClr val="1A44A1"/>
                </a:solidFill>
                <a:latin typeface="Times New Roman" panose="02020603050405020304" pitchFamily="18" charset="0"/>
              </a:rPr>
              <a:t>和</a:t>
            </a:r>
            <a:r>
              <a:rPr lang="en-US" altLang="zh-CN" sz="2000" dirty="0">
                <a:solidFill>
                  <a:srgbClr val="1A44A1"/>
                </a:solidFill>
                <a:latin typeface="Times New Roman" panose="02020603050405020304" pitchFamily="18" charset="0"/>
              </a:rPr>
              <a:t>3</a:t>
            </a:r>
            <a:r>
              <a:rPr lang="zh-CN" altLang="en-US" sz="2000" dirty="0">
                <a:solidFill>
                  <a:srgbClr val="1A44A1"/>
                </a:solidFill>
                <a:latin typeface="Times New Roman" panose="02020603050405020304" pitchFamily="18" charset="0"/>
              </a:rPr>
              <a:t>）</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轮</a:t>
            </a:r>
            <a:r>
              <a:rPr lang="en-US" altLang="zh-CN" sz="2000" dirty="0">
                <a:solidFill>
                  <a:srgbClr val="1A44A1"/>
                </a:solidFill>
                <a:latin typeface="Times New Roman" panose="02020603050405020304" pitchFamily="18" charset="0"/>
              </a:rPr>
              <a:t>O]</a:t>
            </a:r>
            <a:r>
              <a:rPr lang="zh-CN" altLang="en-US" sz="2000" dirty="0">
                <a:solidFill>
                  <a:srgbClr val="1A44A1"/>
                </a:solidFill>
                <a:latin typeface="Times New Roman" panose="02020603050405020304" pitchFamily="18" charset="0"/>
              </a:rPr>
              <a:t>受力及运动分析如图，由刚体平面运动微分方程得：</a:t>
            </a:r>
            <a:endParaRPr lang="zh-CN" altLang="zh-CN" sz="2000" dirty="0">
              <a:solidFill>
                <a:srgbClr val="1A44A1"/>
              </a:solidFill>
              <a:latin typeface="Times New Roman" panose="02020603050405020304" pitchFamily="18" charset="0"/>
            </a:endParaRPr>
          </a:p>
        </p:txBody>
      </p:sp>
      <p:grpSp>
        <p:nvGrpSpPr>
          <p:cNvPr id="24" name="组合 23">
            <a:extLst>
              <a:ext uri="{FF2B5EF4-FFF2-40B4-BE49-F238E27FC236}">
                <a16:creationId xmlns:a16="http://schemas.microsoft.com/office/drawing/2014/main" id="{43663276-3169-C834-7F51-EADBE7590192}"/>
              </a:ext>
            </a:extLst>
          </p:cNvPr>
          <p:cNvGrpSpPr/>
          <p:nvPr/>
        </p:nvGrpSpPr>
        <p:grpSpPr>
          <a:xfrm>
            <a:off x="6934738" y="3913295"/>
            <a:ext cx="2608545" cy="1971313"/>
            <a:chOff x="5915033" y="2705259"/>
            <a:chExt cx="2608545" cy="1971313"/>
          </a:xfrm>
        </p:grpSpPr>
        <p:sp>
          <p:nvSpPr>
            <p:cNvPr id="28" name="椭圆 27">
              <a:extLst>
                <a:ext uri="{FF2B5EF4-FFF2-40B4-BE49-F238E27FC236}">
                  <a16:creationId xmlns:a16="http://schemas.microsoft.com/office/drawing/2014/main" id="{B7B350A5-B381-0374-8FF2-97DCD04CFB9E}"/>
                </a:ext>
              </a:extLst>
            </p:cNvPr>
            <p:cNvSpPr/>
            <p:nvPr/>
          </p:nvSpPr>
          <p:spPr>
            <a:xfrm>
              <a:off x="6660232" y="3426444"/>
              <a:ext cx="644128" cy="627859"/>
            </a:xfrm>
            <a:prstGeom prst="ellipse">
              <a:avLst/>
            </a:prstGeom>
            <a:solidFill>
              <a:schemeClr val="bg1"/>
            </a:solidFill>
            <a:ln>
              <a:solidFill>
                <a:srgbClr val="1A44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10">
              <a:extLst>
                <a:ext uri="{FF2B5EF4-FFF2-40B4-BE49-F238E27FC236}">
                  <a16:creationId xmlns:a16="http://schemas.microsoft.com/office/drawing/2014/main" id="{034BD874-D147-77CA-7070-EB0B844E7490}"/>
                </a:ext>
              </a:extLst>
            </p:cNvPr>
            <p:cNvSpPr txBox="1"/>
            <p:nvPr/>
          </p:nvSpPr>
          <p:spPr>
            <a:xfrm>
              <a:off x="6651370" y="3502935"/>
              <a:ext cx="1872208" cy="400110"/>
            </a:xfrm>
            <a:prstGeom prst="rect">
              <a:avLst/>
            </a:prstGeom>
            <a:noFill/>
          </p:spPr>
          <p:txBody>
            <a:bodyPr wrap="square" rtlCol="0">
              <a:spAutoFit/>
            </a:bodyPr>
            <a:lstStyle/>
            <a:p>
              <a:r>
                <a:rPr lang="en-US" altLang="zh-CN" sz="2000" i="1" dirty="0">
                  <a:solidFill>
                    <a:srgbClr val="1A44A1"/>
                  </a:solidFill>
                  <a:latin typeface="Times New Roman" panose="02020603050405020304" pitchFamily="18" charset="0"/>
                </a:rPr>
                <a:t>O</a:t>
              </a:r>
              <a:endParaRPr lang="zh-CN" altLang="zh-CN" sz="2000" i="1" dirty="0">
                <a:solidFill>
                  <a:srgbClr val="1A44A1"/>
                </a:solidFill>
                <a:latin typeface="Times New Roman" panose="02020603050405020304" pitchFamily="18" charset="0"/>
              </a:endParaRPr>
            </a:p>
          </p:txBody>
        </p:sp>
        <p:cxnSp>
          <p:nvCxnSpPr>
            <p:cNvPr id="30" name="直接箭头连接符 29">
              <a:extLst>
                <a:ext uri="{FF2B5EF4-FFF2-40B4-BE49-F238E27FC236}">
                  <a16:creationId xmlns:a16="http://schemas.microsoft.com/office/drawing/2014/main" id="{D8D36ED1-F836-064C-D659-FEF85BD4C730}"/>
                </a:ext>
              </a:extLst>
            </p:cNvPr>
            <p:cNvCxnSpPr>
              <a:cxnSpLocks/>
            </p:cNvCxnSpPr>
            <p:nvPr/>
          </p:nvCxnSpPr>
          <p:spPr>
            <a:xfrm flipH="1" flipV="1">
              <a:off x="6975349" y="2924944"/>
              <a:ext cx="6511" cy="828437"/>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6CB4C58A-19DB-B68D-EDFE-345A977FE801}"/>
                </a:ext>
              </a:extLst>
            </p:cNvPr>
            <p:cNvCxnSpPr>
              <a:cxnSpLocks/>
            </p:cNvCxnSpPr>
            <p:nvPr/>
          </p:nvCxnSpPr>
          <p:spPr>
            <a:xfrm>
              <a:off x="6981860" y="3733795"/>
              <a:ext cx="621662" cy="0"/>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文本框 15">
                  <a:extLst>
                    <a:ext uri="{FF2B5EF4-FFF2-40B4-BE49-F238E27FC236}">
                      <a16:creationId xmlns:a16="http://schemas.microsoft.com/office/drawing/2014/main" id="{75060658-9328-C48B-9DC2-61AD76BD2DA5}"/>
                    </a:ext>
                  </a:extLst>
                </p:cNvPr>
                <p:cNvSpPr txBox="1"/>
                <p:nvPr/>
              </p:nvSpPr>
              <p:spPr>
                <a:xfrm>
                  <a:off x="6958871" y="2705259"/>
                  <a:ext cx="644651" cy="39126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b="0" i="1" smtClean="0">
                                <a:solidFill>
                                  <a:srgbClr val="C00000"/>
                                </a:solidFill>
                                <a:latin typeface="Cambria Math" panose="02040503050406030204" pitchFamily="18" charset="0"/>
                              </a:rPr>
                              <m:t>𝑂𝑦</m:t>
                            </m:r>
                          </m:sub>
                        </m:sSub>
                      </m:oMath>
                    </m:oMathPara>
                  </a14:m>
                  <a:endParaRPr lang="en-US" altLang="zh-CN" dirty="0">
                    <a:solidFill>
                      <a:srgbClr val="C00000"/>
                    </a:solidFill>
                    <a:latin typeface="Times New Roman" panose="02020603050405020304" pitchFamily="18" charset="0"/>
                  </a:endParaRPr>
                </a:p>
              </p:txBody>
            </p:sp>
          </mc:Choice>
          <mc:Fallback xmlns="">
            <p:sp>
              <p:nvSpPr>
                <p:cNvPr id="16" name="文本框 15">
                  <a:extLst>
                    <a:ext uri="{FF2B5EF4-FFF2-40B4-BE49-F238E27FC236}">
                      <a16:creationId xmlns:a16="http://schemas.microsoft.com/office/drawing/2014/main" id="{75060658-9328-C48B-9DC2-61AD76BD2DA5}"/>
                    </a:ext>
                  </a:extLst>
                </p:cNvPr>
                <p:cNvSpPr txBox="1">
                  <a:spLocks noRot="1" noChangeAspect="1" noMove="1" noResize="1" noEditPoints="1" noAdjustHandles="1" noChangeArrowheads="1" noChangeShapeType="1" noTextEdit="1"/>
                </p:cNvSpPr>
                <p:nvPr/>
              </p:nvSpPr>
              <p:spPr>
                <a:xfrm>
                  <a:off x="6958871" y="2705259"/>
                  <a:ext cx="644651" cy="391261"/>
                </a:xfrm>
                <a:prstGeom prst="rect">
                  <a:avLst/>
                </a:prstGeom>
                <a:blipFill>
                  <a:blip r:embed="rId17"/>
                  <a:stretch>
                    <a:fillRect b="-62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21">
                  <a:extLst>
                    <a:ext uri="{FF2B5EF4-FFF2-40B4-BE49-F238E27FC236}">
                      <a16:creationId xmlns:a16="http://schemas.microsoft.com/office/drawing/2014/main" id="{CB88829B-42AE-AD95-DCDD-4679D25682C7}"/>
                    </a:ext>
                  </a:extLst>
                </p:cNvPr>
                <p:cNvSpPr txBox="1"/>
                <p:nvPr/>
              </p:nvSpPr>
              <p:spPr>
                <a:xfrm>
                  <a:off x="7132650" y="3734083"/>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b="0" i="1" smtClean="0">
                                <a:solidFill>
                                  <a:srgbClr val="C00000"/>
                                </a:solidFill>
                                <a:latin typeface="Cambria Math" panose="02040503050406030204" pitchFamily="18" charset="0"/>
                              </a:rPr>
                              <m:t>𝑂𝑥</m:t>
                            </m:r>
                          </m:sub>
                        </m:sSub>
                      </m:oMath>
                    </m:oMathPara>
                  </a14:m>
                  <a:endParaRPr lang="en-US" altLang="zh-CN" dirty="0">
                    <a:solidFill>
                      <a:srgbClr val="C00000"/>
                    </a:solidFill>
                    <a:latin typeface="Times New Roman" panose="02020603050405020304" pitchFamily="18" charset="0"/>
                  </a:endParaRPr>
                </a:p>
              </p:txBody>
            </p:sp>
          </mc:Choice>
          <mc:Fallback xmlns="">
            <p:sp>
              <p:nvSpPr>
                <p:cNvPr id="22" name="文本框 21">
                  <a:extLst>
                    <a:ext uri="{FF2B5EF4-FFF2-40B4-BE49-F238E27FC236}">
                      <a16:creationId xmlns:a16="http://schemas.microsoft.com/office/drawing/2014/main" id="{CB88829B-42AE-AD95-DCDD-4679D25682C7}"/>
                    </a:ext>
                  </a:extLst>
                </p:cNvPr>
                <p:cNvSpPr txBox="1">
                  <a:spLocks noRot="1" noChangeAspect="1" noMove="1" noResize="1" noEditPoints="1" noAdjustHandles="1" noChangeArrowheads="1" noChangeShapeType="1" noTextEdit="1"/>
                </p:cNvSpPr>
                <p:nvPr/>
              </p:nvSpPr>
              <p:spPr>
                <a:xfrm>
                  <a:off x="7132650" y="3734083"/>
                  <a:ext cx="644651" cy="369332"/>
                </a:xfrm>
                <a:prstGeom prst="rect">
                  <a:avLst/>
                </a:prstGeom>
                <a:blipFill>
                  <a:blip r:embed="rId18"/>
                  <a:stretch>
                    <a:fillRect b="-1667"/>
                  </a:stretch>
                </a:blipFill>
              </p:spPr>
              <p:txBody>
                <a:bodyPr/>
                <a:lstStyle/>
                <a:p>
                  <a:r>
                    <a:rPr lang="zh-CN" altLang="en-US">
                      <a:noFill/>
                    </a:rPr>
                    <a:t> </a:t>
                  </a:r>
                </a:p>
              </p:txBody>
            </p:sp>
          </mc:Fallback>
        </mc:AlternateContent>
        <p:cxnSp>
          <p:nvCxnSpPr>
            <p:cNvPr id="34" name="直接箭头连接符 33">
              <a:extLst>
                <a:ext uri="{FF2B5EF4-FFF2-40B4-BE49-F238E27FC236}">
                  <a16:creationId xmlns:a16="http://schemas.microsoft.com/office/drawing/2014/main" id="{051CFD5D-C117-CC69-18DC-C4AE458A6111}"/>
                </a:ext>
              </a:extLst>
            </p:cNvPr>
            <p:cNvCxnSpPr>
              <a:cxnSpLocks/>
            </p:cNvCxnSpPr>
            <p:nvPr/>
          </p:nvCxnSpPr>
          <p:spPr>
            <a:xfrm flipH="1">
              <a:off x="6217559" y="3536205"/>
              <a:ext cx="504056" cy="609745"/>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文本框 30">
                  <a:extLst>
                    <a:ext uri="{FF2B5EF4-FFF2-40B4-BE49-F238E27FC236}">
                      <a16:creationId xmlns:a16="http://schemas.microsoft.com/office/drawing/2014/main" id="{12FD39F4-3007-F230-D0DD-B192B6066BEC}"/>
                    </a:ext>
                  </a:extLst>
                </p:cNvPr>
                <p:cNvSpPr txBox="1"/>
                <p:nvPr/>
              </p:nvSpPr>
              <p:spPr>
                <a:xfrm>
                  <a:off x="5915033" y="3711213"/>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𝑻</m:t>
                        </m:r>
                      </m:oMath>
                    </m:oMathPara>
                  </a14:m>
                  <a:endParaRPr lang="en-US" altLang="zh-CN" dirty="0">
                    <a:solidFill>
                      <a:srgbClr val="C00000"/>
                    </a:solidFill>
                    <a:latin typeface="Times New Roman" panose="02020603050405020304" pitchFamily="18" charset="0"/>
                  </a:endParaRPr>
                </a:p>
              </p:txBody>
            </p:sp>
          </mc:Choice>
          <mc:Fallback xmlns="">
            <p:sp>
              <p:nvSpPr>
                <p:cNvPr id="31" name="文本框 30">
                  <a:extLst>
                    <a:ext uri="{FF2B5EF4-FFF2-40B4-BE49-F238E27FC236}">
                      <a16:creationId xmlns:a16="http://schemas.microsoft.com/office/drawing/2014/main" id="{12FD39F4-3007-F230-D0DD-B192B6066BEC}"/>
                    </a:ext>
                  </a:extLst>
                </p:cNvPr>
                <p:cNvSpPr txBox="1">
                  <a:spLocks noRot="1" noChangeAspect="1" noMove="1" noResize="1" noEditPoints="1" noAdjustHandles="1" noChangeArrowheads="1" noChangeShapeType="1" noTextEdit="1"/>
                </p:cNvSpPr>
                <p:nvPr/>
              </p:nvSpPr>
              <p:spPr>
                <a:xfrm>
                  <a:off x="5915033" y="3711213"/>
                  <a:ext cx="644651" cy="369332"/>
                </a:xfrm>
                <a:prstGeom prst="rect">
                  <a:avLst/>
                </a:prstGeom>
                <a:blipFill>
                  <a:blip r:embed="rId19"/>
                  <a:stretch>
                    <a:fillRect/>
                  </a:stretch>
                </a:blipFill>
              </p:spPr>
              <p:txBody>
                <a:bodyPr/>
                <a:lstStyle/>
                <a:p>
                  <a:r>
                    <a:rPr lang="zh-CN" altLang="en-US">
                      <a:noFill/>
                    </a:rPr>
                    <a:t> </a:t>
                  </a:r>
                </a:p>
              </p:txBody>
            </p:sp>
          </mc:Fallback>
        </mc:AlternateContent>
        <p:sp>
          <p:nvSpPr>
            <p:cNvPr id="36" name="弧形 35">
              <a:extLst>
                <a:ext uri="{FF2B5EF4-FFF2-40B4-BE49-F238E27FC236}">
                  <a16:creationId xmlns:a16="http://schemas.microsoft.com/office/drawing/2014/main" id="{33339090-55F5-3BDE-FDF8-6736D693DBD9}"/>
                </a:ext>
              </a:extLst>
            </p:cNvPr>
            <p:cNvSpPr/>
            <p:nvPr/>
          </p:nvSpPr>
          <p:spPr>
            <a:xfrm rot="17243841">
              <a:off x="6613543" y="3339344"/>
              <a:ext cx="795478" cy="743738"/>
            </a:xfrm>
            <a:prstGeom prst="arc">
              <a:avLst>
                <a:gd name="adj1" fmla="val 18370274"/>
                <a:gd name="adj2" fmla="val 2351148"/>
              </a:avLst>
            </a:prstGeom>
            <a:ln w="317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7" name="文本框 33">
                  <a:extLst>
                    <a:ext uri="{FF2B5EF4-FFF2-40B4-BE49-F238E27FC236}">
                      <a16:creationId xmlns:a16="http://schemas.microsoft.com/office/drawing/2014/main" id="{20C3D808-6F02-047F-C8B0-33ADE46C1C0F}"/>
                    </a:ext>
                  </a:extLst>
                </p:cNvPr>
                <p:cNvSpPr txBox="1"/>
                <p:nvPr/>
              </p:nvSpPr>
              <p:spPr>
                <a:xfrm>
                  <a:off x="6899641" y="3001497"/>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0" i="1" smtClean="0">
                            <a:solidFill>
                              <a:srgbClr val="C00000"/>
                            </a:solidFill>
                            <a:latin typeface="Cambria Math" panose="02040503050406030204" pitchFamily="18" charset="0"/>
                          </a:rPr>
                          <m:t>𝑀</m:t>
                        </m:r>
                      </m:oMath>
                    </m:oMathPara>
                  </a14:m>
                  <a:endParaRPr lang="en-US" altLang="zh-CN" dirty="0">
                    <a:solidFill>
                      <a:srgbClr val="C00000"/>
                    </a:solidFill>
                    <a:latin typeface="Times New Roman" panose="02020603050405020304" pitchFamily="18" charset="0"/>
                  </a:endParaRPr>
                </a:p>
              </p:txBody>
            </p:sp>
          </mc:Choice>
          <mc:Fallback xmlns="">
            <p:sp>
              <p:nvSpPr>
                <p:cNvPr id="34" name="文本框 33">
                  <a:extLst>
                    <a:ext uri="{FF2B5EF4-FFF2-40B4-BE49-F238E27FC236}">
                      <a16:creationId xmlns:a16="http://schemas.microsoft.com/office/drawing/2014/main" id="{20C3D808-6F02-047F-C8B0-33ADE46C1C0F}"/>
                    </a:ext>
                  </a:extLst>
                </p:cNvPr>
                <p:cNvSpPr txBox="1">
                  <a:spLocks noRot="1" noChangeAspect="1" noMove="1" noResize="1" noEditPoints="1" noAdjustHandles="1" noChangeArrowheads="1" noChangeShapeType="1" noTextEdit="1"/>
                </p:cNvSpPr>
                <p:nvPr/>
              </p:nvSpPr>
              <p:spPr>
                <a:xfrm>
                  <a:off x="6899641" y="3001497"/>
                  <a:ext cx="644651" cy="369332"/>
                </a:xfrm>
                <a:prstGeom prst="rect">
                  <a:avLst/>
                </a:prstGeom>
                <a:blipFill>
                  <a:blip r:embed="rId20"/>
                  <a:stretch>
                    <a:fillRect/>
                  </a:stretch>
                </a:blipFill>
              </p:spPr>
              <p:txBody>
                <a:bodyPr/>
                <a:lstStyle/>
                <a:p>
                  <a:r>
                    <a:rPr lang="zh-CN" altLang="en-US">
                      <a:noFill/>
                    </a:rPr>
                    <a:t> </a:t>
                  </a:r>
                </a:p>
              </p:txBody>
            </p:sp>
          </mc:Fallback>
        </mc:AlternateContent>
        <p:sp>
          <p:nvSpPr>
            <p:cNvPr id="38" name="弧形 37">
              <a:extLst>
                <a:ext uri="{FF2B5EF4-FFF2-40B4-BE49-F238E27FC236}">
                  <a16:creationId xmlns:a16="http://schemas.microsoft.com/office/drawing/2014/main" id="{5FE76FFC-7BC9-3F08-5E17-8C3BC8122AF2}"/>
                </a:ext>
              </a:extLst>
            </p:cNvPr>
            <p:cNvSpPr/>
            <p:nvPr/>
          </p:nvSpPr>
          <p:spPr>
            <a:xfrm rot="20340655">
              <a:off x="6937356" y="3179707"/>
              <a:ext cx="795478" cy="909960"/>
            </a:xfrm>
            <a:prstGeom prst="arc">
              <a:avLst>
                <a:gd name="adj1" fmla="val 19387153"/>
                <a:gd name="adj2" fmla="val 1103231"/>
              </a:avLst>
            </a:prstGeom>
            <a:ln w="317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9" name="文本框 37">
                  <a:extLst>
                    <a:ext uri="{FF2B5EF4-FFF2-40B4-BE49-F238E27FC236}">
                      <a16:creationId xmlns:a16="http://schemas.microsoft.com/office/drawing/2014/main" id="{C6B7884B-E2AB-1FEB-B4A3-F91F5B0233AD}"/>
                    </a:ext>
                  </a:extLst>
                </p:cNvPr>
                <p:cNvSpPr txBox="1"/>
                <p:nvPr/>
              </p:nvSpPr>
              <p:spPr>
                <a:xfrm>
                  <a:off x="7587474" y="3159797"/>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zh-CN" altLang="en-US" i="1">
                            <a:solidFill>
                              <a:srgbClr val="C00000"/>
                            </a:solidFill>
                            <a:latin typeface="Cambria Math" panose="02040503050406030204" pitchFamily="18" charset="0"/>
                          </a:rPr>
                          <m:t>𝜔</m:t>
                        </m:r>
                      </m:oMath>
                    </m:oMathPara>
                  </a14:m>
                  <a:endParaRPr lang="en-US" altLang="zh-CN" dirty="0">
                    <a:solidFill>
                      <a:srgbClr val="C00000"/>
                    </a:solidFill>
                    <a:latin typeface="Times New Roman" panose="02020603050405020304" pitchFamily="18" charset="0"/>
                  </a:endParaRPr>
                </a:p>
              </p:txBody>
            </p:sp>
          </mc:Choice>
          <mc:Fallback xmlns="">
            <p:sp>
              <p:nvSpPr>
                <p:cNvPr id="39" name="文本框 37">
                  <a:extLst>
                    <a:ext uri="{FF2B5EF4-FFF2-40B4-BE49-F238E27FC236}">
                      <a16:creationId xmlns:a16="http://schemas.microsoft.com/office/drawing/2014/main" xmlns="" xmlns:a14="http://schemas.microsoft.com/office/drawing/2010/main" id="{C6B7884B-E2AB-1FEB-B4A3-F91F5B0233AD}"/>
                    </a:ext>
                  </a:extLst>
                </p:cNvPr>
                <p:cNvSpPr txBox="1">
                  <a:spLocks noRot="1" noChangeAspect="1" noMove="1" noResize="1" noEditPoints="1" noAdjustHandles="1" noChangeArrowheads="1" noChangeShapeType="1" noTextEdit="1"/>
                </p:cNvSpPr>
                <p:nvPr/>
              </p:nvSpPr>
              <p:spPr>
                <a:xfrm>
                  <a:off x="7587474" y="3159797"/>
                  <a:ext cx="644651" cy="369332"/>
                </a:xfrm>
                <a:prstGeom prst="rect">
                  <a:avLst/>
                </a:prstGeom>
                <a:blipFill rotWithShape="1">
                  <a:blip r:embed="rId21"/>
                  <a:stretch>
                    <a:fillRect/>
                  </a:stretch>
                </a:blipFill>
              </p:spPr>
              <p:txBody>
                <a:bodyPr/>
                <a:lstStyle/>
                <a:p>
                  <a:r>
                    <a:rPr lang="zh-CN" altLang="en-US">
                      <a:noFill/>
                    </a:rPr>
                    <a:t> </a:t>
                  </a:r>
                </a:p>
              </p:txBody>
            </p:sp>
          </mc:Fallback>
        </mc:AlternateContent>
        <p:sp>
          <p:nvSpPr>
            <p:cNvPr id="40" name="弧形 39">
              <a:extLst>
                <a:ext uri="{FF2B5EF4-FFF2-40B4-BE49-F238E27FC236}">
                  <a16:creationId xmlns:a16="http://schemas.microsoft.com/office/drawing/2014/main" id="{B06A7ACC-E1CC-06C4-46C3-14F5475FB588}"/>
                </a:ext>
              </a:extLst>
            </p:cNvPr>
            <p:cNvSpPr/>
            <p:nvPr/>
          </p:nvSpPr>
          <p:spPr>
            <a:xfrm rot="20588890">
              <a:off x="6974072" y="3371244"/>
              <a:ext cx="795478" cy="909960"/>
            </a:xfrm>
            <a:prstGeom prst="arc">
              <a:avLst>
                <a:gd name="adj1" fmla="val 21229600"/>
                <a:gd name="adj2" fmla="val 3321313"/>
              </a:avLst>
            </a:prstGeom>
            <a:ln w="317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1" name="文本框 41">
                  <a:extLst>
                    <a:ext uri="{FF2B5EF4-FFF2-40B4-BE49-F238E27FC236}">
                      <a16:creationId xmlns:a16="http://schemas.microsoft.com/office/drawing/2014/main" id="{8AC2241B-3279-4839-4EF7-9A3392387478}"/>
                    </a:ext>
                  </a:extLst>
                </p:cNvPr>
                <p:cNvSpPr txBox="1"/>
                <p:nvPr/>
              </p:nvSpPr>
              <p:spPr>
                <a:xfrm>
                  <a:off x="7652347" y="3669860"/>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zh-CN" altLang="en-US" i="1">
                            <a:solidFill>
                              <a:srgbClr val="C00000"/>
                            </a:solidFill>
                            <a:latin typeface="Cambria Math" panose="02040503050406030204" pitchFamily="18" charset="0"/>
                          </a:rPr>
                          <m:t>𝛼</m:t>
                        </m:r>
                      </m:oMath>
                    </m:oMathPara>
                  </a14:m>
                  <a:endParaRPr lang="en-US" altLang="zh-CN" dirty="0">
                    <a:solidFill>
                      <a:srgbClr val="C00000"/>
                    </a:solidFill>
                    <a:latin typeface="Times New Roman" panose="02020603050405020304" pitchFamily="18" charset="0"/>
                  </a:endParaRPr>
                </a:p>
              </p:txBody>
            </p:sp>
          </mc:Choice>
          <mc:Fallback xmlns="">
            <p:sp>
              <p:nvSpPr>
                <p:cNvPr id="41" name="文本框 41">
                  <a:extLst>
                    <a:ext uri="{FF2B5EF4-FFF2-40B4-BE49-F238E27FC236}">
                      <a16:creationId xmlns:a16="http://schemas.microsoft.com/office/drawing/2014/main" xmlns="" xmlns:a14="http://schemas.microsoft.com/office/drawing/2010/main" id="{8AC2241B-3279-4839-4EF7-9A3392387478}"/>
                    </a:ext>
                  </a:extLst>
                </p:cNvPr>
                <p:cNvSpPr txBox="1">
                  <a:spLocks noRot="1" noChangeAspect="1" noMove="1" noResize="1" noEditPoints="1" noAdjustHandles="1" noChangeArrowheads="1" noChangeShapeType="1" noTextEdit="1"/>
                </p:cNvSpPr>
                <p:nvPr/>
              </p:nvSpPr>
              <p:spPr>
                <a:xfrm>
                  <a:off x="7652347" y="3669860"/>
                  <a:ext cx="644651" cy="369332"/>
                </a:xfrm>
                <a:prstGeom prst="rect">
                  <a:avLst/>
                </a:prstGeom>
                <a:blipFill rotWithShape="1">
                  <a:blip r:embed="rId22"/>
                  <a:stretch>
                    <a:fillRect/>
                  </a:stretch>
                </a:blipFill>
              </p:spPr>
              <p:txBody>
                <a:bodyPr/>
                <a:lstStyle/>
                <a:p>
                  <a:r>
                    <a:rPr lang="zh-CN" altLang="en-US">
                      <a:noFill/>
                    </a:rPr>
                    <a:t> </a:t>
                  </a:r>
                </a:p>
              </p:txBody>
            </p:sp>
          </mc:Fallback>
        </mc:AlternateContent>
        <p:cxnSp>
          <p:nvCxnSpPr>
            <p:cNvPr id="42" name="直接箭头连接符 41">
              <a:extLst>
                <a:ext uri="{FF2B5EF4-FFF2-40B4-BE49-F238E27FC236}">
                  <a16:creationId xmlns:a16="http://schemas.microsoft.com/office/drawing/2014/main" id="{EC9BC420-8ADE-C181-FE46-C935AA374DA8}"/>
                </a:ext>
              </a:extLst>
            </p:cNvPr>
            <p:cNvCxnSpPr>
              <a:cxnSpLocks/>
            </p:cNvCxnSpPr>
            <p:nvPr/>
          </p:nvCxnSpPr>
          <p:spPr>
            <a:xfrm>
              <a:off x="6986959" y="3702990"/>
              <a:ext cx="12261" cy="973582"/>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文本框 71">
                  <a:extLst>
                    <a:ext uri="{FF2B5EF4-FFF2-40B4-BE49-F238E27FC236}">
                      <a16:creationId xmlns:a16="http://schemas.microsoft.com/office/drawing/2014/main" id="{394CB779-BDEE-4A98-83DC-2D2248C86B4B}"/>
                    </a:ext>
                  </a:extLst>
                </p:cNvPr>
                <p:cNvSpPr txBox="1"/>
                <p:nvPr/>
              </p:nvSpPr>
              <p:spPr>
                <a:xfrm>
                  <a:off x="6981665" y="4255084"/>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0" i="1" smtClean="0">
                            <a:solidFill>
                              <a:srgbClr val="C00000"/>
                            </a:solidFill>
                            <a:latin typeface="Cambria Math" panose="02040503050406030204" pitchFamily="18" charset="0"/>
                          </a:rPr>
                          <m:t>𝑚</m:t>
                        </m:r>
                        <m:r>
                          <a:rPr lang="en-US" altLang="zh-CN" b="1" i="1">
                            <a:solidFill>
                              <a:srgbClr val="C00000"/>
                            </a:solidFill>
                            <a:latin typeface="Cambria Math" panose="02040503050406030204" pitchFamily="18" charset="0"/>
                          </a:rPr>
                          <m:t>𝒈</m:t>
                        </m:r>
                      </m:oMath>
                    </m:oMathPara>
                  </a14:m>
                  <a:endParaRPr lang="en-US" altLang="zh-CN" dirty="0">
                    <a:solidFill>
                      <a:srgbClr val="C00000"/>
                    </a:solidFill>
                    <a:latin typeface="Times New Roman" panose="02020603050405020304" pitchFamily="18" charset="0"/>
                  </a:endParaRPr>
                </a:p>
              </p:txBody>
            </p:sp>
          </mc:Choice>
          <mc:Fallback xmlns="">
            <p:sp>
              <p:nvSpPr>
                <p:cNvPr id="72" name="文本框 71">
                  <a:extLst>
                    <a:ext uri="{FF2B5EF4-FFF2-40B4-BE49-F238E27FC236}">
                      <a16:creationId xmlns:a16="http://schemas.microsoft.com/office/drawing/2014/main" id="{394CB779-BDEE-4A98-83DC-2D2248C86B4B}"/>
                    </a:ext>
                  </a:extLst>
                </p:cNvPr>
                <p:cNvSpPr txBox="1">
                  <a:spLocks noRot="1" noChangeAspect="1" noMove="1" noResize="1" noEditPoints="1" noAdjustHandles="1" noChangeArrowheads="1" noChangeShapeType="1" noTextEdit="1"/>
                </p:cNvSpPr>
                <p:nvPr/>
              </p:nvSpPr>
              <p:spPr>
                <a:xfrm>
                  <a:off x="6981665" y="4255084"/>
                  <a:ext cx="644651" cy="369332"/>
                </a:xfrm>
                <a:prstGeom prst="rect">
                  <a:avLst/>
                </a:prstGeom>
                <a:blipFill>
                  <a:blip r:embed="rId23"/>
                  <a:stretch>
                    <a:fillRect b="-8197"/>
                  </a:stretch>
                </a:blipFill>
              </p:spPr>
              <p:txBody>
                <a:bodyPr/>
                <a:lstStyle/>
                <a:p>
                  <a:r>
                    <a:rPr lang="zh-CN" altLang="en-US">
                      <a:noFill/>
                    </a:rPr>
                    <a:t> </a:t>
                  </a:r>
                </a:p>
              </p:txBody>
            </p:sp>
          </mc:Fallback>
        </mc:AlternateContent>
      </p:grpSp>
      <p:graphicFrame>
        <p:nvGraphicFramePr>
          <p:cNvPr id="11" name="对象 10"/>
          <p:cNvGraphicFramePr>
            <a:graphicFrameLocks noChangeAspect="1"/>
          </p:cNvGraphicFramePr>
          <p:nvPr>
            <p:extLst>
              <p:ext uri="{D42A27DB-BD31-4B8C-83A1-F6EECF244321}">
                <p14:modId xmlns:p14="http://schemas.microsoft.com/office/powerpoint/2010/main" val="2971850013"/>
              </p:ext>
            </p:extLst>
          </p:nvPr>
        </p:nvGraphicFramePr>
        <p:xfrm>
          <a:off x="3032125" y="4276725"/>
          <a:ext cx="1778000" cy="431800"/>
        </p:xfrm>
        <a:graphic>
          <a:graphicData uri="http://schemas.openxmlformats.org/presentationml/2006/ole">
            <mc:AlternateContent xmlns:mc="http://schemas.openxmlformats.org/markup-compatibility/2006">
              <mc:Choice xmlns:v="urn:schemas-microsoft-com:vml" Requires="v">
                <p:oleObj name="Equation" r:id="rId24" imgW="787320" imgH="190440" progId="Equation.DSMT4">
                  <p:embed/>
                </p:oleObj>
              </mc:Choice>
              <mc:Fallback>
                <p:oleObj name="Equation" r:id="rId24" imgW="787320" imgH="190440" progId="Equation.DSMT4">
                  <p:embed/>
                  <p:pic>
                    <p:nvPicPr>
                      <p:cNvPr id="0" name="对象 35"/>
                      <p:cNvPicPr>
                        <a:picLocks noChangeAspect="1" noChangeArrowheads="1"/>
                      </p:cNvPicPr>
                      <p:nvPr/>
                    </p:nvPicPr>
                    <p:blipFill>
                      <a:blip r:embed="rId25"/>
                      <a:srcRect/>
                      <a:stretch>
                        <a:fillRect/>
                      </a:stretch>
                    </p:blipFill>
                    <p:spPr bwMode="auto">
                      <a:xfrm>
                        <a:off x="3032125" y="4276725"/>
                        <a:ext cx="17780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531306498"/>
              </p:ext>
            </p:extLst>
          </p:nvPr>
        </p:nvGraphicFramePr>
        <p:xfrm>
          <a:off x="2771800" y="4708219"/>
          <a:ext cx="2441575" cy="433388"/>
        </p:xfrm>
        <a:graphic>
          <a:graphicData uri="http://schemas.openxmlformats.org/presentationml/2006/ole">
            <mc:AlternateContent xmlns:mc="http://schemas.openxmlformats.org/markup-compatibility/2006">
              <mc:Choice xmlns:v="urn:schemas-microsoft-com:vml" Requires="v">
                <p:oleObj name="Equation" r:id="rId26" imgW="1079280" imgH="190440" progId="Equation.DSMT4">
                  <p:embed/>
                </p:oleObj>
              </mc:Choice>
              <mc:Fallback>
                <p:oleObj name="Equation" r:id="rId26" imgW="1079280" imgH="190440" progId="Equation.DSMT4">
                  <p:embed/>
                  <p:pic>
                    <p:nvPicPr>
                      <p:cNvPr id="0" name="对象 19"/>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2771800" y="4708219"/>
                        <a:ext cx="244157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 name="文本框 25">
            <a:extLst>
              <a:ext uri="{FF2B5EF4-FFF2-40B4-BE49-F238E27FC236}">
                <a16:creationId xmlns:a16="http://schemas.microsoft.com/office/drawing/2014/main" id="{7F5491E2-5823-4791-195B-F851B2C8A0BC}"/>
              </a:ext>
            </a:extLst>
          </p:cNvPr>
          <p:cNvSpPr txBox="1"/>
          <p:nvPr/>
        </p:nvSpPr>
        <p:spPr>
          <a:xfrm>
            <a:off x="359801" y="5428299"/>
            <a:ext cx="758397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解得：</a:t>
            </a:r>
            <a:endParaRPr lang="zh-CN" altLang="zh-CN" sz="2000" dirty="0">
              <a:solidFill>
                <a:srgbClr val="1A44A1"/>
              </a:solidFill>
              <a:latin typeface="Times New Roman" panose="02020603050405020304" pitchFamily="18" charset="0"/>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2436735193"/>
              </p:ext>
            </p:extLst>
          </p:nvPr>
        </p:nvGraphicFramePr>
        <p:xfrm>
          <a:off x="1259632" y="6021288"/>
          <a:ext cx="4968875" cy="781050"/>
        </p:xfrm>
        <a:graphic>
          <a:graphicData uri="http://schemas.openxmlformats.org/presentationml/2006/ole">
            <mc:AlternateContent xmlns:mc="http://schemas.openxmlformats.org/markup-compatibility/2006">
              <mc:Choice xmlns:v="urn:schemas-microsoft-com:vml" Requires="v">
                <p:oleObj name="Equation" r:id="rId28" imgW="2197080" imgH="342720" progId="Equation.DSMT4">
                  <p:embed/>
                </p:oleObj>
              </mc:Choice>
              <mc:Fallback>
                <p:oleObj name="Equation" r:id="rId28" imgW="2197080" imgH="342720" progId="Equation.DSMT4">
                  <p:embed/>
                  <p:pic>
                    <p:nvPicPr>
                      <p:cNvPr id="0" name="对象 25"/>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259632" y="6021288"/>
                        <a:ext cx="496887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3371185397"/>
              </p:ext>
            </p:extLst>
          </p:nvPr>
        </p:nvGraphicFramePr>
        <p:xfrm>
          <a:off x="1259632" y="5238622"/>
          <a:ext cx="2413000" cy="779463"/>
        </p:xfrm>
        <a:graphic>
          <a:graphicData uri="http://schemas.openxmlformats.org/presentationml/2006/ole">
            <mc:AlternateContent xmlns:mc="http://schemas.openxmlformats.org/markup-compatibility/2006">
              <mc:Choice xmlns:v="urn:schemas-microsoft-com:vml" Requires="v">
                <p:oleObj name="Equation" r:id="rId30" imgW="1066680" imgH="342720" progId="Equation.DSMT4">
                  <p:embed/>
                </p:oleObj>
              </mc:Choice>
              <mc:Fallback>
                <p:oleObj name="Equation" r:id="rId30" imgW="1066680" imgH="342720" progId="Equation.DSMT4">
                  <p:embed/>
                  <p:pic>
                    <p:nvPicPr>
                      <p:cNvPr id="0" name="对象 17"/>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259632" y="5238622"/>
                        <a:ext cx="2413000"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100423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4" grpId="0"/>
      <p:bldP spid="19" grpId="0"/>
      <p:bldP spid="21" grpId="0"/>
      <p:bldP spid="26" grpId="0"/>
      <p:bldP spid="22" grpId="0"/>
      <p:bldP spid="4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6">
            <a:extLst>
              <a:ext uri="{FF2B5EF4-FFF2-40B4-BE49-F238E27FC236}">
                <a16:creationId xmlns:a16="http://schemas.microsoft.com/office/drawing/2014/main" id="{56AE48F8-EEF8-4085-A33D-D4E632D164D8}"/>
              </a:ext>
            </a:extLst>
          </p:cNvPr>
          <p:cNvSpPr>
            <a:spLocks noGrp="1"/>
          </p:cNvSpPr>
          <p:nvPr>
            <p:ph type="sldNum" sz="quarter" idx="10"/>
          </p:nvPr>
        </p:nvSpPr>
        <p:spPr bwMode="auto">
          <a:xfrm>
            <a:off x="6588224" y="645823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B61916C-39C7-4F35-A5F7-174ADC8467C8}" type="slidenum">
              <a:rPr lang="zh-CN" altLang="en-US" smtClean="0">
                <a:solidFill>
                  <a:srgbClr val="898989"/>
                </a:solidFill>
              </a:rPr>
              <a:pPr/>
              <a:t>16</a:t>
            </a:fld>
            <a:endParaRPr lang="zh-CN" altLang="en-US" dirty="0">
              <a:solidFill>
                <a:srgbClr val="898989"/>
              </a:solidFill>
            </a:endParaRPr>
          </a:p>
        </p:txBody>
      </p:sp>
      <p:sp>
        <p:nvSpPr>
          <p:cNvPr id="3" name="文本框 2"/>
          <p:cNvSpPr txBox="1"/>
          <p:nvPr/>
        </p:nvSpPr>
        <p:spPr>
          <a:xfrm>
            <a:off x="0" y="-27384"/>
            <a:ext cx="3214076" cy="461665"/>
          </a:xfrm>
          <a:prstGeom prst="rect">
            <a:avLst/>
          </a:prstGeom>
          <a:noFill/>
        </p:spPr>
        <p:txBody>
          <a:bodyPr wrap="square" rtlCol="0">
            <a:spAutoFit/>
          </a:bodyPr>
          <a:lstStyle/>
          <a:p>
            <a:r>
              <a:rPr lang="zh-CN" altLang="en-US" sz="2400" b="1" dirty="0">
                <a:solidFill>
                  <a:srgbClr val="1A44A1"/>
                </a:solidFill>
                <a:latin typeface="Times New Roman" panose="02020603050405020304" pitchFamily="18" charset="0"/>
              </a:rPr>
              <a:t>第</a:t>
            </a:r>
            <a:r>
              <a:rPr lang="en-US" altLang="zh-CN" sz="2400" b="1" dirty="0">
                <a:solidFill>
                  <a:srgbClr val="1A44A1"/>
                </a:solidFill>
                <a:latin typeface="Times New Roman" panose="02020603050405020304" pitchFamily="18" charset="0"/>
              </a:rPr>
              <a:t>10</a:t>
            </a:r>
            <a:r>
              <a:rPr lang="zh-CN" altLang="en-US" sz="2400" b="1" dirty="0">
                <a:solidFill>
                  <a:srgbClr val="1A44A1"/>
                </a:solidFill>
                <a:latin typeface="Times New Roman" panose="02020603050405020304" pitchFamily="18" charset="0"/>
              </a:rPr>
              <a:t>章 达朗贝尔定理</a:t>
            </a:r>
            <a:endParaRPr lang="en-US" altLang="zh-CN" sz="2400" b="1" dirty="0">
              <a:solidFill>
                <a:srgbClr val="1A44A1"/>
              </a:solidFill>
              <a:latin typeface="Times New Roman" panose="02020603050405020304" pitchFamily="18" charset="0"/>
            </a:endParaRPr>
          </a:p>
        </p:txBody>
      </p:sp>
      <p:sp>
        <p:nvSpPr>
          <p:cNvPr id="2" name="文本框 1">
            <a:extLst>
              <a:ext uri="{FF2B5EF4-FFF2-40B4-BE49-F238E27FC236}">
                <a16:creationId xmlns:a16="http://schemas.microsoft.com/office/drawing/2014/main" id="{49380ABA-76FD-3EA4-DD26-D8A2931D58AB}"/>
              </a:ext>
            </a:extLst>
          </p:cNvPr>
          <p:cNvSpPr txBox="1"/>
          <p:nvPr/>
        </p:nvSpPr>
        <p:spPr>
          <a:xfrm>
            <a:off x="323528" y="560025"/>
            <a:ext cx="6588224"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一  、惯性力、达朗贝尔原理</a:t>
            </a:r>
            <a:endParaRPr lang="en-US" altLang="zh-CN" sz="2000" dirty="0">
              <a:solidFill>
                <a:srgbClr val="1A44A1"/>
              </a:solidFill>
              <a:latin typeface="Times New Roman" panose="02020603050405020304" pitchFamily="18" charset="0"/>
            </a:endParaRPr>
          </a:p>
        </p:txBody>
      </p:sp>
      <p:sp>
        <p:nvSpPr>
          <p:cNvPr id="32" name="文本框 31">
            <a:extLst>
              <a:ext uri="{FF2B5EF4-FFF2-40B4-BE49-F238E27FC236}">
                <a16:creationId xmlns:a16="http://schemas.microsoft.com/office/drawing/2014/main" id="{284C2114-1C7C-1FC7-945F-6400D5C992EC}"/>
              </a:ext>
            </a:extLst>
          </p:cNvPr>
          <p:cNvSpPr txBox="1"/>
          <p:nvPr/>
        </p:nvSpPr>
        <p:spPr>
          <a:xfrm>
            <a:off x="179512" y="5070613"/>
            <a:ext cx="6588224"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三、应用达朗贝尔定理解题的一般步骤</a:t>
            </a:r>
            <a:endParaRPr lang="en-US" altLang="zh-CN" sz="2000" dirty="0">
              <a:solidFill>
                <a:srgbClr val="1A44A1"/>
              </a:solidFill>
              <a:latin typeface="Times New Roman" panose="02020603050405020304" pitchFamily="18" charset="0"/>
            </a:endParaRPr>
          </a:p>
        </p:txBody>
      </p:sp>
      <p:sp>
        <p:nvSpPr>
          <p:cNvPr id="15" name="文本框 14">
            <a:extLst>
              <a:ext uri="{FF2B5EF4-FFF2-40B4-BE49-F238E27FC236}">
                <a16:creationId xmlns:a16="http://schemas.microsoft.com/office/drawing/2014/main" id="{3D23F859-C583-15E0-BC3D-31813F01D89E}"/>
              </a:ext>
            </a:extLst>
          </p:cNvPr>
          <p:cNvSpPr txBox="1"/>
          <p:nvPr/>
        </p:nvSpPr>
        <p:spPr>
          <a:xfrm>
            <a:off x="307696" y="2896721"/>
            <a:ext cx="6588224"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二 、刚体惯性力系的简化</a:t>
            </a:r>
            <a:endParaRPr lang="en-US" altLang="zh-CN" sz="2000" dirty="0">
              <a:solidFill>
                <a:srgbClr val="1A44A1"/>
              </a:solidFill>
              <a:latin typeface="Times New Roman" panose="02020603050405020304" pitchFamily="18" charset="0"/>
            </a:endParaRPr>
          </a:p>
        </p:txBody>
      </p:sp>
      <p:sp>
        <p:nvSpPr>
          <p:cNvPr id="43" name="文本框 42">
            <a:extLst>
              <a:ext uri="{FF2B5EF4-FFF2-40B4-BE49-F238E27FC236}">
                <a16:creationId xmlns:a16="http://schemas.microsoft.com/office/drawing/2014/main" id="{36766514-7ECA-B152-697A-5141EBF77CF4}"/>
              </a:ext>
            </a:extLst>
          </p:cNvPr>
          <p:cNvSpPr txBox="1"/>
          <p:nvPr/>
        </p:nvSpPr>
        <p:spPr>
          <a:xfrm>
            <a:off x="730593" y="5445224"/>
            <a:ext cx="7570204" cy="1421928"/>
          </a:xfrm>
          <a:prstGeom prst="rect">
            <a:avLst/>
          </a:prstGeom>
          <a:noFill/>
        </p:spPr>
        <p:txBody>
          <a:bodyPr wrap="square" rtlCol="0">
            <a:spAutoFit/>
          </a:bodyPr>
          <a:lstStyle/>
          <a:p>
            <a:pPr marL="457200" indent="-457200">
              <a:lnSpc>
                <a:spcPct val="120000"/>
              </a:lnSpc>
              <a:buFont typeface="Wingdings" pitchFamily="2" charset="2"/>
              <a:buChar char="Ø"/>
            </a:pPr>
            <a:r>
              <a:rPr lang="zh-CN" altLang="en-US" dirty="0">
                <a:solidFill>
                  <a:srgbClr val="1A44A1"/>
                </a:solidFill>
                <a:latin typeface="Times New Roman" panose="02020603050405020304" pitchFamily="18" charset="0"/>
              </a:rPr>
              <a:t>选取研究对象；</a:t>
            </a:r>
            <a:endParaRPr lang="en-US" altLang="zh-CN" dirty="0">
              <a:solidFill>
                <a:srgbClr val="1A44A1"/>
              </a:solidFill>
              <a:latin typeface="Times New Roman" panose="02020603050405020304" pitchFamily="18" charset="0"/>
            </a:endParaRPr>
          </a:p>
          <a:p>
            <a:pPr marL="457200" indent="-457200">
              <a:lnSpc>
                <a:spcPct val="120000"/>
              </a:lnSpc>
              <a:buFont typeface="Wingdings" pitchFamily="2" charset="2"/>
              <a:buChar char="Ø"/>
            </a:pPr>
            <a:r>
              <a:rPr lang="zh-CN" altLang="en-US" dirty="0">
                <a:solidFill>
                  <a:srgbClr val="1A44A1"/>
                </a:solidFill>
                <a:latin typeface="Times New Roman" panose="02020603050405020304" pitchFamily="18" charset="0"/>
              </a:rPr>
              <a:t>受力分析，画出主动力和外约束反力；</a:t>
            </a:r>
            <a:endParaRPr lang="en-US" altLang="zh-CN" dirty="0">
              <a:solidFill>
                <a:srgbClr val="1A44A1"/>
              </a:solidFill>
              <a:latin typeface="Times New Roman" panose="02020603050405020304" pitchFamily="18" charset="0"/>
            </a:endParaRPr>
          </a:p>
          <a:p>
            <a:pPr marL="457200" indent="-457200">
              <a:lnSpc>
                <a:spcPct val="120000"/>
              </a:lnSpc>
              <a:buFont typeface="Wingdings" pitchFamily="2" charset="2"/>
              <a:buChar char="Ø"/>
            </a:pPr>
            <a:r>
              <a:rPr lang="zh-CN" altLang="en-US" dirty="0">
                <a:solidFill>
                  <a:srgbClr val="1A44A1"/>
                </a:solidFill>
                <a:latin typeface="Times New Roman" panose="02020603050405020304" pitchFamily="18" charset="0"/>
              </a:rPr>
              <a:t>分析研究对象的运动，明确简化中心，加惯性力；</a:t>
            </a:r>
            <a:endParaRPr lang="en-US" altLang="zh-CN" dirty="0">
              <a:solidFill>
                <a:srgbClr val="1A44A1"/>
              </a:solidFill>
              <a:latin typeface="Times New Roman" panose="02020603050405020304" pitchFamily="18" charset="0"/>
            </a:endParaRPr>
          </a:p>
          <a:p>
            <a:pPr marL="457200" indent="-457200">
              <a:lnSpc>
                <a:spcPct val="120000"/>
              </a:lnSpc>
              <a:buFont typeface="Wingdings" pitchFamily="2" charset="2"/>
              <a:buChar char="Ø"/>
            </a:pPr>
            <a:r>
              <a:rPr lang="zh-CN" altLang="en-US" dirty="0">
                <a:solidFill>
                  <a:srgbClr val="1A44A1"/>
                </a:solidFill>
                <a:latin typeface="Times New Roman" panose="02020603050405020304" pitchFamily="18" charset="0"/>
              </a:rPr>
              <a:t>列平衡方程并求解。</a:t>
            </a:r>
            <a:endParaRPr lang="en-US" altLang="zh-CN" dirty="0">
              <a:solidFill>
                <a:srgbClr val="1A44A1"/>
              </a:solidFill>
              <a:latin typeface="Times New Roman" panose="02020603050405020304" pitchFamily="18" charset="0"/>
            </a:endParaRPr>
          </a:p>
        </p:txBody>
      </p:sp>
      <p:graphicFrame>
        <p:nvGraphicFramePr>
          <p:cNvPr id="5" name="对象 4">
            <a:extLst>
              <a:ext uri="{FF2B5EF4-FFF2-40B4-BE49-F238E27FC236}">
                <a16:creationId xmlns:a16="http://schemas.microsoft.com/office/drawing/2014/main" id="{A8D124F1-92C7-4AB6-F611-1D537E7FEE5A}"/>
              </a:ext>
            </a:extLst>
          </p:cNvPr>
          <p:cNvGraphicFramePr>
            <a:graphicFrameLocks noChangeAspect="1"/>
          </p:cNvGraphicFramePr>
          <p:nvPr>
            <p:extLst>
              <p:ext uri="{D42A27DB-BD31-4B8C-83A1-F6EECF244321}">
                <p14:modId xmlns:p14="http://schemas.microsoft.com/office/powerpoint/2010/main" val="1050147533"/>
              </p:ext>
            </p:extLst>
          </p:nvPr>
        </p:nvGraphicFramePr>
        <p:xfrm>
          <a:off x="5062538" y="981075"/>
          <a:ext cx="1154112" cy="431800"/>
        </p:xfrm>
        <a:graphic>
          <a:graphicData uri="http://schemas.openxmlformats.org/presentationml/2006/ole">
            <mc:AlternateContent xmlns:mc="http://schemas.openxmlformats.org/markup-compatibility/2006">
              <mc:Choice xmlns:v="urn:schemas-microsoft-com:vml" Requires="v">
                <p:oleObj name="Equation" r:id="rId2" imgW="507960" imgH="190440" progId="Equation.DSMT4">
                  <p:embed/>
                </p:oleObj>
              </mc:Choice>
              <mc:Fallback>
                <p:oleObj name="Equation" r:id="rId2" imgW="507960" imgH="190440" progId="Equation.DSMT4">
                  <p:embed/>
                  <p:pic>
                    <p:nvPicPr>
                      <p:cNvPr id="12" name="对象 11">
                        <a:extLst>
                          <a:ext uri="{FF2B5EF4-FFF2-40B4-BE49-F238E27FC236}">
                            <a16:creationId xmlns:a16="http://schemas.microsoft.com/office/drawing/2014/main" id="{4D206A6C-6B32-D90A-2BE9-17E5BD1E6F1C}"/>
                          </a:ext>
                        </a:extLst>
                      </p:cNvPr>
                      <p:cNvPicPr/>
                      <p:nvPr/>
                    </p:nvPicPr>
                    <p:blipFill>
                      <a:blip r:embed="rId3"/>
                      <a:stretch>
                        <a:fillRect/>
                      </a:stretch>
                    </p:blipFill>
                    <p:spPr>
                      <a:xfrm>
                        <a:off x="5062538" y="981075"/>
                        <a:ext cx="1154112" cy="431800"/>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1DD460E3-6FDF-14D0-740F-84E4209F05C8}"/>
              </a:ext>
            </a:extLst>
          </p:cNvPr>
          <p:cNvSpPr txBox="1"/>
          <p:nvPr/>
        </p:nvSpPr>
        <p:spPr>
          <a:xfrm>
            <a:off x="4142258" y="971436"/>
            <a:ext cx="1773952"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惯性力：</a:t>
            </a:r>
            <a:endParaRPr lang="en-US" altLang="zh-CN" dirty="0">
              <a:solidFill>
                <a:srgbClr val="C00000"/>
              </a:solidFill>
              <a:latin typeface="Times New Roman" panose="02020603050405020304" pitchFamily="18" charset="0"/>
            </a:endParaRPr>
          </a:p>
        </p:txBody>
      </p:sp>
      <p:graphicFrame>
        <p:nvGraphicFramePr>
          <p:cNvPr id="8" name="对象 7">
            <a:extLst>
              <a:ext uri="{FF2B5EF4-FFF2-40B4-BE49-F238E27FC236}">
                <a16:creationId xmlns:a16="http://schemas.microsoft.com/office/drawing/2014/main" id="{6032301B-4FF1-202B-5288-FDB2EE8886F2}"/>
              </a:ext>
            </a:extLst>
          </p:cNvPr>
          <p:cNvGraphicFramePr>
            <a:graphicFrameLocks noChangeAspect="1"/>
          </p:cNvGraphicFramePr>
          <p:nvPr>
            <p:extLst>
              <p:ext uri="{D42A27DB-BD31-4B8C-83A1-F6EECF244321}">
                <p14:modId xmlns:p14="http://schemas.microsoft.com/office/powerpoint/2010/main" val="3066427091"/>
              </p:ext>
            </p:extLst>
          </p:nvPr>
        </p:nvGraphicFramePr>
        <p:xfrm>
          <a:off x="3228156" y="1342603"/>
          <a:ext cx="1816100" cy="430213"/>
        </p:xfrm>
        <a:graphic>
          <a:graphicData uri="http://schemas.openxmlformats.org/presentationml/2006/ole">
            <mc:AlternateContent xmlns:mc="http://schemas.openxmlformats.org/markup-compatibility/2006">
              <mc:Choice xmlns:v="urn:schemas-microsoft-com:vml" Requires="v">
                <p:oleObj name="Equation" r:id="rId4" imgW="799920" imgH="190440" progId="Equation.DSMT4">
                  <p:embed/>
                </p:oleObj>
              </mc:Choice>
              <mc:Fallback>
                <p:oleObj name="Equation" r:id="rId4" imgW="799920" imgH="190440" progId="Equation.DSMT4">
                  <p:embed/>
                  <p:pic>
                    <p:nvPicPr>
                      <p:cNvPr id="12" name="对象 11">
                        <a:extLst>
                          <a:ext uri="{FF2B5EF4-FFF2-40B4-BE49-F238E27FC236}">
                            <a16:creationId xmlns:a16="http://schemas.microsoft.com/office/drawing/2014/main" id="{4D206A6C-6B32-D90A-2BE9-17E5BD1E6F1C}"/>
                          </a:ext>
                        </a:extLst>
                      </p:cNvPr>
                      <p:cNvPicPr/>
                      <p:nvPr/>
                    </p:nvPicPr>
                    <p:blipFill>
                      <a:blip r:embed="rId5"/>
                      <a:stretch>
                        <a:fillRect/>
                      </a:stretch>
                    </p:blipFill>
                    <p:spPr>
                      <a:xfrm>
                        <a:off x="3228156" y="1342603"/>
                        <a:ext cx="1816100" cy="430213"/>
                      </a:xfrm>
                      <a:prstGeom prst="rect">
                        <a:avLst/>
                      </a:prstGeom>
                    </p:spPr>
                  </p:pic>
                </p:oleObj>
              </mc:Fallback>
            </mc:AlternateContent>
          </a:graphicData>
        </a:graphic>
      </p:graphicFrame>
      <p:sp>
        <p:nvSpPr>
          <p:cNvPr id="14" name="文本框 13">
            <a:extLst>
              <a:ext uri="{FF2B5EF4-FFF2-40B4-BE49-F238E27FC236}">
                <a16:creationId xmlns:a16="http://schemas.microsoft.com/office/drawing/2014/main" id="{D6C98819-9445-C918-A4A6-51EFB98E17FB}"/>
              </a:ext>
            </a:extLst>
          </p:cNvPr>
          <p:cNvSpPr txBox="1"/>
          <p:nvPr/>
        </p:nvSpPr>
        <p:spPr>
          <a:xfrm>
            <a:off x="664011" y="1403484"/>
            <a:ext cx="2757067"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质点的达朗贝尔原理：</a:t>
            </a:r>
            <a:endParaRPr lang="en-US" altLang="zh-CN" dirty="0">
              <a:solidFill>
                <a:srgbClr val="C00000"/>
              </a:solidFill>
              <a:latin typeface="Times New Roman" panose="02020603050405020304" pitchFamily="18" charset="0"/>
            </a:endParaRPr>
          </a:p>
        </p:txBody>
      </p:sp>
      <p:sp>
        <p:nvSpPr>
          <p:cNvPr id="18" name="文本框 17">
            <a:extLst>
              <a:ext uri="{FF2B5EF4-FFF2-40B4-BE49-F238E27FC236}">
                <a16:creationId xmlns:a16="http://schemas.microsoft.com/office/drawing/2014/main" id="{B0350CD8-6B74-98BC-EFEB-B1D5DFDF9CF0}"/>
              </a:ext>
            </a:extLst>
          </p:cNvPr>
          <p:cNvSpPr txBox="1"/>
          <p:nvPr/>
        </p:nvSpPr>
        <p:spPr>
          <a:xfrm>
            <a:off x="801033" y="3296831"/>
            <a:ext cx="1393135"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平动刚体：</a:t>
            </a:r>
            <a:endParaRPr lang="en-US" altLang="zh-CN" dirty="0">
              <a:solidFill>
                <a:srgbClr val="C00000"/>
              </a:solidFill>
              <a:latin typeface="Times New Roman" panose="02020603050405020304" pitchFamily="18" charset="0"/>
            </a:endParaRPr>
          </a:p>
        </p:txBody>
      </p:sp>
      <p:grpSp>
        <p:nvGrpSpPr>
          <p:cNvPr id="6" name="组合 5"/>
          <p:cNvGrpSpPr/>
          <p:nvPr/>
        </p:nvGrpSpPr>
        <p:grpSpPr>
          <a:xfrm>
            <a:off x="2292077" y="3286819"/>
            <a:ext cx="2683347" cy="430213"/>
            <a:chOff x="2292077" y="3286819"/>
            <a:chExt cx="2683347" cy="430213"/>
          </a:xfrm>
        </p:grpSpPr>
        <p:graphicFrame>
          <p:nvGraphicFramePr>
            <p:cNvPr id="16" name="对象 15">
              <a:extLst>
                <a:ext uri="{FF2B5EF4-FFF2-40B4-BE49-F238E27FC236}">
                  <a16:creationId xmlns:a16="http://schemas.microsoft.com/office/drawing/2014/main" id="{58028072-031C-9875-8F42-89E672C35BDE}"/>
                </a:ext>
              </a:extLst>
            </p:cNvPr>
            <p:cNvGraphicFramePr>
              <a:graphicFrameLocks noChangeAspect="1"/>
            </p:cNvGraphicFramePr>
            <p:nvPr>
              <p:extLst>
                <p:ext uri="{D42A27DB-BD31-4B8C-83A1-F6EECF244321}">
                  <p14:modId xmlns:p14="http://schemas.microsoft.com/office/powerpoint/2010/main" val="1933695159"/>
                </p:ext>
              </p:extLst>
            </p:nvPr>
          </p:nvGraphicFramePr>
          <p:xfrm>
            <a:off x="2292077" y="3286819"/>
            <a:ext cx="1325563" cy="430213"/>
          </p:xfrm>
          <a:graphic>
            <a:graphicData uri="http://schemas.openxmlformats.org/presentationml/2006/ole">
              <mc:AlternateContent xmlns:mc="http://schemas.openxmlformats.org/markup-compatibility/2006">
                <mc:Choice xmlns:v="urn:schemas-microsoft-com:vml" Requires="v">
                  <p:oleObj name="Equation" r:id="rId6" imgW="583920" imgH="190440" progId="Equation.DSMT4">
                    <p:embed/>
                  </p:oleObj>
                </mc:Choice>
                <mc:Fallback>
                  <p:oleObj name="Equation" r:id="rId6" imgW="583920" imgH="190440" progId="Equation.DSMT4">
                    <p:embed/>
                    <p:pic>
                      <p:nvPicPr>
                        <p:cNvPr id="8" name="对象 7">
                          <a:extLst>
                            <a:ext uri="{FF2B5EF4-FFF2-40B4-BE49-F238E27FC236}">
                              <a16:creationId xmlns:a16="http://schemas.microsoft.com/office/drawing/2014/main" id="{6032301B-4FF1-202B-5288-FDB2EE8886F2}"/>
                            </a:ext>
                          </a:extLst>
                        </p:cNvPr>
                        <p:cNvPicPr/>
                        <p:nvPr/>
                      </p:nvPicPr>
                      <p:blipFill>
                        <a:blip r:embed="rId7"/>
                        <a:stretch>
                          <a:fillRect/>
                        </a:stretch>
                      </p:blipFill>
                      <p:spPr>
                        <a:xfrm>
                          <a:off x="2292077" y="3286819"/>
                          <a:ext cx="1325563" cy="430213"/>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4B489AF1-18AA-CFE1-AAE9-A337D0509449}"/>
                </a:ext>
              </a:extLst>
            </p:cNvPr>
            <p:cNvGraphicFramePr>
              <a:graphicFrameLocks noChangeAspect="1"/>
            </p:cNvGraphicFramePr>
            <p:nvPr>
              <p:extLst>
                <p:ext uri="{D42A27DB-BD31-4B8C-83A1-F6EECF244321}">
                  <p14:modId xmlns:p14="http://schemas.microsoft.com/office/powerpoint/2010/main" val="3620161448"/>
                </p:ext>
              </p:extLst>
            </p:nvPr>
          </p:nvGraphicFramePr>
          <p:xfrm>
            <a:off x="3995936" y="3286819"/>
            <a:ext cx="979488" cy="430213"/>
          </p:xfrm>
          <a:graphic>
            <a:graphicData uri="http://schemas.openxmlformats.org/presentationml/2006/ole">
              <mc:AlternateContent xmlns:mc="http://schemas.openxmlformats.org/markup-compatibility/2006">
                <mc:Choice xmlns:v="urn:schemas-microsoft-com:vml" Requires="v">
                  <p:oleObj name="Equation" r:id="rId8" imgW="431640" imgH="190440" progId="Equation.DSMT4">
                    <p:embed/>
                  </p:oleObj>
                </mc:Choice>
                <mc:Fallback>
                  <p:oleObj name="Equation" r:id="rId8" imgW="431640" imgH="190440" progId="Equation.DSMT4">
                    <p:embed/>
                    <p:pic>
                      <p:nvPicPr>
                        <p:cNvPr id="16" name="对象 15">
                          <a:extLst>
                            <a:ext uri="{FF2B5EF4-FFF2-40B4-BE49-F238E27FC236}">
                              <a16:creationId xmlns:a16="http://schemas.microsoft.com/office/drawing/2014/main" id="{58028072-031C-9875-8F42-89E672C35BDE}"/>
                            </a:ext>
                          </a:extLst>
                        </p:cNvPr>
                        <p:cNvPicPr/>
                        <p:nvPr/>
                      </p:nvPicPr>
                      <p:blipFill>
                        <a:blip r:embed="rId9"/>
                        <a:stretch>
                          <a:fillRect/>
                        </a:stretch>
                      </p:blipFill>
                      <p:spPr>
                        <a:xfrm>
                          <a:off x="3995936" y="3286819"/>
                          <a:ext cx="979488" cy="430213"/>
                        </a:xfrm>
                        <a:prstGeom prst="rect">
                          <a:avLst/>
                        </a:prstGeom>
                      </p:spPr>
                    </p:pic>
                  </p:oleObj>
                </mc:Fallback>
              </mc:AlternateContent>
            </a:graphicData>
          </a:graphic>
        </p:graphicFrame>
      </p:grpSp>
      <p:sp>
        <p:nvSpPr>
          <p:cNvPr id="20" name="文本框 19">
            <a:extLst>
              <a:ext uri="{FF2B5EF4-FFF2-40B4-BE49-F238E27FC236}">
                <a16:creationId xmlns:a16="http://schemas.microsoft.com/office/drawing/2014/main" id="{0881F895-B12A-F388-C95F-FC395B2ECA7F}"/>
              </a:ext>
            </a:extLst>
          </p:cNvPr>
          <p:cNvSpPr txBox="1"/>
          <p:nvPr/>
        </p:nvSpPr>
        <p:spPr>
          <a:xfrm>
            <a:off x="323528" y="3756853"/>
            <a:ext cx="2607832"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定轴转动刚体：</a:t>
            </a:r>
            <a:endParaRPr lang="en-US" altLang="zh-CN" dirty="0">
              <a:solidFill>
                <a:srgbClr val="C00000"/>
              </a:solidFill>
              <a:latin typeface="Times New Roman" panose="02020603050405020304" pitchFamily="18" charset="0"/>
            </a:endParaRPr>
          </a:p>
        </p:txBody>
      </p:sp>
      <p:sp>
        <p:nvSpPr>
          <p:cNvPr id="23" name="文本框 22">
            <a:extLst>
              <a:ext uri="{FF2B5EF4-FFF2-40B4-BE49-F238E27FC236}">
                <a16:creationId xmlns:a16="http://schemas.microsoft.com/office/drawing/2014/main" id="{76A0E059-5AF9-8337-5E54-249343A5304A}"/>
              </a:ext>
            </a:extLst>
          </p:cNvPr>
          <p:cNvSpPr txBox="1"/>
          <p:nvPr/>
        </p:nvSpPr>
        <p:spPr>
          <a:xfrm>
            <a:off x="2042543" y="3756853"/>
            <a:ext cx="2607832"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向转动中心</a:t>
            </a:r>
            <a:r>
              <a:rPr lang="en-US" altLang="zh-CN" i="1" dirty="0">
                <a:solidFill>
                  <a:srgbClr val="C00000"/>
                </a:solidFill>
                <a:latin typeface="Times New Roman" panose="02020603050405020304" pitchFamily="18" charset="0"/>
              </a:rPr>
              <a:t>O</a:t>
            </a:r>
            <a:r>
              <a:rPr lang="zh-CN" altLang="en-US" dirty="0">
                <a:solidFill>
                  <a:srgbClr val="C00000"/>
                </a:solidFill>
                <a:latin typeface="Times New Roman" panose="02020603050405020304" pitchFamily="18" charset="0"/>
              </a:rPr>
              <a:t>简化：</a:t>
            </a:r>
            <a:endParaRPr lang="en-US" altLang="zh-CN" dirty="0">
              <a:solidFill>
                <a:srgbClr val="C00000"/>
              </a:solidFill>
              <a:latin typeface="Times New Roman" panose="02020603050405020304" pitchFamily="18" charset="0"/>
            </a:endParaRPr>
          </a:p>
        </p:txBody>
      </p:sp>
      <p:grpSp>
        <p:nvGrpSpPr>
          <p:cNvPr id="10" name="组合 9"/>
          <p:cNvGrpSpPr/>
          <p:nvPr/>
        </p:nvGrpSpPr>
        <p:grpSpPr>
          <a:xfrm>
            <a:off x="4280477" y="3708266"/>
            <a:ext cx="4537800" cy="458787"/>
            <a:chOff x="4280477" y="3708266"/>
            <a:chExt cx="4537800" cy="458787"/>
          </a:xfrm>
        </p:grpSpPr>
        <p:graphicFrame>
          <p:nvGraphicFramePr>
            <p:cNvPr id="24" name="对象 23">
              <a:extLst>
                <a:ext uri="{FF2B5EF4-FFF2-40B4-BE49-F238E27FC236}">
                  <a16:creationId xmlns:a16="http://schemas.microsoft.com/office/drawing/2014/main" id="{01A9057D-1096-B35F-7968-7AD5591E52BE}"/>
                </a:ext>
              </a:extLst>
            </p:cNvPr>
            <p:cNvGraphicFramePr>
              <a:graphicFrameLocks noChangeAspect="1"/>
            </p:cNvGraphicFramePr>
            <p:nvPr>
              <p:extLst>
                <p:ext uri="{D42A27DB-BD31-4B8C-83A1-F6EECF244321}">
                  <p14:modId xmlns:p14="http://schemas.microsoft.com/office/powerpoint/2010/main" val="2058076342"/>
                </p:ext>
              </p:extLst>
            </p:nvPr>
          </p:nvGraphicFramePr>
          <p:xfrm>
            <a:off x="4280477" y="3708266"/>
            <a:ext cx="2882900" cy="458787"/>
          </p:xfrm>
          <a:graphic>
            <a:graphicData uri="http://schemas.openxmlformats.org/presentationml/2006/ole">
              <mc:AlternateContent xmlns:mc="http://schemas.openxmlformats.org/markup-compatibility/2006">
                <mc:Choice xmlns:v="urn:schemas-microsoft-com:vml" Requires="v">
                  <p:oleObj name="Equation" r:id="rId10" imgW="1269720" imgH="203040" progId="Equation.DSMT4">
                    <p:embed/>
                  </p:oleObj>
                </mc:Choice>
                <mc:Fallback>
                  <p:oleObj name="Equation" r:id="rId10" imgW="1269720" imgH="203040" progId="Equation.DSMT4">
                    <p:embed/>
                    <p:pic>
                      <p:nvPicPr>
                        <p:cNvPr id="16" name="对象 15">
                          <a:extLst>
                            <a:ext uri="{FF2B5EF4-FFF2-40B4-BE49-F238E27FC236}">
                              <a16:creationId xmlns:a16="http://schemas.microsoft.com/office/drawing/2014/main" id="{58028072-031C-9875-8F42-89E672C35BDE}"/>
                            </a:ext>
                          </a:extLst>
                        </p:cNvPr>
                        <p:cNvPicPr/>
                        <p:nvPr/>
                      </p:nvPicPr>
                      <p:blipFill>
                        <a:blip r:embed="rId11"/>
                        <a:stretch>
                          <a:fillRect/>
                        </a:stretch>
                      </p:blipFill>
                      <p:spPr>
                        <a:xfrm>
                          <a:off x="4280477" y="3708266"/>
                          <a:ext cx="2882900" cy="458787"/>
                        </a:xfrm>
                        <a:prstGeom prst="rect">
                          <a:avLst/>
                        </a:prstGeom>
                      </p:spPr>
                    </p:pic>
                  </p:oleObj>
                </mc:Fallback>
              </mc:AlternateContent>
            </a:graphicData>
          </a:graphic>
        </p:graphicFrame>
        <p:graphicFrame>
          <p:nvGraphicFramePr>
            <p:cNvPr id="25" name="对象 24">
              <a:extLst>
                <a:ext uri="{FF2B5EF4-FFF2-40B4-BE49-F238E27FC236}">
                  <a16:creationId xmlns:a16="http://schemas.microsoft.com/office/drawing/2014/main" id="{2AFE7625-6FF5-5005-3B27-87252E371090}"/>
                </a:ext>
              </a:extLst>
            </p:cNvPr>
            <p:cNvGraphicFramePr>
              <a:graphicFrameLocks noChangeAspect="1"/>
            </p:cNvGraphicFramePr>
            <p:nvPr>
              <p:extLst>
                <p:ext uri="{D42A27DB-BD31-4B8C-83A1-F6EECF244321}">
                  <p14:modId xmlns:p14="http://schemas.microsoft.com/office/powerpoint/2010/main" val="1081964175"/>
                </p:ext>
              </p:extLst>
            </p:nvPr>
          </p:nvGraphicFramePr>
          <p:xfrm>
            <a:off x="7378414" y="3726412"/>
            <a:ext cx="1439863" cy="430213"/>
          </p:xfrm>
          <a:graphic>
            <a:graphicData uri="http://schemas.openxmlformats.org/presentationml/2006/ole">
              <mc:AlternateContent xmlns:mc="http://schemas.openxmlformats.org/markup-compatibility/2006">
                <mc:Choice xmlns:v="urn:schemas-microsoft-com:vml" Requires="v">
                  <p:oleObj name="Equation" r:id="rId12" imgW="634680" imgH="190440" progId="Equation.DSMT4">
                    <p:embed/>
                  </p:oleObj>
                </mc:Choice>
                <mc:Fallback>
                  <p:oleObj name="Equation" r:id="rId12" imgW="634680" imgH="190440" progId="Equation.DSMT4">
                    <p:embed/>
                    <p:pic>
                      <p:nvPicPr>
                        <p:cNvPr id="21" name="对象 20">
                          <a:extLst>
                            <a:ext uri="{FF2B5EF4-FFF2-40B4-BE49-F238E27FC236}">
                              <a16:creationId xmlns:a16="http://schemas.microsoft.com/office/drawing/2014/main" id="{47BD7C12-14DF-CB6B-6C85-4269A5CE2294}"/>
                            </a:ext>
                          </a:extLst>
                        </p:cNvPr>
                        <p:cNvPicPr/>
                        <p:nvPr/>
                      </p:nvPicPr>
                      <p:blipFill>
                        <a:blip r:embed="rId13"/>
                        <a:stretch>
                          <a:fillRect/>
                        </a:stretch>
                      </p:blipFill>
                      <p:spPr>
                        <a:xfrm>
                          <a:off x="7378414" y="3726412"/>
                          <a:ext cx="1439863" cy="430213"/>
                        </a:xfrm>
                        <a:prstGeom prst="rect">
                          <a:avLst/>
                        </a:prstGeom>
                      </p:spPr>
                    </p:pic>
                  </p:oleObj>
                </mc:Fallback>
              </mc:AlternateContent>
            </a:graphicData>
          </a:graphic>
        </p:graphicFrame>
      </p:grpSp>
      <p:sp>
        <p:nvSpPr>
          <p:cNvPr id="26" name="文本框 25">
            <a:extLst>
              <a:ext uri="{FF2B5EF4-FFF2-40B4-BE49-F238E27FC236}">
                <a16:creationId xmlns:a16="http://schemas.microsoft.com/office/drawing/2014/main" id="{89B04AC7-8EA7-4EE7-CE90-0C1AAFE9FCC1}"/>
              </a:ext>
            </a:extLst>
          </p:cNvPr>
          <p:cNvSpPr txBox="1"/>
          <p:nvPr/>
        </p:nvSpPr>
        <p:spPr>
          <a:xfrm>
            <a:off x="2421402" y="4211796"/>
            <a:ext cx="2607832"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向质心</a:t>
            </a:r>
            <a:r>
              <a:rPr lang="en-US" altLang="zh-CN" i="1" dirty="0">
                <a:solidFill>
                  <a:srgbClr val="C00000"/>
                </a:solidFill>
                <a:latin typeface="Times New Roman" panose="02020603050405020304" pitchFamily="18" charset="0"/>
              </a:rPr>
              <a:t>C</a:t>
            </a:r>
            <a:r>
              <a:rPr lang="zh-CN" altLang="en-US" dirty="0">
                <a:solidFill>
                  <a:srgbClr val="C00000"/>
                </a:solidFill>
                <a:latin typeface="Times New Roman" panose="02020603050405020304" pitchFamily="18" charset="0"/>
              </a:rPr>
              <a:t>简化：</a:t>
            </a:r>
            <a:endParaRPr lang="en-US" altLang="zh-CN" dirty="0">
              <a:solidFill>
                <a:srgbClr val="C00000"/>
              </a:solidFill>
              <a:latin typeface="Times New Roman" panose="02020603050405020304" pitchFamily="18" charset="0"/>
            </a:endParaRPr>
          </a:p>
        </p:txBody>
      </p:sp>
      <p:grpSp>
        <p:nvGrpSpPr>
          <p:cNvPr id="11" name="组合 10"/>
          <p:cNvGrpSpPr/>
          <p:nvPr/>
        </p:nvGrpSpPr>
        <p:grpSpPr>
          <a:xfrm>
            <a:off x="4226244" y="4221088"/>
            <a:ext cx="2937746" cy="432048"/>
            <a:chOff x="4226244" y="4221088"/>
            <a:chExt cx="2937746" cy="432048"/>
          </a:xfrm>
        </p:grpSpPr>
        <p:graphicFrame>
          <p:nvGraphicFramePr>
            <p:cNvPr id="27" name="对象 26">
              <a:extLst>
                <a:ext uri="{FF2B5EF4-FFF2-40B4-BE49-F238E27FC236}">
                  <a16:creationId xmlns:a16="http://schemas.microsoft.com/office/drawing/2014/main" id="{0A371D06-85CA-A067-86A8-E1FC060B86F5}"/>
                </a:ext>
              </a:extLst>
            </p:cNvPr>
            <p:cNvGraphicFramePr>
              <a:graphicFrameLocks noChangeAspect="1"/>
            </p:cNvGraphicFramePr>
            <p:nvPr>
              <p:extLst>
                <p:ext uri="{D42A27DB-BD31-4B8C-83A1-F6EECF244321}">
                  <p14:modId xmlns:p14="http://schemas.microsoft.com/office/powerpoint/2010/main" val="588097625"/>
                </p:ext>
              </p:extLst>
            </p:nvPr>
          </p:nvGraphicFramePr>
          <p:xfrm>
            <a:off x="4226244" y="4222923"/>
            <a:ext cx="1325562" cy="430213"/>
          </p:xfrm>
          <a:graphic>
            <a:graphicData uri="http://schemas.openxmlformats.org/presentationml/2006/ole">
              <mc:AlternateContent xmlns:mc="http://schemas.openxmlformats.org/markup-compatibility/2006">
                <mc:Choice xmlns:v="urn:schemas-microsoft-com:vml" Requires="v">
                  <p:oleObj name="Equation" r:id="rId14" imgW="583920" imgH="190440" progId="Equation.DSMT4">
                    <p:embed/>
                  </p:oleObj>
                </mc:Choice>
                <mc:Fallback>
                  <p:oleObj name="Equation" r:id="rId14" imgW="583920" imgH="190440" progId="Equation.DSMT4">
                    <p:embed/>
                    <p:pic>
                      <p:nvPicPr>
                        <p:cNvPr id="24" name="对象 23">
                          <a:extLst>
                            <a:ext uri="{FF2B5EF4-FFF2-40B4-BE49-F238E27FC236}">
                              <a16:creationId xmlns:a16="http://schemas.microsoft.com/office/drawing/2014/main" id="{01A9057D-1096-B35F-7968-7AD5591E52BE}"/>
                            </a:ext>
                          </a:extLst>
                        </p:cNvPr>
                        <p:cNvPicPr/>
                        <p:nvPr/>
                      </p:nvPicPr>
                      <p:blipFill>
                        <a:blip r:embed="rId15"/>
                        <a:stretch>
                          <a:fillRect/>
                        </a:stretch>
                      </p:blipFill>
                      <p:spPr>
                        <a:xfrm>
                          <a:off x="4226244" y="4222923"/>
                          <a:ext cx="1325562" cy="430213"/>
                        </a:xfrm>
                        <a:prstGeom prst="rect">
                          <a:avLst/>
                        </a:prstGeom>
                      </p:spPr>
                    </p:pic>
                  </p:oleObj>
                </mc:Fallback>
              </mc:AlternateContent>
            </a:graphicData>
          </a:graphic>
        </p:graphicFrame>
        <p:graphicFrame>
          <p:nvGraphicFramePr>
            <p:cNvPr id="28" name="对象 27">
              <a:extLst>
                <a:ext uri="{FF2B5EF4-FFF2-40B4-BE49-F238E27FC236}">
                  <a16:creationId xmlns:a16="http://schemas.microsoft.com/office/drawing/2014/main" id="{16EBE0E9-C9B9-71CA-5C63-0420FE01E982}"/>
                </a:ext>
              </a:extLst>
            </p:cNvPr>
            <p:cNvGraphicFramePr>
              <a:graphicFrameLocks noChangeAspect="1"/>
            </p:cNvGraphicFramePr>
            <p:nvPr>
              <p:extLst>
                <p:ext uri="{D42A27DB-BD31-4B8C-83A1-F6EECF244321}">
                  <p14:modId xmlns:p14="http://schemas.microsoft.com/office/powerpoint/2010/main" val="2550278036"/>
                </p:ext>
              </p:extLst>
            </p:nvPr>
          </p:nvGraphicFramePr>
          <p:xfrm>
            <a:off x="5724128" y="4221088"/>
            <a:ext cx="1439862" cy="430213"/>
          </p:xfrm>
          <a:graphic>
            <a:graphicData uri="http://schemas.openxmlformats.org/presentationml/2006/ole">
              <mc:AlternateContent xmlns:mc="http://schemas.openxmlformats.org/markup-compatibility/2006">
                <mc:Choice xmlns:v="urn:schemas-microsoft-com:vml" Requires="v">
                  <p:oleObj name="Equation" r:id="rId16" imgW="634680" imgH="190440" progId="Equation.DSMT4">
                    <p:embed/>
                  </p:oleObj>
                </mc:Choice>
                <mc:Fallback>
                  <p:oleObj name="Equation" r:id="rId16" imgW="634680" imgH="190440" progId="Equation.DSMT4">
                    <p:embed/>
                    <p:pic>
                      <p:nvPicPr>
                        <p:cNvPr id="25" name="对象 24">
                          <a:extLst>
                            <a:ext uri="{FF2B5EF4-FFF2-40B4-BE49-F238E27FC236}">
                              <a16:creationId xmlns:a16="http://schemas.microsoft.com/office/drawing/2014/main" id="{2AFE7625-6FF5-5005-3B27-87252E371090}"/>
                            </a:ext>
                          </a:extLst>
                        </p:cNvPr>
                        <p:cNvPicPr/>
                        <p:nvPr/>
                      </p:nvPicPr>
                      <p:blipFill>
                        <a:blip r:embed="rId17"/>
                        <a:stretch>
                          <a:fillRect/>
                        </a:stretch>
                      </p:blipFill>
                      <p:spPr>
                        <a:xfrm>
                          <a:off x="5724128" y="4221088"/>
                          <a:ext cx="1439862" cy="430213"/>
                        </a:xfrm>
                        <a:prstGeom prst="rect">
                          <a:avLst/>
                        </a:prstGeom>
                      </p:spPr>
                    </p:pic>
                  </p:oleObj>
                </mc:Fallback>
              </mc:AlternateContent>
            </a:graphicData>
          </a:graphic>
        </p:graphicFrame>
      </p:grpSp>
      <p:sp>
        <p:nvSpPr>
          <p:cNvPr id="29" name="文本框 28">
            <a:extLst>
              <a:ext uri="{FF2B5EF4-FFF2-40B4-BE49-F238E27FC236}">
                <a16:creationId xmlns:a16="http://schemas.microsoft.com/office/drawing/2014/main" id="{FC82423B-E7FB-44B3-B293-24303B733372}"/>
              </a:ext>
            </a:extLst>
          </p:cNvPr>
          <p:cNvSpPr txBox="1"/>
          <p:nvPr/>
        </p:nvSpPr>
        <p:spPr>
          <a:xfrm>
            <a:off x="813245" y="4653136"/>
            <a:ext cx="2607832"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平面运动刚体：</a:t>
            </a:r>
            <a:endParaRPr lang="en-US" altLang="zh-CN" dirty="0">
              <a:solidFill>
                <a:srgbClr val="C00000"/>
              </a:solidFill>
              <a:latin typeface="Times New Roman" panose="02020603050405020304" pitchFamily="18" charset="0"/>
            </a:endParaRPr>
          </a:p>
        </p:txBody>
      </p:sp>
      <p:grpSp>
        <p:nvGrpSpPr>
          <p:cNvPr id="13" name="组合 12"/>
          <p:cNvGrpSpPr/>
          <p:nvPr/>
        </p:nvGrpSpPr>
        <p:grpSpPr>
          <a:xfrm>
            <a:off x="2689571" y="4653136"/>
            <a:ext cx="3059594" cy="430212"/>
            <a:chOff x="2689571" y="4653136"/>
            <a:chExt cx="3059594" cy="430212"/>
          </a:xfrm>
        </p:grpSpPr>
        <p:graphicFrame>
          <p:nvGraphicFramePr>
            <p:cNvPr id="30" name="对象 29">
              <a:extLst>
                <a:ext uri="{FF2B5EF4-FFF2-40B4-BE49-F238E27FC236}">
                  <a16:creationId xmlns:a16="http://schemas.microsoft.com/office/drawing/2014/main" id="{D4419475-D448-A3A1-6037-46E503BCC093}"/>
                </a:ext>
              </a:extLst>
            </p:cNvPr>
            <p:cNvGraphicFramePr>
              <a:graphicFrameLocks noChangeAspect="1"/>
            </p:cNvGraphicFramePr>
            <p:nvPr>
              <p:extLst>
                <p:ext uri="{D42A27DB-BD31-4B8C-83A1-F6EECF244321}">
                  <p14:modId xmlns:p14="http://schemas.microsoft.com/office/powerpoint/2010/main" val="1011146147"/>
                </p:ext>
              </p:extLst>
            </p:nvPr>
          </p:nvGraphicFramePr>
          <p:xfrm>
            <a:off x="2689571" y="4653136"/>
            <a:ext cx="1327150" cy="430212"/>
          </p:xfrm>
          <a:graphic>
            <a:graphicData uri="http://schemas.openxmlformats.org/presentationml/2006/ole">
              <mc:AlternateContent xmlns:mc="http://schemas.openxmlformats.org/markup-compatibility/2006">
                <mc:Choice xmlns:v="urn:schemas-microsoft-com:vml" Requires="v">
                  <p:oleObj name="Equation" r:id="rId18" imgW="583920" imgH="190440" progId="Equation.DSMT4">
                    <p:embed/>
                  </p:oleObj>
                </mc:Choice>
                <mc:Fallback>
                  <p:oleObj name="Equation" r:id="rId18" imgW="583920" imgH="190440" progId="Equation.DSMT4">
                    <p:embed/>
                    <p:pic>
                      <p:nvPicPr>
                        <p:cNvPr id="27" name="对象 26">
                          <a:extLst>
                            <a:ext uri="{FF2B5EF4-FFF2-40B4-BE49-F238E27FC236}">
                              <a16:creationId xmlns:a16="http://schemas.microsoft.com/office/drawing/2014/main" id="{0A371D06-85CA-A067-86A8-E1FC060B86F5}"/>
                            </a:ext>
                          </a:extLst>
                        </p:cNvPr>
                        <p:cNvPicPr/>
                        <p:nvPr/>
                      </p:nvPicPr>
                      <p:blipFill>
                        <a:blip r:embed="rId19"/>
                        <a:stretch>
                          <a:fillRect/>
                        </a:stretch>
                      </p:blipFill>
                      <p:spPr>
                        <a:xfrm>
                          <a:off x="2689571" y="4653136"/>
                          <a:ext cx="1327150" cy="430212"/>
                        </a:xfrm>
                        <a:prstGeom prst="rect">
                          <a:avLst/>
                        </a:prstGeom>
                      </p:spPr>
                    </p:pic>
                  </p:oleObj>
                </mc:Fallback>
              </mc:AlternateContent>
            </a:graphicData>
          </a:graphic>
        </p:graphicFrame>
        <p:graphicFrame>
          <p:nvGraphicFramePr>
            <p:cNvPr id="31" name="对象 30">
              <a:extLst>
                <a:ext uri="{FF2B5EF4-FFF2-40B4-BE49-F238E27FC236}">
                  <a16:creationId xmlns:a16="http://schemas.microsoft.com/office/drawing/2014/main" id="{450ACDDA-7817-C645-1356-CD10C15F8C94}"/>
                </a:ext>
              </a:extLst>
            </p:cNvPr>
            <p:cNvGraphicFramePr>
              <a:graphicFrameLocks noChangeAspect="1"/>
            </p:cNvGraphicFramePr>
            <p:nvPr>
              <p:extLst>
                <p:ext uri="{D42A27DB-BD31-4B8C-83A1-F6EECF244321}">
                  <p14:modId xmlns:p14="http://schemas.microsoft.com/office/powerpoint/2010/main" val="2496393216"/>
                </p:ext>
              </p:extLst>
            </p:nvPr>
          </p:nvGraphicFramePr>
          <p:xfrm>
            <a:off x="4309303" y="4653136"/>
            <a:ext cx="1439862" cy="430212"/>
          </p:xfrm>
          <a:graphic>
            <a:graphicData uri="http://schemas.openxmlformats.org/presentationml/2006/ole">
              <mc:AlternateContent xmlns:mc="http://schemas.openxmlformats.org/markup-compatibility/2006">
                <mc:Choice xmlns:v="urn:schemas-microsoft-com:vml" Requires="v">
                  <p:oleObj name="Equation" r:id="rId20" imgW="634680" imgH="190440" progId="Equation.DSMT4">
                    <p:embed/>
                  </p:oleObj>
                </mc:Choice>
                <mc:Fallback>
                  <p:oleObj name="Equation" r:id="rId20" imgW="634680" imgH="190440" progId="Equation.DSMT4">
                    <p:embed/>
                    <p:pic>
                      <p:nvPicPr>
                        <p:cNvPr id="28" name="对象 27">
                          <a:extLst>
                            <a:ext uri="{FF2B5EF4-FFF2-40B4-BE49-F238E27FC236}">
                              <a16:creationId xmlns:a16="http://schemas.microsoft.com/office/drawing/2014/main" id="{16EBE0E9-C9B9-71CA-5C63-0420FE01E982}"/>
                            </a:ext>
                          </a:extLst>
                        </p:cNvPr>
                        <p:cNvPicPr/>
                        <p:nvPr/>
                      </p:nvPicPr>
                      <p:blipFill>
                        <a:blip r:embed="rId21"/>
                        <a:stretch>
                          <a:fillRect/>
                        </a:stretch>
                      </p:blipFill>
                      <p:spPr>
                        <a:xfrm>
                          <a:off x="4309303" y="4653136"/>
                          <a:ext cx="1439862" cy="430212"/>
                        </a:xfrm>
                        <a:prstGeom prst="rect">
                          <a:avLst/>
                        </a:prstGeom>
                      </p:spPr>
                    </p:pic>
                  </p:oleObj>
                </mc:Fallback>
              </mc:AlternateContent>
            </a:graphicData>
          </a:graphic>
        </p:graphicFrame>
      </p:grpSp>
      <p:sp>
        <p:nvSpPr>
          <p:cNvPr id="9" name="文本框 8">
            <a:extLst>
              <a:ext uri="{FF2B5EF4-FFF2-40B4-BE49-F238E27FC236}">
                <a16:creationId xmlns:a16="http://schemas.microsoft.com/office/drawing/2014/main" id="{6032A5F6-C10B-2961-C9CB-F959901D089E}"/>
              </a:ext>
            </a:extLst>
          </p:cNvPr>
          <p:cNvSpPr txBox="1"/>
          <p:nvPr/>
        </p:nvSpPr>
        <p:spPr>
          <a:xfrm>
            <a:off x="683568" y="960135"/>
            <a:ext cx="4284415"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牛顿第二定理：</a:t>
            </a:r>
            <a:endParaRPr lang="en-US" altLang="zh-CN" dirty="0">
              <a:solidFill>
                <a:srgbClr val="C00000"/>
              </a:solidFill>
              <a:latin typeface="Times New Roman" panose="02020603050405020304" pitchFamily="18" charset="0"/>
            </a:endParaRPr>
          </a:p>
        </p:txBody>
      </p:sp>
      <p:graphicFrame>
        <p:nvGraphicFramePr>
          <p:cNvPr id="12" name="对象 11">
            <a:extLst>
              <a:ext uri="{FF2B5EF4-FFF2-40B4-BE49-F238E27FC236}">
                <a16:creationId xmlns:a16="http://schemas.microsoft.com/office/drawing/2014/main" id="{4D206A6C-6B32-D90A-2BE9-17E5BD1E6F1C}"/>
              </a:ext>
            </a:extLst>
          </p:cNvPr>
          <p:cNvGraphicFramePr>
            <a:graphicFrameLocks noChangeAspect="1"/>
          </p:cNvGraphicFramePr>
          <p:nvPr>
            <p:extLst>
              <p:ext uri="{D42A27DB-BD31-4B8C-83A1-F6EECF244321}">
                <p14:modId xmlns:p14="http://schemas.microsoft.com/office/powerpoint/2010/main" val="4293824833"/>
              </p:ext>
            </p:extLst>
          </p:nvPr>
        </p:nvGraphicFramePr>
        <p:xfrm>
          <a:off x="2453903" y="980728"/>
          <a:ext cx="1470025" cy="401637"/>
        </p:xfrm>
        <a:graphic>
          <a:graphicData uri="http://schemas.openxmlformats.org/presentationml/2006/ole">
            <mc:AlternateContent xmlns:mc="http://schemas.openxmlformats.org/markup-compatibility/2006">
              <mc:Choice xmlns:v="urn:schemas-microsoft-com:vml" Requires="v">
                <p:oleObj name="Equation" r:id="rId22" imgW="647640" imgH="177480" progId="Equation.DSMT4">
                  <p:embed/>
                </p:oleObj>
              </mc:Choice>
              <mc:Fallback>
                <p:oleObj name="Equation" r:id="rId22" imgW="647640" imgH="177480" progId="Equation.DSMT4">
                  <p:embed/>
                  <p:pic>
                    <p:nvPicPr>
                      <p:cNvPr id="12" name="对象 11">
                        <a:extLst>
                          <a:ext uri="{FF2B5EF4-FFF2-40B4-BE49-F238E27FC236}">
                            <a16:creationId xmlns:a16="http://schemas.microsoft.com/office/drawing/2014/main" id="{4D206A6C-6B32-D90A-2BE9-17E5BD1E6F1C}"/>
                          </a:ext>
                        </a:extLst>
                      </p:cNvPr>
                      <p:cNvPicPr/>
                      <p:nvPr/>
                    </p:nvPicPr>
                    <p:blipFill>
                      <a:blip r:embed="rId23"/>
                      <a:stretch>
                        <a:fillRect/>
                      </a:stretch>
                    </p:blipFill>
                    <p:spPr>
                      <a:xfrm>
                        <a:off x="2453903" y="980728"/>
                        <a:ext cx="1470025" cy="401637"/>
                      </a:xfrm>
                      <a:prstGeom prst="rect">
                        <a:avLst/>
                      </a:prstGeom>
                    </p:spPr>
                  </p:pic>
                </p:oleObj>
              </mc:Fallback>
            </mc:AlternateContent>
          </a:graphicData>
        </a:graphic>
      </p:graphicFrame>
      <p:sp>
        <p:nvSpPr>
          <p:cNvPr id="34" name="文本框 13">
            <a:extLst>
              <a:ext uri="{FF2B5EF4-FFF2-40B4-BE49-F238E27FC236}">
                <a16:creationId xmlns:a16="http://schemas.microsoft.com/office/drawing/2014/main" id="{D6C98819-9445-C918-A4A6-51EFB98E17FB}"/>
              </a:ext>
            </a:extLst>
          </p:cNvPr>
          <p:cNvSpPr txBox="1"/>
          <p:nvPr/>
        </p:nvSpPr>
        <p:spPr>
          <a:xfrm>
            <a:off x="664010" y="1753050"/>
            <a:ext cx="2757067"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质点系的达朗贝尔原理：</a:t>
            </a:r>
            <a:endParaRPr lang="en-US" altLang="zh-CN" dirty="0">
              <a:solidFill>
                <a:srgbClr val="C00000"/>
              </a:solidFill>
              <a:latin typeface="Times New Roman" panose="02020603050405020304" pitchFamily="18" charset="0"/>
            </a:endParaRPr>
          </a:p>
        </p:txBody>
      </p:sp>
      <p:sp>
        <p:nvSpPr>
          <p:cNvPr id="36" name="文本框 13">
            <a:extLst>
              <a:ext uri="{FF2B5EF4-FFF2-40B4-BE49-F238E27FC236}">
                <a16:creationId xmlns:a16="http://schemas.microsoft.com/office/drawing/2014/main" id="{D6C98819-9445-C918-A4A6-51EFB98E17FB}"/>
              </a:ext>
            </a:extLst>
          </p:cNvPr>
          <p:cNvSpPr txBox="1"/>
          <p:nvPr/>
        </p:nvSpPr>
        <p:spPr>
          <a:xfrm>
            <a:off x="681683" y="2170092"/>
            <a:ext cx="7426188" cy="725327"/>
          </a:xfrm>
          <a:prstGeom prst="rect">
            <a:avLst/>
          </a:prstGeom>
          <a:noFill/>
        </p:spPr>
        <p:txBody>
          <a:bodyPr wrap="square" rtlCol="0">
            <a:spAutoFit/>
          </a:bodyPr>
          <a:lstStyle/>
          <a:p>
            <a:pPr>
              <a:lnSpc>
                <a:spcPct val="120000"/>
              </a:lnSpc>
            </a:pPr>
            <a:r>
              <a:rPr lang="zh-CN" altLang="en-US" dirty="0">
                <a:solidFill>
                  <a:srgbClr val="C00000"/>
                </a:solidFill>
                <a:latin typeface="Times New Roman" panose="02020603050405020304" pitchFamily="18" charset="0"/>
              </a:rPr>
              <a:t>质点系在运动的每一瞬时，作用于质点系上的所有外力与虚加在各质点上的惯性力，在形式上构成一平衡力系。</a:t>
            </a:r>
            <a:endParaRPr lang="en-US" altLang="zh-CN" dirty="0">
              <a:solidFill>
                <a:srgbClr val="C00000"/>
              </a:solidFill>
              <a:latin typeface="Times New Roman" panose="02020603050405020304" pitchFamily="18" charset="0"/>
            </a:endParaRPr>
          </a:p>
        </p:txBody>
      </p:sp>
      <p:grpSp>
        <p:nvGrpSpPr>
          <p:cNvPr id="4" name="组合 3"/>
          <p:cNvGrpSpPr/>
          <p:nvPr/>
        </p:nvGrpSpPr>
        <p:grpSpPr>
          <a:xfrm>
            <a:off x="3276684" y="1679747"/>
            <a:ext cx="5718711" cy="515937"/>
            <a:chOff x="3276684" y="1679747"/>
            <a:chExt cx="5718711" cy="515937"/>
          </a:xfrm>
        </p:grpSpPr>
        <p:graphicFrame>
          <p:nvGraphicFramePr>
            <p:cNvPr id="35" name="对象 34">
              <a:extLst>
                <a:ext uri="{FF2B5EF4-FFF2-40B4-BE49-F238E27FC236}">
                  <a16:creationId xmlns:a16="http://schemas.microsoft.com/office/drawing/2014/main" id="{6032301B-4FF1-202B-5288-FDB2EE8886F2}"/>
                </a:ext>
              </a:extLst>
            </p:cNvPr>
            <p:cNvGraphicFramePr>
              <a:graphicFrameLocks noChangeAspect="1"/>
            </p:cNvGraphicFramePr>
            <p:nvPr>
              <p:extLst>
                <p:ext uri="{D42A27DB-BD31-4B8C-83A1-F6EECF244321}">
                  <p14:modId xmlns:p14="http://schemas.microsoft.com/office/powerpoint/2010/main" val="1355324497"/>
                </p:ext>
              </p:extLst>
            </p:nvPr>
          </p:nvGraphicFramePr>
          <p:xfrm>
            <a:off x="3276684" y="1708322"/>
            <a:ext cx="2103438" cy="458787"/>
          </p:xfrm>
          <a:graphic>
            <a:graphicData uri="http://schemas.openxmlformats.org/presentationml/2006/ole">
              <mc:AlternateContent xmlns:mc="http://schemas.openxmlformats.org/markup-compatibility/2006">
                <mc:Choice xmlns:v="urn:schemas-microsoft-com:vml" Requires="v">
                  <p:oleObj name="Equation" r:id="rId24" imgW="927000" imgH="203040" progId="Equation.DSMT4">
                    <p:embed/>
                  </p:oleObj>
                </mc:Choice>
                <mc:Fallback>
                  <p:oleObj name="Equation" r:id="rId24" imgW="927000" imgH="203040" progId="Equation.DSMT4">
                    <p:embed/>
                    <p:pic>
                      <p:nvPicPr>
                        <p:cNvPr id="0" name=""/>
                        <p:cNvPicPr/>
                        <p:nvPr/>
                      </p:nvPicPr>
                      <p:blipFill>
                        <a:blip r:embed="rId25"/>
                        <a:stretch>
                          <a:fillRect/>
                        </a:stretch>
                      </p:blipFill>
                      <p:spPr>
                        <a:xfrm>
                          <a:off x="3276684" y="1708322"/>
                          <a:ext cx="2103438" cy="458787"/>
                        </a:xfrm>
                        <a:prstGeom prst="rect">
                          <a:avLst/>
                        </a:prstGeom>
                      </p:spPr>
                    </p:pic>
                  </p:oleObj>
                </mc:Fallback>
              </mc:AlternateContent>
            </a:graphicData>
          </a:graphic>
        </p:graphicFrame>
        <p:graphicFrame>
          <p:nvGraphicFramePr>
            <p:cNvPr id="33" name="对象 32">
              <a:extLst>
                <a:ext uri="{FF2B5EF4-FFF2-40B4-BE49-F238E27FC236}">
                  <a16:creationId xmlns:a16="http://schemas.microsoft.com/office/drawing/2014/main" id="{6032301B-4FF1-202B-5288-FDB2EE8886F2}"/>
                </a:ext>
              </a:extLst>
            </p:cNvPr>
            <p:cNvGraphicFramePr>
              <a:graphicFrameLocks noChangeAspect="1"/>
            </p:cNvGraphicFramePr>
            <p:nvPr>
              <p:extLst>
                <p:ext uri="{D42A27DB-BD31-4B8C-83A1-F6EECF244321}">
                  <p14:modId xmlns:p14="http://schemas.microsoft.com/office/powerpoint/2010/main" val="2479401036"/>
                </p:ext>
              </p:extLst>
            </p:nvPr>
          </p:nvGraphicFramePr>
          <p:xfrm>
            <a:off x="5652120" y="1679747"/>
            <a:ext cx="3343275" cy="515937"/>
          </p:xfrm>
          <a:graphic>
            <a:graphicData uri="http://schemas.openxmlformats.org/presentationml/2006/ole">
              <mc:AlternateContent xmlns:mc="http://schemas.openxmlformats.org/markup-compatibility/2006">
                <mc:Choice xmlns:v="urn:schemas-microsoft-com:vml" Requires="v">
                  <p:oleObj name="Equation" r:id="rId26" imgW="1473120" imgH="228600" progId="Equation.DSMT4">
                    <p:embed/>
                  </p:oleObj>
                </mc:Choice>
                <mc:Fallback>
                  <p:oleObj name="Equation" r:id="rId26" imgW="1473120" imgH="228600" progId="Equation.DSMT4">
                    <p:embed/>
                    <p:pic>
                      <p:nvPicPr>
                        <p:cNvPr id="0" name=""/>
                        <p:cNvPicPr/>
                        <p:nvPr/>
                      </p:nvPicPr>
                      <p:blipFill>
                        <a:blip r:embed="rId27"/>
                        <a:stretch>
                          <a:fillRect/>
                        </a:stretch>
                      </p:blipFill>
                      <p:spPr>
                        <a:xfrm>
                          <a:off x="5652120" y="1679747"/>
                          <a:ext cx="3343275" cy="515937"/>
                        </a:xfrm>
                        <a:prstGeom prst="rect">
                          <a:avLst/>
                        </a:prstGeom>
                      </p:spPr>
                    </p:pic>
                  </p:oleObj>
                </mc:Fallback>
              </mc:AlternateContent>
            </a:graphicData>
          </a:graphic>
        </p:graphicFrame>
      </p:grpSp>
    </p:spTree>
    <p:extLst>
      <p:ext uri="{BB962C8B-B14F-4D97-AF65-F5344CB8AC3E}">
        <p14:creationId xmlns:p14="http://schemas.microsoft.com/office/powerpoint/2010/main" val="3910676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2" grpId="0"/>
      <p:bldP spid="15" grpId="0"/>
      <p:bldP spid="43" grpId="0"/>
      <p:bldP spid="7" grpId="0"/>
      <p:bldP spid="14" grpId="0"/>
      <p:bldP spid="18" grpId="0"/>
      <p:bldP spid="20" grpId="0"/>
      <p:bldP spid="23" grpId="0"/>
      <p:bldP spid="26" grpId="0"/>
      <p:bldP spid="29" grpId="0"/>
      <p:bldP spid="9" grpId="0"/>
      <p:bldP spid="34" grpId="0"/>
      <p:bldP spid="3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9769DE4-4E89-B29B-92AB-A6F759AD7A51}"/>
              </a:ext>
            </a:extLst>
          </p:cNvPr>
          <p:cNvSpPr>
            <a:spLocks noGrp="1"/>
          </p:cNvSpPr>
          <p:nvPr>
            <p:ph type="sldNum" sz="quarter" idx="12"/>
          </p:nvPr>
        </p:nvSpPr>
        <p:spPr/>
        <p:txBody>
          <a:bodyPr/>
          <a:lstStyle/>
          <a:p>
            <a:fld id="{26673A84-873A-41C3-9E07-245B3A592B1D}" type="slidenum">
              <a:rPr lang="zh-CN" altLang="en-US" smtClean="0"/>
              <a:t>17</a:t>
            </a:fld>
            <a:endParaRPr lang="zh-CN" altLang="en-US"/>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27B86DE-9D4E-1973-741B-D4D609C852AB}"/>
                  </a:ext>
                </a:extLst>
              </p:cNvPr>
              <p:cNvSpPr txBox="1"/>
              <p:nvPr/>
            </p:nvSpPr>
            <p:spPr>
              <a:xfrm>
                <a:off x="259893" y="593781"/>
                <a:ext cx="5832648" cy="2272995"/>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习题册</a:t>
                </a:r>
                <a:r>
                  <a:rPr lang="en-US" altLang="zh-CN" sz="2000" dirty="0">
                    <a:solidFill>
                      <a:srgbClr val="1A44A1"/>
                    </a:solidFill>
                    <a:latin typeface="Times New Roman" panose="02020603050405020304" pitchFamily="18" charset="0"/>
                  </a:rPr>
                  <a:t>-P35-15</a:t>
                </a:r>
                <a:r>
                  <a:rPr lang="zh-CN" altLang="en-US" sz="2000" dirty="0">
                    <a:solidFill>
                      <a:srgbClr val="1A44A1"/>
                    </a:solidFill>
                    <a:latin typeface="Times New Roman" panose="02020603050405020304" pitchFamily="18" charset="0"/>
                  </a:rPr>
                  <a:t>：图示机构中，沿斜面纯滚动的圆柱体</a:t>
                </a:r>
                <a14:m>
                  <m:oMath xmlns:m="http://schemas.openxmlformats.org/officeDocument/2006/math">
                    <m:sSup>
                      <m:sSupPr>
                        <m:ctrlPr>
                          <a:rPr lang="en-US" altLang="zh-CN" sz="2000" i="1" dirty="0" smtClean="0">
                            <a:solidFill>
                              <a:srgbClr val="1A44A1"/>
                            </a:solidFill>
                            <a:latin typeface="Cambria Math" panose="02040503050406030204" pitchFamily="18" charset="0"/>
                          </a:rPr>
                        </m:ctrlPr>
                      </m:sSupPr>
                      <m:e>
                        <m:r>
                          <a:rPr lang="en-US" altLang="zh-CN" sz="2000" b="0" i="1" dirty="0" smtClean="0">
                            <a:solidFill>
                              <a:srgbClr val="1A44A1"/>
                            </a:solidFill>
                            <a:latin typeface="Cambria Math" panose="02040503050406030204" pitchFamily="18" charset="0"/>
                          </a:rPr>
                          <m:t>𝑂</m:t>
                        </m:r>
                      </m:e>
                      <m:sup>
                        <m:r>
                          <a:rPr lang="en-US" altLang="zh-CN" sz="2000" b="0" i="1" dirty="0" smtClean="0">
                            <a:solidFill>
                              <a:srgbClr val="1A44A1"/>
                            </a:solidFill>
                            <a:latin typeface="Cambria Math" panose="02040503050406030204" pitchFamily="18" charset="0"/>
                          </a:rPr>
                          <m:t>′</m:t>
                        </m:r>
                      </m:sup>
                    </m:sSup>
                    <m:r>
                      <a:rPr lang="zh-CN" altLang="en-US" sz="2000" i="1" dirty="0" smtClean="0">
                        <a:solidFill>
                          <a:srgbClr val="1A44A1"/>
                        </a:solidFill>
                        <a:latin typeface="Cambria Math" panose="02040503050406030204" pitchFamily="18" charset="0"/>
                      </a:rPr>
                      <m:t> </m:t>
                    </m:r>
                  </m:oMath>
                </a14:m>
                <a:r>
                  <a:rPr lang="zh-CN" altLang="en-US" sz="2000" dirty="0">
                    <a:solidFill>
                      <a:srgbClr val="1A44A1"/>
                    </a:solidFill>
                    <a:latin typeface="Times New Roman" panose="02020603050405020304" pitchFamily="18" charset="0"/>
                  </a:rPr>
                  <a:t>和鼓轮</a:t>
                </a:r>
                <a:r>
                  <a:rPr lang="en-US" altLang="zh-CN" sz="2000" i="1" dirty="0">
                    <a:solidFill>
                      <a:srgbClr val="1A44A1"/>
                    </a:solidFill>
                    <a:latin typeface="Times New Roman" panose="02020603050405020304" pitchFamily="18" charset="0"/>
                  </a:rPr>
                  <a:t>O</a:t>
                </a:r>
                <a:r>
                  <a:rPr lang="zh-CN" altLang="en-US" sz="2000" dirty="0">
                    <a:solidFill>
                      <a:srgbClr val="1A44A1"/>
                    </a:solidFill>
                    <a:latin typeface="Times New Roman" panose="02020603050405020304" pitchFamily="18" charset="0"/>
                  </a:rPr>
                  <a:t>为均质物体，质量均为</a:t>
                </a:r>
                <a:r>
                  <a:rPr lang="en-US" altLang="zh-CN" sz="2000" i="1" dirty="0">
                    <a:solidFill>
                      <a:srgbClr val="1A44A1"/>
                    </a:solidFill>
                    <a:latin typeface="Times New Roman" panose="02020603050405020304" pitchFamily="18" charset="0"/>
                  </a:rPr>
                  <a:t>m</a:t>
                </a:r>
                <a:r>
                  <a:rPr lang="zh-CN" altLang="en-US" sz="2000" dirty="0">
                    <a:solidFill>
                      <a:srgbClr val="1A44A1"/>
                    </a:solidFill>
                    <a:latin typeface="Times New Roman" panose="02020603050405020304" pitchFamily="18" charset="0"/>
                  </a:rPr>
                  <a:t> ，半径均为</a:t>
                </a:r>
                <a:r>
                  <a:rPr lang="en-US" altLang="zh-CN" sz="2000" i="1" dirty="0">
                    <a:solidFill>
                      <a:srgbClr val="1A44A1"/>
                    </a:solidFill>
                    <a:latin typeface="Times New Roman" panose="02020603050405020304" pitchFamily="18" charset="0"/>
                  </a:rPr>
                  <a:t>R</a:t>
                </a:r>
                <a:r>
                  <a:rPr lang="zh-CN" altLang="en-US" sz="2000" dirty="0">
                    <a:solidFill>
                      <a:srgbClr val="1A44A1"/>
                    </a:solidFill>
                    <a:latin typeface="Times New Roman" panose="02020603050405020304" pitchFamily="18" charset="0"/>
                  </a:rPr>
                  <a:t>。绳子不能伸缩，其质量略去不计。粗糙斜面的倾角为 </a:t>
                </a:r>
                <a14:m>
                  <m:oMath xmlns:m="http://schemas.openxmlformats.org/officeDocument/2006/math">
                    <m:r>
                      <a:rPr lang="zh-CN" altLang="en-US" sz="2000" i="1" smtClean="0">
                        <a:solidFill>
                          <a:srgbClr val="1A44A1"/>
                        </a:solidFill>
                        <a:latin typeface="Cambria Math" panose="02040503050406030204" pitchFamily="18" charset="0"/>
                      </a:rPr>
                      <m:t>𝜃</m:t>
                    </m:r>
                  </m:oMath>
                </a14:m>
                <a:r>
                  <a:rPr lang="zh-CN" altLang="en-US" sz="2000" dirty="0">
                    <a:solidFill>
                      <a:srgbClr val="1A44A1"/>
                    </a:solidFill>
                    <a:latin typeface="Times New Roman" panose="02020603050405020304" pitchFamily="18" charset="0"/>
                  </a:rPr>
                  <a:t>，不计滚动摩擦。如在鼓轮上作用一常力偶</a:t>
                </a:r>
                <a:r>
                  <a:rPr lang="en-US" altLang="zh-CN" sz="2000" i="1" dirty="0">
                    <a:solidFill>
                      <a:srgbClr val="1A44A1"/>
                    </a:solidFill>
                    <a:latin typeface="Times New Roman" panose="02020603050405020304" pitchFamily="18" charset="0"/>
                  </a:rPr>
                  <a:t>M</a:t>
                </a:r>
                <a:r>
                  <a:rPr lang="zh-CN" altLang="en-US" sz="2000" dirty="0">
                    <a:solidFill>
                      <a:srgbClr val="1A44A1"/>
                    </a:solidFill>
                    <a:latin typeface="Times New Roman" panose="02020603050405020304" pitchFamily="18" charset="0"/>
                  </a:rPr>
                  <a:t>。求：（</a:t>
                </a:r>
                <a:r>
                  <a:rPr lang="en-US" altLang="zh-CN" sz="2000" dirty="0">
                    <a:solidFill>
                      <a:srgbClr val="1A44A1"/>
                    </a:solidFill>
                    <a:latin typeface="Times New Roman" panose="02020603050405020304" pitchFamily="18" charset="0"/>
                  </a:rPr>
                  <a:t>1</a:t>
                </a:r>
                <a:r>
                  <a:rPr lang="zh-CN" altLang="en-US" sz="2000" dirty="0">
                    <a:solidFill>
                      <a:srgbClr val="1A44A1"/>
                    </a:solidFill>
                    <a:latin typeface="Times New Roman" panose="02020603050405020304" pitchFamily="18" charset="0"/>
                  </a:rPr>
                  <a:t>）鼓轮的角加速度；（</a:t>
                </a:r>
                <a:r>
                  <a:rPr lang="en-US" altLang="zh-CN" sz="2000" dirty="0">
                    <a:solidFill>
                      <a:srgbClr val="1A44A1"/>
                    </a:solidFill>
                    <a:latin typeface="Times New Roman" panose="02020603050405020304" pitchFamily="18" charset="0"/>
                  </a:rPr>
                  <a:t>2</a:t>
                </a:r>
                <a:r>
                  <a:rPr lang="zh-CN" altLang="en-US" sz="2000" dirty="0">
                    <a:solidFill>
                      <a:srgbClr val="1A44A1"/>
                    </a:solidFill>
                    <a:latin typeface="Times New Roman" panose="02020603050405020304" pitchFamily="18" charset="0"/>
                  </a:rPr>
                  <a:t>）绳索的拉力；（</a:t>
                </a:r>
                <a:r>
                  <a:rPr lang="en-US" altLang="zh-CN" sz="2000" dirty="0">
                    <a:solidFill>
                      <a:srgbClr val="1A44A1"/>
                    </a:solidFill>
                    <a:latin typeface="Times New Roman" panose="02020603050405020304" pitchFamily="18" charset="0"/>
                  </a:rPr>
                  <a:t>3</a:t>
                </a:r>
                <a:r>
                  <a:rPr lang="zh-CN" altLang="en-US" sz="2000" dirty="0">
                    <a:solidFill>
                      <a:srgbClr val="1A44A1"/>
                    </a:solidFill>
                    <a:latin typeface="Times New Roman" panose="02020603050405020304" pitchFamily="18" charset="0"/>
                  </a:rPr>
                  <a:t>）轴承</a:t>
                </a:r>
                <a:r>
                  <a:rPr lang="en-US" altLang="zh-CN" sz="2000" i="1" dirty="0">
                    <a:solidFill>
                      <a:srgbClr val="1A44A1"/>
                    </a:solidFill>
                    <a:latin typeface="Times New Roman" panose="02020603050405020304" pitchFamily="18" charset="0"/>
                  </a:rPr>
                  <a:t>O</a:t>
                </a:r>
                <a:r>
                  <a:rPr lang="zh-CN" altLang="en-US" sz="2000" dirty="0">
                    <a:solidFill>
                      <a:srgbClr val="1A44A1"/>
                    </a:solidFill>
                    <a:latin typeface="Times New Roman" panose="02020603050405020304" pitchFamily="18" charset="0"/>
                  </a:rPr>
                  <a:t>的水平反力。</a:t>
                </a:r>
                <a:endParaRPr lang="zh-CN" altLang="zh-CN" sz="2000" dirty="0">
                  <a:solidFill>
                    <a:srgbClr val="1A44A1"/>
                  </a:solidFill>
                  <a:latin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127B86DE-9D4E-1973-741B-D4D609C852AB}"/>
                  </a:ext>
                </a:extLst>
              </p:cNvPr>
              <p:cNvSpPr txBox="1">
                <a:spLocks noRot="1" noChangeAspect="1" noMove="1" noResize="1" noEditPoints="1" noAdjustHandles="1" noChangeArrowheads="1" noChangeShapeType="1" noTextEdit="1"/>
              </p:cNvSpPr>
              <p:nvPr/>
            </p:nvSpPr>
            <p:spPr>
              <a:xfrm>
                <a:off x="259893" y="593781"/>
                <a:ext cx="5832648" cy="2272995"/>
              </a:xfrm>
              <a:prstGeom prst="rect">
                <a:avLst/>
              </a:prstGeom>
              <a:blipFill>
                <a:blip r:embed="rId3"/>
                <a:stretch>
                  <a:fillRect l="-1151" t="-804" r="-1151" b="-4021"/>
                </a:stretch>
              </a:blipFill>
            </p:spPr>
            <p:txBody>
              <a:bodyPr/>
              <a:lstStyle/>
              <a:p>
                <a:r>
                  <a:rPr lang="zh-CN" altLang="en-US">
                    <a:noFill/>
                  </a:rPr>
                  <a:t> </a:t>
                </a:r>
              </a:p>
            </p:txBody>
          </p:sp>
        </mc:Fallback>
      </mc:AlternateContent>
      <p:pic>
        <p:nvPicPr>
          <p:cNvPr id="9" name="图片 8" descr="t10-16">
            <a:extLst>
              <a:ext uri="{FF2B5EF4-FFF2-40B4-BE49-F238E27FC236}">
                <a16:creationId xmlns:a16="http://schemas.microsoft.com/office/drawing/2014/main" id="{78754B91-6475-42E9-9A3A-64E618DF0459}"/>
              </a:ext>
            </a:extLst>
          </p:cNvPr>
          <p:cNvPicPr>
            <a:picLocks noChangeAspect="1"/>
          </p:cNvPicPr>
          <p:nvPr/>
        </p:nvPicPr>
        <p:blipFill>
          <a:blip r:embed="rId4" cstate="print">
            <a:duotone>
              <a:schemeClr val="accent1">
                <a:shade val="45000"/>
                <a:satMod val="135000"/>
              </a:schemeClr>
              <a:prstClr val="white"/>
            </a:duotone>
          </a:blip>
          <a:stretch>
            <a:fillRect/>
          </a:stretch>
        </p:blipFill>
        <p:spPr>
          <a:xfrm>
            <a:off x="6280886" y="498627"/>
            <a:ext cx="2133600" cy="2177259"/>
          </a:xfrm>
          <a:prstGeom prst="rect">
            <a:avLst/>
          </a:prstGeom>
          <a:noFill/>
          <a:ln w="9525">
            <a:noFill/>
            <a:miter/>
          </a:ln>
        </p:spPr>
      </p:pic>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C733D597-FD87-B05A-3F05-3618C595B339}"/>
                  </a:ext>
                </a:extLst>
              </p:cNvPr>
              <p:cNvSpPr txBox="1"/>
              <p:nvPr/>
            </p:nvSpPr>
            <p:spPr>
              <a:xfrm>
                <a:off x="313211" y="2780928"/>
                <a:ext cx="6023997"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解：</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轮</a:t>
                </a:r>
                <a:r>
                  <a:rPr lang="en-US" altLang="zh-CN" sz="2000" i="1" dirty="0">
                    <a:solidFill>
                      <a:srgbClr val="1A44A1"/>
                    </a:solidFill>
                    <a:latin typeface="Times New Roman" panose="02020603050405020304" pitchFamily="18" charset="0"/>
                  </a:rPr>
                  <a:t>O</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 定轴转动，设转动的角加速度为</a:t>
                </a:r>
                <a14:m>
                  <m:oMath xmlns:m="http://schemas.openxmlformats.org/officeDocument/2006/math">
                    <m:r>
                      <a:rPr lang="zh-CN" altLang="en-US" sz="2000" i="1">
                        <a:solidFill>
                          <a:srgbClr val="1A44A1"/>
                        </a:solidFill>
                        <a:latin typeface="Cambria Math" panose="02040503050406030204" pitchFamily="18" charset="0"/>
                      </a:rPr>
                      <m:t>𝛼</m:t>
                    </m:r>
                    <m:r>
                      <a:rPr lang="zh-CN" altLang="en-US" sz="2000" i="1" smtClean="0">
                        <a:solidFill>
                          <a:srgbClr val="1A44A1"/>
                        </a:solidFill>
                        <a:latin typeface="Cambria Math" panose="02040503050406030204" pitchFamily="18" charset="0"/>
                      </a:rPr>
                      <m:t>。</m:t>
                    </m:r>
                  </m:oMath>
                </a14:m>
                <a:endParaRPr lang="zh-CN" altLang="zh-CN" sz="2000" dirty="0">
                  <a:solidFill>
                    <a:srgbClr val="1A44A1"/>
                  </a:solidFill>
                  <a:latin typeface="Times New Roman" panose="02020603050405020304" pitchFamily="18" charset="0"/>
                </a:endParaRPr>
              </a:p>
            </p:txBody>
          </p:sp>
        </mc:Choice>
        <mc:Fallback xmlns="">
          <p:sp>
            <p:nvSpPr>
              <p:cNvPr id="53" name="文本框 52">
                <a:extLst>
                  <a:ext uri="{FF2B5EF4-FFF2-40B4-BE49-F238E27FC236}">
                    <a16:creationId xmlns:a16="http://schemas.microsoft.com/office/drawing/2014/main" id="{C733D597-FD87-B05A-3F05-3618C595B339}"/>
                  </a:ext>
                </a:extLst>
              </p:cNvPr>
              <p:cNvSpPr txBox="1">
                <a:spLocks noRot="1" noChangeAspect="1" noMove="1" noResize="1" noEditPoints="1" noAdjustHandles="1" noChangeArrowheads="1" noChangeShapeType="1" noTextEdit="1"/>
              </p:cNvSpPr>
              <p:nvPr/>
            </p:nvSpPr>
            <p:spPr>
              <a:xfrm>
                <a:off x="313211" y="2780928"/>
                <a:ext cx="6023997" cy="400110"/>
              </a:xfrm>
              <a:prstGeom prst="rect">
                <a:avLst/>
              </a:prstGeom>
              <a:blipFill>
                <a:blip r:embed="rId5"/>
                <a:stretch>
                  <a:fillRect l="-1011" t="-10606" b="-27273"/>
                </a:stretch>
              </a:blipFill>
            </p:spPr>
            <p:txBody>
              <a:bodyPr/>
              <a:lstStyle/>
              <a:p>
                <a:r>
                  <a:rPr lang="zh-CN" altLang="en-US">
                    <a:noFill/>
                  </a:rPr>
                  <a:t> </a:t>
                </a:r>
              </a:p>
            </p:txBody>
          </p:sp>
        </mc:Fallback>
      </mc:AlternateContent>
      <p:graphicFrame>
        <p:nvGraphicFramePr>
          <p:cNvPr id="55" name="对象 54">
            <a:extLst>
              <a:ext uri="{FF2B5EF4-FFF2-40B4-BE49-F238E27FC236}">
                <a16:creationId xmlns:a16="http://schemas.microsoft.com/office/drawing/2014/main" id="{5442DACD-A674-B6D4-DF88-955599C37F2F}"/>
              </a:ext>
            </a:extLst>
          </p:cNvPr>
          <p:cNvGraphicFramePr>
            <a:graphicFrameLocks noChangeAspect="1"/>
          </p:cNvGraphicFramePr>
          <p:nvPr>
            <p:extLst>
              <p:ext uri="{D42A27DB-BD31-4B8C-83A1-F6EECF244321}">
                <p14:modId xmlns:p14="http://schemas.microsoft.com/office/powerpoint/2010/main" val="1015905645"/>
              </p:ext>
            </p:extLst>
          </p:nvPr>
        </p:nvGraphicFramePr>
        <p:xfrm>
          <a:off x="5489654" y="2779546"/>
          <a:ext cx="1433512" cy="461962"/>
        </p:xfrm>
        <a:graphic>
          <a:graphicData uri="http://schemas.openxmlformats.org/presentationml/2006/ole">
            <mc:AlternateContent xmlns:mc="http://schemas.openxmlformats.org/markup-compatibility/2006">
              <mc:Choice xmlns:v="urn:schemas-microsoft-com:vml" Requires="v">
                <p:oleObj name="Equation" r:id="rId6" imgW="634680" imgH="203040" progId="Equation.DSMT4">
                  <p:embed/>
                </p:oleObj>
              </mc:Choice>
              <mc:Fallback>
                <p:oleObj name="Equation" r:id="rId6" imgW="634680" imgH="203040" progId="Equation.DSMT4">
                  <p:embed/>
                  <p:pic>
                    <p:nvPicPr>
                      <p:cNvPr id="7" name="对象 6">
                        <a:extLst>
                          <a:ext uri="{FF2B5EF4-FFF2-40B4-BE49-F238E27FC236}">
                            <a16:creationId xmlns:a16="http://schemas.microsoft.com/office/drawing/2014/main" id="{4A826298-1463-2D1E-70E3-2E0E449AB837}"/>
                          </a:ext>
                        </a:extLst>
                      </p:cNvPr>
                      <p:cNvPicPr/>
                      <p:nvPr/>
                    </p:nvPicPr>
                    <p:blipFill>
                      <a:blip r:embed="rId7"/>
                      <a:stretch>
                        <a:fillRect/>
                      </a:stretch>
                    </p:blipFill>
                    <p:spPr>
                      <a:xfrm>
                        <a:off x="5489654" y="2779546"/>
                        <a:ext cx="1433512" cy="461962"/>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B6F5B0FD-D696-C33D-767B-8183E3983DA5}"/>
                  </a:ext>
                </a:extLst>
              </p:cNvPr>
              <p:cNvSpPr txBox="1"/>
              <p:nvPr/>
            </p:nvSpPr>
            <p:spPr>
              <a:xfrm>
                <a:off x="-26106" y="4202748"/>
                <a:ext cx="6363314" cy="400110"/>
              </a:xfrm>
              <a:prstGeom prst="rect">
                <a:avLst/>
              </a:prstGeom>
              <a:noFill/>
            </p:spPr>
            <p:txBody>
              <a:bodyPr wrap="square" rtlCol="0">
                <a:spAutoFit/>
              </a:bodyPr>
              <a:lstStyle/>
              <a:p>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轮</a:t>
                </a:r>
                <a14:m>
                  <m:oMath xmlns:m="http://schemas.openxmlformats.org/officeDocument/2006/math">
                    <m:sSup>
                      <m:sSupPr>
                        <m:ctrlPr>
                          <a:rPr lang="en-US" altLang="zh-CN" sz="2000" i="1" dirty="0">
                            <a:solidFill>
                              <a:srgbClr val="1A44A1"/>
                            </a:solidFill>
                            <a:latin typeface="Cambria Math" panose="02040503050406030204" pitchFamily="18" charset="0"/>
                          </a:rPr>
                        </m:ctrlPr>
                      </m:sSupPr>
                      <m:e>
                        <m:r>
                          <a:rPr lang="en-US" altLang="zh-CN" sz="2000" i="1" dirty="0">
                            <a:solidFill>
                              <a:srgbClr val="1A44A1"/>
                            </a:solidFill>
                            <a:latin typeface="Cambria Math" panose="02040503050406030204" pitchFamily="18" charset="0"/>
                          </a:rPr>
                          <m:t>𝑂</m:t>
                        </m:r>
                      </m:e>
                      <m:sup>
                        <m:r>
                          <a:rPr lang="en-US" altLang="zh-CN" sz="2000" i="1" dirty="0">
                            <a:solidFill>
                              <a:srgbClr val="1A44A1"/>
                            </a:solidFill>
                            <a:latin typeface="Cambria Math" panose="02040503050406030204" pitchFamily="18" charset="0"/>
                          </a:rPr>
                          <m:t>′</m:t>
                        </m:r>
                      </m:sup>
                    </m:sSup>
                    <m:r>
                      <a:rPr lang="zh-CN" altLang="en-US" sz="2000" i="1" dirty="0">
                        <a:solidFill>
                          <a:srgbClr val="1A44A1"/>
                        </a:solidFill>
                        <a:latin typeface="Cambria Math" panose="02040503050406030204" pitchFamily="18" charset="0"/>
                      </a:rPr>
                      <m:t> </m:t>
                    </m:r>
                  </m:oMath>
                </a14:m>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 平面运动，设加速度为</a:t>
                </a:r>
                <a14:m>
                  <m:oMath xmlns:m="http://schemas.openxmlformats.org/officeDocument/2006/math">
                    <m:r>
                      <a:rPr lang="en-US" altLang="zh-CN" sz="2000" b="0" i="1" smtClean="0">
                        <a:solidFill>
                          <a:srgbClr val="1A44A1"/>
                        </a:solidFill>
                        <a:latin typeface="Cambria Math" panose="02040503050406030204" pitchFamily="18" charset="0"/>
                      </a:rPr>
                      <m:t>𝑎</m:t>
                    </m:r>
                    <m:r>
                      <a:rPr lang="zh-CN" altLang="en-US" sz="2000" i="1">
                        <a:solidFill>
                          <a:srgbClr val="1A44A1"/>
                        </a:solidFill>
                        <a:latin typeface="Cambria Math" panose="02040503050406030204" pitchFamily="18" charset="0"/>
                      </a:rPr>
                      <m:t>，</m:t>
                    </m:r>
                  </m:oMath>
                </a14:m>
                <a:r>
                  <a:rPr lang="zh-CN" altLang="en-US" sz="2000" dirty="0">
                    <a:solidFill>
                      <a:srgbClr val="1A44A1"/>
                    </a:solidFill>
                    <a:latin typeface="Times New Roman" panose="02020603050405020304" pitchFamily="18" charset="0"/>
                  </a:rPr>
                  <a:t>转动的角加速度为</a:t>
                </a:r>
                <a14:m>
                  <m:oMath xmlns:m="http://schemas.openxmlformats.org/officeDocument/2006/math">
                    <m:r>
                      <a:rPr lang="zh-CN" altLang="en-US" sz="2000" i="1">
                        <a:solidFill>
                          <a:srgbClr val="1A44A1"/>
                        </a:solidFill>
                        <a:latin typeface="Cambria Math" panose="02040503050406030204" pitchFamily="18" charset="0"/>
                      </a:rPr>
                      <m:t>𝛼</m:t>
                    </m:r>
                  </m:oMath>
                </a14:m>
                <a:endParaRPr lang="zh-CN" altLang="zh-CN" sz="2000" dirty="0">
                  <a:solidFill>
                    <a:srgbClr val="1A44A1"/>
                  </a:solidFill>
                  <a:latin typeface="Times New Roman" panose="02020603050405020304" pitchFamily="18" charset="0"/>
                </a:endParaRPr>
              </a:p>
            </p:txBody>
          </p:sp>
        </mc:Choice>
        <mc:Fallback xmlns="">
          <p:sp>
            <p:nvSpPr>
              <p:cNvPr id="58" name="文本框 57">
                <a:extLst>
                  <a:ext uri="{FF2B5EF4-FFF2-40B4-BE49-F238E27FC236}">
                    <a16:creationId xmlns:a16="http://schemas.microsoft.com/office/drawing/2014/main" id="{B6F5B0FD-D696-C33D-767B-8183E3983DA5}"/>
                  </a:ext>
                </a:extLst>
              </p:cNvPr>
              <p:cNvSpPr txBox="1">
                <a:spLocks noRot="1" noChangeAspect="1" noMove="1" noResize="1" noEditPoints="1" noAdjustHandles="1" noChangeArrowheads="1" noChangeShapeType="1" noTextEdit="1"/>
              </p:cNvSpPr>
              <p:nvPr/>
            </p:nvSpPr>
            <p:spPr>
              <a:xfrm>
                <a:off x="-26106" y="4202748"/>
                <a:ext cx="6363314" cy="400110"/>
              </a:xfrm>
              <a:prstGeom prst="rect">
                <a:avLst/>
              </a:prstGeom>
              <a:blipFill>
                <a:blip r:embed="rId16"/>
                <a:stretch>
                  <a:fillRect l="-1054" t="-10606" b="-27273"/>
                </a:stretch>
              </a:blipFill>
            </p:spPr>
            <p:txBody>
              <a:bodyPr/>
              <a:lstStyle/>
              <a:p>
                <a:r>
                  <a:rPr lang="zh-CN" altLang="en-US">
                    <a:noFill/>
                  </a:rPr>
                  <a:t> </a:t>
                </a:r>
              </a:p>
            </p:txBody>
          </p:sp>
        </mc:Fallback>
      </mc:AlternateContent>
      <p:sp>
        <p:nvSpPr>
          <p:cNvPr id="59" name="文本框 58">
            <a:extLst>
              <a:ext uri="{FF2B5EF4-FFF2-40B4-BE49-F238E27FC236}">
                <a16:creationId xmlns:a16="http://schemas.microsoft.com/office/drawing/2014/main" id="{E24C05B8-9575-40DC-056A-7049C0EBB6BD}"/>
              </a:ext>
            </a:extLst>
          </p:cNvPr>
          <p:cNvSpPr txBox="1"/>
          <p:nvPr/>
        </p:nvSpPr>
        <p:spPr>
          <a:xfrm>
            <a:off x="-60460" y="3243702"/>
            <a:ext cx="6023997"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平衡方程</a:t>
            </a:r>
            <a:endParaRPr lang="zh-CN" altLang="zh-CN" sz="2000" dirty="0">
              <a:solidFill>
                <a:srgbClr val="1A44A1"/>
              </a:solidFill>
              <a:latin typeface="Times New Roman" panose="02020603050405020304" pitchFamily="18" charset="0"/>
            </a:endParaRPr>
          </a:p>
        </p:txBody>
      </p:sp>
      <p:grpSp>
        <p:nvGrpSpPr>
          <p:cNvPr id="5" name="组合 4">
            <a:extLst>
              <a:ext uri="{FF2B5EF4-FFF2-40B4-BE49-F238E27FC236}">
                <a16:creationId xmlns:a16="http://schemas.microsoft.com/office/drawing/2014/main" id="{D7CEA409-EEA6-A2B8-6B35-A3C9B4675FF3}"/>
              </a:ext>
            </a:extLst>
          </p:cNvPr>
          <p:cNvGrpSpPr/>
          <p:nvPr/>
        </p:nvGrpSpPr>
        <p:grpSpPr>
          <a:xfrm>
            <a:off x="1083119" y="3237027"/>
            <a:ext cx="3524615" cy="488950"/>
            <a:chOff x="1083119" y="3237027"/>
            <a:chExt cx="3524615" cy="488950"/>
          </a:xfrm>
        </p:grpSpPr>
        <p:graphicFrame>
          <p:nvGraphicFramePr>
            <p:cNvPr id="61" name="对象 60">
              <a:extLst>
                <a:ext uri="{FF2B5EF4-FFF2-40B4-BE49-F238E27FC236}">
                  <a16:creationId xmlns:a16="http://schemas.microsoft.com/office/drawing/2014/main" id="{07993841-90F6-D450-9A70-0EF9CB2C21AE}"/>
                </a:ext>
              </a:extLst>
            </p:cNvPr>
            <p:cNvGraphicFramePr>
              <a:graphicFrameLocks noChangeAspect="1"/>
            </p:cNvGraphicFramePr>
            <p:nvPr>
              <p:extLst>
                <p:ext uri="{D42A27DB-BD31-4B8C-83A1-F6EECF244321}">
                  <p14:modId xmlns:p14="http://schemas.microsoft.com/office/powerpoint/2010/main" val="2019873662"/>
                </p:ext>
              </p:extLst>
            </p:nvPr>
          </p:nvGraphicFramePr>
          <p:xfrm>
            <a:off x="1083119" y="3237027"/>
            <a:ext cx="1150937" cy="488950"/>
          </p:xfrm>
          <a:graphic>
            <a:graphicData uri="http://schemas.openxmlformats.org/presentationml/2006/ole">
              <mc:AlternateContent xmlns:mc="http://schemas.openxmlformats.org/markup-compatibility/2006">
                <mc:Choice xmlns:v="urn:schemas-microsoft-com:vml" Requires="v">
                  <p:oleObj name="Equation" r:id="rId17" imgW="507960" imgH="215640" progId="Equation.DSMT4">
                    <p:embed/>
                  </p:oleObj>
                </mc:Choice>
                <mc:Fallback>
                  <p:oleObj name="Equation" r:id="rId17" imgW="507960" imgH="215640" progId="Equation.DSMT4">
                    <p:embed/>
                    <p:pic>
                      <p:nvPicPr>
                        <p:cNvPr id="46" name="对象 45">
                          <a:extLst>
                            <a:ext uri="{FF2B5EF4-FFF2-40B4-BE49-F238E27FC236}">
                              <a16:creationId xmlns:a16="http://schemas.microsoft.com/office/drawing/2014/main" id="{E3A564F6-D608-64F4-8EC4-81032AF82D85}"/>
                            </a:ext>
                          </a:extLst>
                        </p:cNvPr>
                        <p:cNvPicPr/>
                        <p:nvPr/>
                      </p:nvPicPr>
                      <p:blipFill>
                        <a:blip r:embed="rId18"/>
                        <a:stretch>
                          <a:fillRect/>
                        </a:stretch>
                      </p:blipFill>
                      <p:spPr>
                        <a:xfrm>
                          <a:off x="1083119" y="3237027"/>
                          <a:ext cx="1150937" cy="488950"/>
                        </a:xfrm>
                        <a:prstGeom prst="rect">
                          <a:avLst/>
                        </a:prstGeom>
                      </p:spPr>
                    </p:pic>
                  </p:oleObj>
                </mc:Fallback>
              </mc:AlternateContent>
            </a:graphicData>
          </a:graphic>
        </p:graphicFrame>
        <p:graphicFrame>
          <p:nvGraphicFramePr>
            <p:cNvPr id="62" name="对象 61">
              <a:extLst>
                <a:ext uri="{FF2B5EF4-FFF2-40B4-BE49-F238E27FC236}">
                  <a16:creationId xmlns:a16="http://schemas.microsoft.com/office/drawing/2014/main" id="{DD75C2BF-7041-7CBE-378B-98FD78C42FF6}"/>
                </a:ext>
              </a:extLst>
            </p:cNvPr>
            <p:cNvGraphicFramePr>
              <a:graphicFrameLocks noChangeAspect="1"/>
            </p:cNvGraphicFramePr>
            <p:nvPr>
              <p:extLst>
                <p:ext uri="{D42A27DB-BD31-4B8C-83A1-F6EECF244321}">
                  <p14:modId xmlns:p14="http://schemas.microsoft.com/office/powerpoint/2010/main" val="2997094076"/>
                </p:ext>
              </p:extLst>
            </p:nvPr>
          </p:nvGraphicFramePr>
          <p:xfrm>
            <a:off x="2623359" y="3254729"/>
            <a:ext cx="1984375" cy="431800"/>
          </p:xfrm>
          <a:graphic>
            <a:graphicData uri="http://schemas.openxmlformats.org/presentationml/2006/ole">
              <mc:AlternateContent xmlns:mc="http://schemas.openxmlformats.org/markup-compatibility/2006">
                <mc:Choice xmlns:v="urn:schemas-microsoft-com:vml" Requires="v">
                  <p:oleObj name="Equation" r:id="rId19" imgW="876240" imgH="190440" progId="Equation.DSMT4">
                    <p:embed/>
                  </p:oleObj>
                </mc:Choice>
                <mc:Fallback>
                  <p:oleObj name="Equation" r:id="rId19" imgW="876240" imgH="190440" progId="Equation.DSMT4">
                    <p:embed/>
                    <p:pic>
                      <p:nvPicPr>
                        <p:cNvPr id="48" name="对象 47">
                          <a:extLst>
                            <a:ext uri="{FF2B5EF4-FFF2-40B4-BE49-F238E27FC236}">
                              <a16:creationId xmlns:a16="http://schemas.microsoft.com/office/drawing/2014/main" id="{5A4B99EA-FB05-DEEE-5BB0-04907275F454}"/>
                            </a:ext>
                          </a:extLst>
                        </p:cNvPr>
                        <p:cNvPicPr/>
                        <p:nvPr/>
                      </p:nvPicPr>
                      <p:blipFill>
                        <a:blip r:embed="rId20"/>
                        <a:stretch>
                          <a:fillRect/>
                        </a:stretch>
                      </p:blipFill>
                      <p:spPr>
                        <a:xfrm>
                          <a:off x="2623359" y="3254729"/>
                          <a:ext cx="1984375" cy="431800"/>
                        </a:xfrm>
                        <a:prstGeom prst="rect">
                          <a:avLst/>
                        </a:prstGeom>
                      </p:spPr>
                    </p:pic>
                  </p:oleObj>
                </mc:Fallback>
              </mc:AlternateContent>
            </a:graphicData>
          </a:graphic>
        </p:graphicFrame>
      </p:grpSp>
      <p:grpSp>
        <p:nvGrpSpPr>
          <p:cNvPr id="6" name="组合 5">
            <a:extLst>
              <a:ext uri="{FF2B5EF4-FFF2-40B4-BE49-F238E27FC236}">
                <a16:creationId xmlns:a16="http://schemas.microsoft.com/office/drawing/2014/main" id="{27C7484E-E5C8-9D2D-60FD-5A1A2786C1F9}"/>
              </a:ext>
            </a:extLst>
          </p:cNvPr>
          <p:cNvGrpSpPr/>
          <p:nvPr/>
        </p:nvGrpSpPr>
        <p:grpSpPr>
          <a:xfrm>
            <a:off x="1060450" y="3736082"/>
            <a:ext cx="3856038" cy="489834"/>
            <a:chOff x="1060450" y="3736082"/>
            <a:chExt cx="3856038" cy="489834"/>
          </a:xfrm>
        </p:grpSpPr>
        <p:graphicFrame>
          <p:nvGraphicFramePr>
            <p:cNvPr id="57" name="对象 56">
              <a:extLst>
                <a:ext uri="{FF2B5EF4-FFF2-40B4-BE49-F238E27FC236}">
                  <a16:creationId xmlns:a16="http://schemas.microsoft.com/office/drawing/2014/main" id="{2BC5C2C7-8C0B-00E4-D2F0-C131273F1F23}"/>
                </a:ext>
              </a:extLst>
            </p:cNvPr>
            <p:cNvGraphicFramePr>
              <a:graphicFrameLocks noChangeAspect="1"/>
            </p:cNvGraphicFramePr>
            <p:nvPr>
              <p:extLst>
                <p:ext uri="{D42A27DB-BD31-4B8C-83A1-F6EECF244321}">
                  <p14:modId xmlns:p14="http://schemas.microsoft.com/office/powerpoint/2010/main" val="4269578227"/>
                </p:ext>
              </p:extLst>
            </p:nvPr>
          </p:nvGraphicFramePr>
          <p:xfrm>
            <a:off x="2538413" y="3736082"/>
            <a:ext cx="2378075" cy="461962"/>
          </p:xfrm>
          <a:graphic>
            <a:graphicData uri="http://schemas.openxmlformats.org/presentationml/2006/ole">
              <mc:AlternateContent xmlns:mc="http://schemas.openxmlformats.org/markup-compatibility/2006">
                <mc:Choice xmlns:v="urn:schemas-microsoft-com:vml" Requires="v">
                  <p:oleObj name="Equation" r:id="rId21" imgW="1054080" imgH="203040" progId="Equation.DSMT4">
                    <p:embed/>
                  </p:oleObj>
                </mc:Choice>
                <mc:Fallback>
                  <p:oleObj name="Equation" r:id="rId21" imgW="1054080" imgH="203040" progId="Equation.DSMT4">
                    <p:embed/>
                    <p:pic>
                      <p:nvPicPr>
                        <p:cNvPr id="55" name="对象 54">
                          <a:extLst>
                            <a:ext uri="{FF2B5EF4-FFF2-40B4-BE49-F238E27FC236}">
                              <a16:creationId xmlns:a16="http://schemas.microsoft.com/office/drawing/2014/main" id="{5442DACD-A674-B6D4-DF88-955599C37F2F}"/>
                            </a:ext>
                          </a:extLst>
                        </p:cNvPr>
                        <p:cNvPicPr/>
                        <p:nvPr/>
                      </p:nvPicPr>
                      <p:blipFill>
                        <a:blip r:embed="rId22"/>
                        <a:stretch>
                          <a:fillRect/>
                        </a:stretch>
                      </p:blipFill>
                      <p:spPr>
                        <a:xfrm>
                          <a:off x="2538413" y="3736082"/>
                          <a:ext cx="2378075" cy="461962"/>
                        </a:xfrm>
                        <a:prstGeom prst="rect">
                          <a:avLst/>
                        </a:prstGeom>
                      </p:spPr>
                    </p:pic>
                  </p:oleObj>
                </mc:Fallback>
              </mc:AlternateContent>
            </a:graphicData>
          </a:graphic>
        </p:graphicFrame>
        <p:graphicFrame>
          <p:nvGraphicFramePr>
            <p:cNvPr id="63" name="对象 62">
              <a:extLst>
                <a:ext uri="{FF2B5EF4-FFF2-40B4-BE49-F238E27FC236}">
                  <a16:creationId xmlns:a16="http://schemas.microsoft.com/office/drawing/2014/main" id="{16F6BB4A-48D3-F097-915C-53833F54A82A}"/>
                </a:ext>
              </a:extLst>
            </p:cNvPr>
            <p:cNvGraphicFramePr>
              <a:graphicFrameLocks noChangeAspect="1"/>
            </p:cNvGraphicFramePr>
            <p:nvPr>
              <p:extLst>
                <p:ext uri="{D42A27DB-BD31-4B8C-83A1-F6EECF244321}">
                  <p14:modId xmlns:p14="http://schemas.microsoft.com/office/powerpoint/2010/main" val="742943229"/>
                </p:ext>
              </p:extLst>
            </p:nvPr>
          </p:nvGraphicFramePr>
          <p:xfrm>
            <a:off x="1060450" y="3736966"/>
            <a:ext cx="1322388" cy="488950"/>
          </p:xfrm>
          <a:graphic>
            <a:graphicData uri="http://schemas.openxmlformats.org/presentationml/2006/ole">
              <mc:AlternateContent xmlns:mc="http://schemas.openxmlformats.org/markup-compatibility/2006">
                <mc:Choice xmlns:v="urn:schemas-microsoft-com:vml" Requires="v">
                  <p:oleObj name="Equation" r:id="rId23" imgW="583920" imgH="215640" progId="Equation.DSMT4">
                    <p:embed/>
                  </p:oleObj>
                </mc:Choice>
                <mc:Fallback>
                  <p:oleObj name="Equation" r:id="rId23" imgW="583920" imgH="215640" progId="Equation.DSMT4">
                    <p:embed/>
                    <p:pic>
                      <p:nvPicPr>
                        <p:cNvPr id="50" name="对象 49">
                          <a:extLst>
                            <a:ext uri="{FF2B5EF4-FFF2-40B4-BE49-F238E27FC236}">
                              <a16:creationId xmlns:a16="http://schemas.microsoft.com/office/drawing/2014/main" id="{03817368-5E08-BB4C-68AA-375A85209C4C}"/>
                            </a:ext>
                          </a:extLst>
                        </p:cNvPr>
                        <p:cNvPicPr/>
                        <p:nvPr/>
                      </p:nvPicPr>
                      <p:blipFill>
                        <a:blip r:embed="rId24"/>
                        <a:stretch>
                          <a:fillRect/>
                        </a:stretch>
                      </p:blipFill>
                      <p:spPr>
                        <a:xfrm>
                          <a:off x="1060450" y="3736966"/>
                          <a:ext cx="1322388" cy="488950"/>
                        </a:xfrm>
                        <a:prstGeom prst="rect">
                          <a:avLst/>
                        </a:prstGeom>
                      </p:spPr>
                    </p:pic>
                  </p:oleObj>
                </mc:Fallback>
              </mc:AlternateContent>
            </a:graphicData>
          </a:graphic>
        </p:graphicFrame>
      </p:grpSp>
      <p:sp>
        <p:nvSpPr>
          <p:cNvPr id="64" name="文本框 63">
            <a:extLst>
              <a:ext uri="{FF2B5EF4-FFF2-40B4-BE49-F238E27FC236}">
                <a16:creationId xmlns:a16="http://schemas.microsoft.com/office/drawing/2014/main" id="{232ED36E-BA76-E977-6C83-9D11E7BFB87C}"/>
              </a:ext>
            </a:extLst>
          </p:cNvPr>
          <p:cNvSpPr txBox="1"/>
          <p:nvPr/>
        </p:nvSpPr>
        <p:spPr>
          <a:xfrm>
            <a:off x="-80634" y="5117397"/>
            <a:ext cx="1920936"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平衡方程</a:t>
            </a:r>
            <a:endParaRPr lang="zh-CN" altLang="zh-CN" sz="2000" dirty="0">
              <a:solidFill>
                <a:srgbClr val="1A44A1"/>
              </a:solidFill>
              <a:latin typeface="Times New Roman" panose="02020603050405020304" pitchFamily="18" charset="0"/>
            </a:endParaRPr>
          </a:p>
        </p:txBody>
      </p:sp>
      <p:grpSp>
        <p:nvGrpSpPr>
          <p:cNvPr id="21" name="组合 20"/>
          <p:cNvGrpSpPr/>
          <p:nvPr/>
        </p:nvGrpSpPr>
        <p:grpSpPr>
          <a:xfrm>
            <a:off x="1421521" y="5589240"/>
            <a:ext cx="3654535" cy="488950"/>
            <a:chOff x="1421521" y="5589240"/>
            <a:chExt cx="3654535" cy="488950"/>
          </a:xfrm>
        </p:grpSpPr>
        <p:graphicFrame>
          <p:nvGraphicFramePr>
            <p:cNvPr id="65" name="对象 64">
              <a:extLst>
                <a:ext uri="{FF2B5EF4-FFF2-40B4-BE49-F238E27FC236}">
                  <a16:creationId xmlns:a16="http://schemas.microsoft.com/office/drawing/2014/main" id="{193E41B9-0902-0829-DE3F-19233D0AB318}"/>
                </a:ext>
              </a:extLst>
            </p:cNvPr>
            <p:cNvGraphicFramePr>
              <a:graphicFrameLocks noChangeAspect="1"/>
            </p:cNvGraphicFramePr>
            <p:nvPr>
              <p:extLst>
                <p:ext uri="{D42A27DB-BD31-4B8C-83A1-F6EECF244321}">
                  <p14:modId xmlns:p14="http://schemas.microsoft.com/office/powerpoint/2010/main" val="629516315"/>
                </p:ext>
              </p:extLst>
            </p:nvPr>
          </p:nvGraphicFramePr>
          <p:xfrm>
            <a:off x="1421521" y="5589240"/>
            <a:ext cx="1379537" cy="488950"/>
          </p:xfrm>
          <a:graphic>
            <a:graphicData uri="http://schemas.openxmlformats.org/presentationml/2006/ole">
              <mc:AlternateContent xmlns:mc="http://schemas.openxmlformats.org/markup-compatibility/2006">
                <mc:Choice xmlns:v="urn:schemas-microsoft-com:vml" Requires="v">
                  <p:oleObj name="Equation" r:id="rId25" imgW="609480" imgH="215640" progId="Equation.DSMT4">
                    <p:embed/>
                  </p:oleObj>
                </mc:Choice>
                <mc:Fallback>
                  <p:oleObj name="Equation" r:id="rId25" imgW="609480" imgH="215640" progId="Equation.DSMT4">
                    <p:embed/>
                    <p:pic>
                      <p:nvPicPr>
                        <p:cNvPr id="63" name="对象 62">
                          <a:extLst>
                            <a:ext uri="{FF2B5EF4-FFF2-40B4-BE49-F238E27FC236}">
                              <a16:creationId xmlns:a16="http://schemas.microsoft.com/office/drawing/2014/main" id="{16F6BB4A-48D3-F097-915C-53833F54A82A}"/>
                            </a:ext>
                          </a:extLst>
                        </p:cNvPr>
                        <p:cNvPicPr/>
                        <p:nvPr/>
                      </p:nvPicPr>
                      <p:blipFill>
                        <a:blip r:embed="rId26"/>
                        <a:stretch>
                          <a:fillRect/>
                        </a:stretch>
                      </p:blipFill>
                      <p:spPr>
                        <a:xfrm>
                          <a:off x="1421521" y="5589240"/>
                          <a:ext cx="1379537" cy="488950"/>
                        </a:xfrm>
                        <a:prstGeom prst="rect">
                          <a:avLst/>
                        </a:prstGeom>
                      </p:spPr>
                    </p:pic>
                  </p:oleObj>
                </mc:Fallback>
              </mc:AlternateContent>
            </a:graphicData>
          </a:graphic>
        </p:graphicFrame>
        <p:graphicFrame>
          <p:nvGraphicFramePr>
            <p:cNvPr id="66" name="对象 65">
              <a:extLst>
                <a:ext uri="{FF2B5EF4-FFF2-40B4-BE49-F238E27FC236}">
                  <a16:creationId xmlns:a16="http://schemas.microsoft.com/office/drawing/2014/main" id="{395B0910-6EB7-B960-3EE5-E6C338F53420}"/>
                </a:ext>
              </a:extLst>
            </p:cNvPr>
            <p:cNvGraphicFramePr>
              <a:graphicFrameLocks noChangeAspect="1"/>
            </p:cNvGraphicFramePr>
            <p:nvPr>
              <p:extLst>
                <p:ext uri="{D42A27DB-BD31-4B8C-83A1-F6EECF244321}">
                  <p14:modId xmlns:p14="http://schemas.microsoft.com/office/powerpoint/2010/main" val="874112794"/>
                </p:ext>
              </p:extLst>
            </p:nvPr>
          </p:nvGraphicFramePr>
          <p:xfrm>
            <a:off x="3272656" y="5589240"/>
            <a:ext cx="1803400" cy="461963"/>
          </p:xfrm>
          <a:graphic>
            <a:graphicData uri="http://schemas.openxmlformats.org/presentationml/2006/ole">
              <mc:AlternateContent xmlns:mc="http://schemas.openxmlformats.org/markup-compatibility/2006">
                <mc:Choice xmlns:v="urn:schemas-microsoft-com:vml" Requires="v">
                  <p:oleObj name="Equation" r:id="rId27" imgW="799920" imgH="203040" progId="Equation.DSMT4">
                    <p:embed/>
                  </p:oleObj>
                </mc:Choice>
                <mc:Fallback>
                  <p:oleObj name="Equation" r:id="rId27" imgW="799920" imgH="203040" progId="Equation.DSMT4">
                    <p:embed/>
                    <p:pic>
                      <p:nvPicPr>
                        <p:cNvPr id="57" name="对象 56">
                          <a:extLst>
                            <a:ext uri="{FF2B5EF4-FFF2-40B4-BE49-F238E27FC236}">
                              <a16:creationId xmlns:a16="http://schemas.microsoft.com/office/drawing/2014/main" id="{2BC5C2C7-8C0B-00E4-D2F0-C131273F1F23}"/>
                            </a:ext>
                          </a:extLst>
                        </p:cNvPr>
                        <p:cNvPicPr/>
                        <p:nvPr/>
                      </p:nvPicPr>
                      <p:blipFill>
                        <a:blip r:embed="rId28"/>
                        <a:stretch>
                          <a:fillRect/>
                        </a:stretch>
                      </p:blipFill>
                      <p:spPr>
                        <a:xfrm>
                          <a:off x="3272656" y="5589240"/>
                          <a:ext cx="1803400" cy="461963"/>
                        </a:xfrm>
                        <a:prstGeom prst="rect">
                          <a:avLst/>
                        </a:prstGeom>
                      </p:spPr>
                    </p:pic>
                  </p:oleObj>
                </mc:Fallback>
              </mc:AlternateContent>
            </a:graphicData>
          </a:graphic>
        </p:graphicFrame>
      </p:grpSp>
      <p:graphicFrame>
        <p:nvGraphicFramePr>
          <p:cNvPr id="67" name="对象 66">
            <a:extLst>
              <a:ext uri="{FF2B5EF4-FFF2-40B4-BE49-F238E27FC236}">
                <a16:creationId xmlns:a16="http://schemas.microsoft.com/office/drawing/2014/main" id="{94697849-DB8E-A35F-460E-5F7B8EB9F4B7}"/>
              </a:ext>
            </a:extLst>
          </p:cNvPr>
          <p:cNvGraphicFramePr>
            <a:graphicFrameLocks noChangeAspect="1"/>
          </p:cNvGraphicFramePr>
          <p:nvPr>
            <p:extLst>
              <p:ext uri="{D42A27DB-BD31-4B8C-83A1-F6EECF244321}">
                <p14:modId xmlns:p14="http://schemas.microsoft.com/office/powerpoint/2010/main" val="3902269022"/>
              </p:ext>
            </p:extLst>
          </p:nvPr>
        </p:nvGraphicFramePr>
        <p:xfrm>
          <a:off x="3190600" y="4623221"/>
          <a:ext cx="1519237" cy="461963"/>
        </p:xfrm>
        <a:graphic>
          <a:graphicData uri="http://schemas.openxmlformats.org/presentationml/2006/ole">
            <mc:AlternateContent xmlns:mc="http://schemas.openxmlformats.org/markup-compatibility/2006">
              <mc:Choice xmlns:v="urn:schemas-microsoft-com:vml" Requires="v">
                <p:oleObj name="Equation" r:id="rId29" imgW="672840" imgH="203040" progId="Equation.DSMT4">
                  <p:embed/>
                </p:oleObj>
              </mc:Choice>
              <mc:Fallback>
                <p:oleObj name="Equation" r:id="rId29" imgW="672840" imgH="203040" progId="Equation.DSMT4">
                  <p:embed/>
                  <p:pic>
                    <p:nvPicPr>
                      <p:cNvPr id="55" name="对象 54">
                        <a:extLst>
                          <a:ext uri="{FF2B5EF4-FFF2-40B4-BE49-F238E27FC236}">
                            <a16:creationId xmlns:a16="http://schemas.microsoft.com/office/drawing/2014/main" id="{5442DACD-A674-B6D4-DF88-955599C37F2F}"/>
                          </a:ext>
                        </a:extLst>
                      </p:cNvPr>
                      <p:cNvPicPr/>
                      <p:nvPr/>
                    </p:nvPicPr>
                    <p:blipFill>
                      <a:blip r:embed="rId30"/>
                      <a:stretch>
                        <a:fillRect/>
                      </a:stretch>
                    </p:blipFill>
                    <p:spPr>
                      <a:xfrm>
                        <a:off x="3190600" y="4623221"/>
                        <a:ext cx="1519237" cy="461963"/>
                      </a:xfrm>
                      <a:prstGeom prst="rect">
                        <a:avLst/>
                      </a:prstGeom>
                    </p:spPr>
                  </p:pic>
                </p:oleObj>
              </mc:Fallback>
            </mc:AlternateContent>
          </a:graphicData>
        </a:graphic>
      </p:graphicFrame>
      <p:graphicFrame>
        <p:nvGraphicFramePr>
          <p:cNvPr id="69" name="对象 68">
            <a:extLst>
              <a:ext uri="{FF2B5EF4-FFF2-40B4-BE49-F238E27FC236}">
                <a16:creationId xmlns:a16="http://schemas.microsoft.com/office/drawing/2014/main" id="{B00F115C-A0AF-6EB2-EA77-74002259F6D3}"/>
              </a:ext>
            </a:extLst>
          </p:cNvPr>
          <p:cNvGraphicFramePr>
            <a:graphicFrameLocks noChangeAspect="1"/>
          </p:cNvGraphicFramePr>
          <p:nvPr>
            <p:extLst>
              <p:ext uri="{D42A27DB-BD31-4B8C-83A1-F6EECF244321}">
                <p14:modId xmlns:p14="http://schemas.microsoft.com/office/powerpoint/2010/main" val="1929045543"/>
              </p:ext>
            </p:extLst>
          </p:nvPr>
        </p:nvGraphicFramePr>
        <p:xfrm>
          <a:off x="1528412" y="4623222"/>
          <a:ext cx="1233488" cy="461962"/>
        </p:xfrm>
        <a:graphic>
          <a:graphicData uri="http://schemas.openxmlformats.org/presentationml/2006/ole">
            <mc:AlternateContent xmlns:mc="http://schemas.openxmlformats.org/markup-compatibility/2006">
              <mc:Choice xmlns:v="urn:schemas-microsoft-com:vml" Requires="v">
                <p:oleObj name="Equation" r:id="rId31" imgW="545760" imgH="203040" progId="Equation.DSMT4">
                  <p:embed/>
                </p:oleObj>
              </mc:Choice>
              <mc:Fallback>
                <p:oleObj name="Equation" r:id="rId31" imgW="545760" imgH="203040" progId="Equation.DSMT4">
                  <p:embed/>
                  <p:pic>
                    <p:nvPicPr>
                      <p:cNvPr id="67" name="对象 66">
                        <a:extLst>
                          <a:ext uri="{FF2B5EF4-FFF2-40B4-BE49-F238E27FC236}">
                            <a16:creationId xmlns:a16="http://schemas.microsoft.com/office/drawing/2014/main" id="{94697849-DB8E-A35F-460E-5F7B8EB9F4B7}"/>
                          </a:ext>
                        </a:extLst>
                      </p:cNvPr>
                      <p:cNvPicPr/>
                      <p:nvPr/>
                    </p:nvPicPr>
                    <p:blipFill>
                      <a:blip r:embed="rId32"/>
                      <a:stretch>
                        <a:fillRect/>
                      </a:stretch>
                    </p:blipFill>
                    <p:spPr>
                      <a:xfrm>
                        <a:off x="1528412" y="4623222"/>
                        <a:ext cx="1233488" cy="461962"/>
                      </a:xfrm>
                      <a:prstGeom prst="rect">
                        <a:avLst/>
                      </a:prstGeom>
                    </p:spPr>
                  </p:pic>
                </p:oleObj>
              </mc:Fallback>
            </mc:AlternateContent>
          </a:graphicData>
        </a:graphic>
      </p:graphicFrame>
      <p:grpSp>
        <p:nvGrpSpPr>
          <p:cNvPr id="20" name="组合 19"/>
          <p:cNvGrpSpPr/>
          <p:nvPr/>
        </p:nvGrpSpPr>
        <p:grpSpPr>
          <a:xfrm>
            <a:off x="1487736" y="5056672"/>
            <a:ext cx="4647183" cy="488950"/>
            <a:chOff x="1487736" y="5056672"/>
            <a:chExt cx="4647183" cy="488950"/>
          </a:xfrm>
        </p:grpSpPr>
        <p:graphicFrame>
          <p:nvGraphicFramePr>
            <p:cNvPr id="72" name="对象 71">
              <a:extLst>
                <a:ext uri="{FF2B5EF4-FFF2-40B4-BE49-F238E27FC236}">
                  <a16:creationId xmlns:a16="http://schemas.microsoft.com/office/drawing/2014/main" id="{F21C1C9A-0108-31FD-394D-A2286D412C2B}"/>
                </a:ext>
              </a:extLst>
            </p:cNvPr>
            <p:cNvGraphicFramePr>
              <a:graphicFrameLocks noChangeAspect="1"/>
            </p:cNvGraphicFramePr>
            <p:nvPr>
              <p:extLst>
                <p:ext uri="{D42A27DB-BD31-4B8C-83A1-F6EECF244321}">
                  <p14:modId xmlns:p14="http://schemas.microsoft.com/office/powerpoint/2010/main" val="1391330828"/>
                </p:ext>
              </p:extLst>
            </p:nvPr>
          </p:nvGraphicFramePr>
          <p:xfrm>
            <a:off x="1487736" y="5056672"/>
            <a:ext cx="1208088" cy="488950"/>
          </p:xfrm>
          <a:graphic>
            <a:graphicData uri="http://schemas.openxmlformats.org/presentationml/2006/ole">
              <mc:AlternateContent xmlns:mc="http://schemas.openxmlformats.org/markup-compatibility/2006">
                <mc:Choice xmlns:v="urn:schemas-microsoft-com:vml" Requires="v">
                  <p:oleObj name="Equation" r:id="rId33" imgW="533160" imgH="215640" progId="Equation.DSMT4">
                    <p:embed/>
                  </p:oleObj>
                </mc:Choice>
                <mc:Fallback>
                  <p:oleObj name="Equation" r:id="rId33" imgW="533160" imgH="215640" progId="Equation.DSMT4">
                    <p:embed/>
                    <p:pic>
                      <p:nvPicPr>
                        <p:cNvPr id="61" name="对象 60">
                          <a:extLst>
                            <a:ext uri="{FF2B5EF4-FFF2-40B4-BE49-F238E27FC236}">
                              <a16:creationId xmlns:a16="http://schemas.microsoft.com/office/drawing/2014/main" id="{07993841-90F6-D450-9A70-0EF9CB2C21AE}"/>
                            </a:ext>
                          </a:extLst>
                        </p:cNvPr>
                        <p:cNvPicPr/>
                        <p:nvPr/>
                      </p:nvPicPr>
                      <p:blipFill>
                        <a:blip r:embed="rId34"/>
                        <a:stretch>
                          <a:fillRect/>
                        </a:stretch>
                      </p:blipFill>
                      <p:spPr>
                        <a:xfrm>
                          <a:off x="1487736" y="5056672"/>
                          <a:ext cx="1208088" cy="488950"/>
                        </a:xfrm>
                        <a:prstGeom prst="rect">
                          <a:avLst/>
                        </a:prstGeom>
                      </p:spPr>
                    </p:pic>
                  </p:oleObj>
                </mc:Fallback>
              </mc:AlternateContent>
            </a:graphicData>
          </a:graphic>
        </p:graphicFrame>
        <p:graphicFrame>
          <p:nvGraphicFramePr>
            <p:cNvPr id="73" name="对象 72">
              <a:extLst>
                <a:ext uri="{FF2B5EF4-FFF2-40B4-BE49-F238E27FC236}">
                  <a16:creationId xmlns:a16="http://schemas.microsoft.com/office/drawing/2014/main" id="{B14FC3DC-5E4F-B066-8670-D0A31B3E9F0C}"/>
                </a:ext>
              </a:extLst>
            </p:cNvPr>
            <p:cNvGraphicFramePr>
              <a:graphicFrameLocks noChangeAspect="1"/>
            </p:cNvGraphicFramePr>
            <p:nvPr>
              <p:extLst>
                <p:ext uri="{D42A27DB-BD31-4B8C-83A1-F6EECF244321}">
                  <p14:modId xmlns:p14="http://schemas.microsoft.com/office/powerpoint/2010/main" val="1964380279"/>
                </p:ext>
              </p:extLst>
            </p:nvPr>
          </p:nvGraphicFramePr>
          <p:xfrm>
            <a:off x="2885306" y="5085184"/>
            <a:ext cx="3249613" cy="460375"/>
          </p:xfrm>
          <a:graphic>
            <a:graphicData uri="http://schemas.openxmlformats.org/presentationml/2006/ole">
              <mc:AlternateContent xmlns:mc="http://schemas.openxmlformats.org/markup-compatibility/2006">
                <mc:Choice xmlns:v="urn:schemas-microsoft-com:vml" Requires="v">
                  <p:oleObj name="Equation" r:id="rId35" imgW="1434960" imgH="203040" progId="Equation.DSMT4">
                    <p:embed/>
                  </p:oleObj>
                </mc:Choice>
                <mc:Fallback>
                  <p:oleObj name="Equation" r:id="rId35" imgW="1434960" imgH="203040" progId="Equation.DSMT4">
                    <p:embed/>
                    <p:pic>
                      <p:nvPicPr>
                        <p:cNvPr id="62" name="对象 61">
                          <a:extLst>
                            <a:ext uri="{FF2B5EF4-FFF2-40B4-BE49-F238E27FC236}">
                              <a16:creationId xmlns:a16="http://schemas.microsoft.com/office/drawing/2014/main" id="{DD75C2BF-7041-7CBE-378B-98FD78C42FF6}"/>
                            </a:ext>
                          </a:extLst>
                        </p:cNvPr>
                        <p:cNvPicPr/>
                        <p:nvPr/>
                      </p:nvPicPr>
                      <p:blipFill>
                        <a:blip r:embed="rId36"/>
                        <a:stretch>
                          <a:fillRect/>
                        </a:stretch>
                      </p:blipFill>
                      <p:spPr>
                        <a:xfrm>
                          <a:off x="2885306" y="5085184"/>
                          <a:ext cx="3249613" cy="460375"/>
                        </a:xfrm>
                        <a:prstGeom prst="rect">
                          <a:avLst/>
                        </a:prstGeom>
                      </p:spPr>
                    </p:pic>
                  </p:oleObj>
                </mc:Fallback>
              </mc:AlternateContent>
            </a:graphicData>
          </a:graphic>
        </p:graphicFrame>
      </p:grpSp>
      <p:sp>
        <p:nvSpPr>
          <p:cNvPr id="74" name="文本框 73">
            <a:extLst>
              <a:ext uri="{FF2B5EF4-FFF2-40B4-BE49-F238E27FC236}">
                <a16:creationId xmlns:a16="http://schemas.microsoft.com/office/drawing/2014/main" id="{F9BFB681-C324-FE0A-4503-20D7724B218C}"/>
              </a:ext>
            </a:extLst>
          </p:cNvPr>
          <p:cNvSpPr txBox="1"/>
          <p:nvPr/>
        </p:nvSpPr>
        <p:spPr>
          <a:xfrm>
            <a:off x="-24396" y="5764953"/>
            <a:ext cx="1920936"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解得：</a:t>
            </a:r>
            <a:endParaRPr lang="zh-CN" altLang="zh-CN" sz="2000" dirty="0">
              <a:solidFill>
                <a:srgbClr val="1A44A1"/>
              </a:solidFill>
              <a:latin typeface="Times New Roman" panose="02020603050405020304" pitchFamily="18" charset="0"/>
            </a:endParaRPr>
          </a:p>
        </p:txBody>
      </p:sp>
      <p:grpSp>
        <p:nvGrpSpPr>
          <p:cNvPr id="19" name="组合 18">
            <a:extLst>
              <a:ext uri="{FF2B5EF4-FFF2-40B4-BE49-F238E27FC236}">
                <a16:creationId xmlns:a16="http://schemas.microsoft.com/office/drawing/2014/main" id="{7D9B5493-D493-7D9D-02A9-6A93298C1A6F}"/>
              </a:ext>
            </a:extLst>
          </p:cNvPr>
          <p:cNvGrpSpPr/>
          <p:nvPr/>
        </p:nvGrpSpPr>
        <p:grpSpPr>
          <a:xfrm>
            <a:off x="15174" y="6051595"/>
            <a:ext cx="8872551" cy="852097"/>
            <a:chOff x="15174" y="6051595"/>
            <a:chExt cx="8872551" cy="852097"/>
          </a:xfrm>
        </p:grpSpPr>
        <p:graphicFrame>
          <p:nvGraphicFramePr>
            <p:cNvPr id="75" name="对象 74">
              <a:extLst>
                <a:ext uri="{FF2B5EF4-FFF2-40B4-BE49-F238E27FC236}">
                  <a16:creationId xmlns:a16="http://schemas.microsoft.com/office/drawing/2014/main" id="{FD68BBD6-9D7A-57FE-9EBA-B3E1930E8851}"/>
                </a:ext>
              </a:extLst>
            </p:cNvPr>
            <p:cNvGraphicFramePr>
              <a:graphicFrameLocks noChangeAspect="1"/>
            </p:cNvGraphicFramePr>
            <p:nvPr>
              <p:extLst>
                <p:ext uri="{D42A27DB-BD31-4B8C-83A1-F6EECF244321}">
                  <p14:modId xmlns:p14="http://schemas.microsoft.com/office/powerpoint/2010/main" val="880598463"/>
                </p:ext>
              </p:extLst>
            </p:nvPr>
          </p:nvGraphicFramePr>
          <p:xfrm>
            <a:off x="15174" y="6051595"/>
            <a:ext cx="2333625" cy="803275"/>
          </p:xfrm>
          <a:graphic>
            <a:graphicData uri="http://schemas.openxmlformats.org/presentationml/2006/ole">
              <mc:AlternateContent xmlns:mc="http://schemas.openxmlformats.org/markup-compatibility/2006">
                <mc:Choice xmlns:v="urn:schemas-microsoft-com:vml" Requires="v">
                  <p:oleObj name="Equation" r:id="rId37" imgW="1028520" imgH="355320" progId="Equation.DSMT4">
                    <p:embed/>
                  </p:oleObj>
                </mc:Choice>
                <mc:Fallback>
                  <p:oleObj name="Equation" r:id="rId37" imgW="1028520" imgH="355320" progId="Equation.DSMT4">
                    <p:embed/>
                    <p:pic>
                      <p:nvPicPr>
                        <p:cNvPr id="27" name="对象 26">
                          <a:extLst>
                            <a:ext uri="{FF2B5EF4-FFF2-40B4-BE49-F238E27FC236}">
                              <a16:creationId xmlns:a16="http://schemas.microsoft.com/office/drawing/2014/main" id="{1BF41075-53F1-0605-7785-D2DABB2B3E60}"/>
                            </a:ext>
                          </a:extLst>
                        </p:cNvPr>
                        <p:cNvPicPr/>
                        <p:nvPr/>
                      </p:nvPicPr>
                      <p:blipFill>
                        <a:blip r:embed="rId38"/>
                        <a:stretch>
                          <a:fillRect/>
                        </a:stretch>
                      </p:blipFill>
                      <p:spPr>
                        <a:xfrm>
                          <a:off x="15174" y="6051595"/>
                          <a:ext cx="2333625" cy="803275"/>
                        </a:xfrm>
                        <a:prstGeom prst="rect">
                          <a:avLst/>
                        </a:prstGeom>
                      </p:spPr>
                    </p:pic>
                  </p:oleObj>
                </mc:Fallback>
              </mc:AlternateContent>
            </a:graphicData>
          </a:graphic>
        </p:graphicFrame>
        <p:graphicFrame>
          <p:nvGraphicFramePr>
            <p:cNvPr id="76" name="对象 75">
              <a:extLst>
                <a:ext uri="{FF2B5EF4-FFF2-40B4-BE49-F238E27FC236}">
                  <a16:creationId xmlns:a16="http://schemas.microsoft.com/office/drawing/2014/main" id="{87A6F5BA-7B1F-C780-26FE-27236AEEA888}"/>
                </a:ext>
              </a:extLst>
            </p:cNvPr>
            <p:cNvGraphicFramePr>
              <a:graphicFrameLocks noChangeAspect="1"/>
            </p:cNvGraphicFramePr>
            <p:nvPr>
              <p:extLst>
                <p:ext uri="{D42A27DB-BD31-4B8C-83A1-F6EECF244321}">
                  <p14:modId xmlns:p14="http://schemas.microsoft.com/office/powerpoint/2010/main" val="3763655734"/>
                </p:ext>
              </p:extLst>
            </p:nvPr>
          </p:nvGraphicFramePr>
          <p:xfrm>
            <a:off x="2472631" y="6094618"/>
            <a:ext cx="2413000" cy="779462"/>
          </p:xfrm>
          <a:graphic>
            <a:graphicData uri="http://schemas.openxmlformats.org/presentationml/2006/ole">
              <mc:AlternateContent xmlns:mc="http://schemas.openxmlformats.org/markup-compatibility/2006">
                <mc:Choice xmlns:v="urn:schemas-microsoft-com:vml" Requires="v">
                  <p:oleObj name="Equation" r:id="rId39" imgW="1066680" imgH="342720" progId="Equation.DSMT4">
                    <p:embed/>
                  </p:oleObj>
                </mc:Choice>
                <mc:Fallback>
                  <p:oleObj name="Equation" r:id="rId39" imgW="1066680" imgH="342720" progId="Equation.DSMT4">
                    <p:embed/>
                    <p:pic>
                      <p:nvPicPr>
                        <p:cNvPr id="18" name="对象 17">
                          <a:extLst>
                            <a:ext uri="{FF2B5EF4-FFF2-40B4-BE49-F238E27FC236}">
                              <a16:creationId xmlns:a16="http://schemas.microsoft.com/office/drawing/2014/main" id="{C48887C7-BFA0-41FA-684D-A8AC93D1239B}"/>
                            </a:ext>
                          </a:extLst>
                        </p:cNvPr>
                        <p:cNvPicPr/>
                        <p:nvPr/>
                      </p:nvPicPr>
                      <p:blipFill>
                        <a:blip r:embed="rId40"/>
                        <a:stretch>
                          <a:fillRect/>
                        </a:stretch>
                      </p:blipFill>
                      <p:spPr>
                        <a:xfrm>
                          <a:off x="2472631" y="6094618"/>
                          <a:ext cx="2413000" cy="779462"/>
                        </a:xfrm>
                        <a:prstGeom prst="rect">
                          <a:avLst/>
                        </a:prstGeom>
                      </p:spPr>
                    </p:pic>
                  </p:oleObj>
                </mc:Fallback>
              </mc:AlternateContent>
            </a:graphicData>
          </a:graphic>
        </p:graphicFrame>
        <p:graphicFrame>
          <p:nvGraphicFramePr>
            <p:cNvPr id="80" name="对象 79">
              <a:extLst>
                <a:ext uri="{FF2B5EF4-FFF2-40B4-BE49-F238E27FC236}">
                  <a16:creationId xmlns:a16="http://schemas.microsoft.com/office/drawing/2014/main" id="{DCDBC6D1-EB13-B05A-B535-6DE4025C150B}"/>
                </a:ext>
              </a:extLst>
            </p:cNvPr>
            <p:cNvGraphicFramePr>
              <a:graphicFrameLocks noChangeAspect="1"/>
            </p:cNvGraphicFramePr>
            <p:nvPr>
              <p:extLst>
                <p:ext uri="{D42A27DB-BD31-4B8C-83A1-F6EECF244321}">
                  <p14:modId xmlns:p14="http://schemas.microsoft.com/office/powerpoint/2010/main" val="1558232936"/>
                </p:ext>
              </p:extLst>
            </p:nvPr>
          </p:nvGraphicFramePr>
          <p:xfrm>
            <a:off x="5009463" y="6122642"/>
            <a:ext cx="3878262" cy="781050"/>
          </p:xfrm>
          <a:graphic>
            <a:graphicData uri="http://schemas.openxmlformats.org/presentationml/2006/ole">
              <mc:AlternateContent xmlns:mc="http://schemas.openxmlformats.org/markup-compatibility/2006">
                <mc:Choice xmlns:v="urn:schemas-microsoft-com:vml" Requires="v">
                  <p:oleObj name="Equation" r:id="rId41" imgW="1714320" imgH="342720" progId="Equation.DSMT4">
                    <p:embed/>
                  </p:oleObj>
                </mc:Choice>
                <mc:Fallback>
                  <p:oleObj name="Equation" r:id="rId41" imgW="1714320" imgH="342720" progId="Equation.DSMT4">
                    <p:embed/>
                    <p:pic>
                      <p:nvPicPr>
                        <p:cNvPr id="26" name="对象 25">
                          <a:extLst>
                            <a:ext uri="{FF2B5EF4-FFF2-40B4-BE49-F238E27FC236}">
                              <a16:creationId xmlns:a16="http://schemas.microsoft.com/office/drawing/2014/main" id="{E6F11319-CB22-0BA7-3FE7-C7FCD1A046D1}"/>
                            </a:ext>
                          </a:extLst>
                        </p:cNvPr>
                        <p:cNvPicPr/>
                        <p:nvPr/>
                      </p:nvPicPr>
                      <p:blipFill>
                        <a:blip r:embed="rId42"/>
                        <a:stretch>
                          <a:fillRect/>
                        </a:stretch>
                      </p:blipFill>
                      <p:spPr>
                        <a:xfrm>
                          <a:off x="5009463" y="6122642"/>
                          <a:ext cx="3878262" cy="781050"/>
                        </a:xfrm>
                        <a:prstGeom prst="rect">
                          <a:avLst/>
                        </a:prstGeom>
                      </p:spPr>
                    </p:pic>
                  </p:oleObj>
                </mc:Fallback>
              </mc:AlternateContent>
            </a:graphicData>
          </a:graphic>
        </p:graphicFrame>
      </p:grpSp>
      <p:grpSp>
        <p:nvGrpSpPr>
          <p:cNvPr id="18" name="组合 17"/>
          <p:cNvGrpSpPr/>
          <p:nvPr/>
        </p:nvGrpSpPr>
        <p:grpSpPr>
          <a:xfrm>
            <a:off x="6553200" y="2229371"/>
            <a:ext cx="2608545" cy="1971313"/>
            <a:chOff x="6553200" y="2229371"/>
            <a:chExt cx="2608545" cy="1971313"/>
          </a:xfrm>
        </p:grpSpPr>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101C90D7-050B-8B64-DB49-B060894F47AD}"/>
                    </a:ext>
                  </a:extLst>
                </p:cNvPr>
                <p:cNvSpPr txBox="1"/>
                <p:nvPr/>
              </p:nvSpPr>
              <p:spPr>
                <a:xfrm>
                  <a:off x="6553200" y="3235325"/>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𝑻</m:t>
                        </m:r>
                      </m:oMath>
                    </m:oMathPara>
                  </a14:m>
                  <a:endParaRPr lang="en-US" altLang="zh-CN" dirty="0">
                    <a:solidFill>
                      <a:srgbClr val="C00000"/>
                    </a:solidFill>
                    <a:latin typeface="Times New Roman" panose="02020603050405020304" pitchFamily="18" charset="0"/>
                  </a:endParaRPr>
                </a:p>
              </p:txBody>
            </p:sp>
          </mc:Choice>
          <mc:Fallback xmlns="">
            <p:sp>
              <p:nvSpPr>
                <p:cNvPr id="17" name="文本框 16">
                  <a:extLst>
                    <a:ext uri="{FF2B5EF4-FFF2-40B4-BE49-F238E27FC236}">
                      <a16:creationId xmlns="" xmlns:a16="http://schemas.microsoft.com/office/drawing/2014/main" xmlns:a14="http://schemas.microsoft.com/office/drawing/2010/main" id="{101C90D7-050B-8B64-DB49-B060894F47AD}"/>
                    </a:ext>
                  </a:extLst>
                </p:cNvPr>
                <p:cNvSpPr txBox="1">
                  <a:spLocks noRot="1" noChangeAspect="1" noMove="1" noResize="1" noEditPoints="1" noAdjustHandles="1" noChangeArrowheads="1" noChangeShapeType="1" noTextEdit="1"/>
                </p:cNvSpPr>
                <p:nvPr/>
              </p:nvSpPr>
              <p:spPr>
                <a:xfrm>
                  <a:off x="6553200" y="3235325"/>
                  <a:ext cx="644651" cy="369332"/>
                </a:xfrm>
                <a:prstGeom prst="rect">
                  <a:avLst/>
                </a:prstGeom>
                <a:blipFill rotWithShape="1">
                  <a:blip r:embed="rId43"/>
                  <a:stretch>
                    <a:fillRect/>
                  </a:stretch>
                </a:blipFill>
              </p:spPr>
              <p:txBody>
                <a:bodyPr/>
                <a:lstStyle/>
                <a:p>
                  <a:r>
                    <a:rPr lang="zh-CN" altLang="en-US">
                      <a:noFill/>
                    </a:rPr>
                    <a:t> </a:t>
                  </a:r>
                </a:p>
              </p:txBody>
            </p:sp>
          </mc:Fallback>
        </mc:AlternateContent>
        <p:grpSp>
          <p:nvGrpSpPr>
            <p:cNvPr id="15" name="组合 14"/>
            <p:cNvGrpSpPr/>
            <p:nvPr/>
          </p:nvGrpSpPr>
          <p:grpSpPr>
            <a:xfrm>
              <a:off x="6855726" y="2229371"/>
              <a:ext cx="2306019" cy="1971313"/>
              <a:chOff x="6855726" y="2229371"/>
              <a:chExt cx="2306019" cy="1971313"/>
            </a:xfrm>
          </p:grpSpPr>
          <p:sp>
            <p:nvSpPr>
              <p:cNvPr id="7" name="椭圆 6">
                <a:extLst>
                  <a:ext uri="{FF2B5EF4-FFF2-40B4-BE49-F238E27FC236}">
                    <a16:creationId xmlns:a16="http://schemas.microsoft.com/office/drawing/2014/main" id="{822E3938-505E-8BC8-4BB5-26847A4D39D5}"/>
                  </a:ext>
                </a:extLst>
              </p:cNvPr>
              <p:cNvSpPr/>
              <p:nvPr/>
            </p:nvSpPr>
            <p:spPr>
              <a:xfrm>
                <a:off x="7298399" y="2950556"/>
                <a:ext cx="644128" cy="627859"/>
              </a:xfrm>
              <a:prstGeom prst="ellipse">
                <a:avLst/>
              </a:prstGeom>
              <a:solidFill>
                <a:schemeClr val="bg1"/>
              </a:solidFill>
              <a:ln>
                <a:solidFill>
                  <a:srgbClr val="1A44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E6BDFA61-97B7-0DF9-304A-A9E132D8353F}"/>
                  </a:ext>
                </a:extLst>
              </p:cNvPr>
              <p:cNvSpPr txBox="1"/>
              <p:nvPr/>
            </p:nvSpPr>
            <p:spPr>
              <a:xfrm>
                <a:off x="7289537" y="3027047"/>
                <a:ext cx="1872208" cy="400110"/>
              </a:xfrm>
              <a:prstGeom prst="rect">
                <a:avLst/>
              </a:prstGeom>
              <a:noFill/>
            </p:spPr>
            <p:txBody>
              <a:bodyPr wrap="square" rtlCol="0">
                <a:spAutoFit/>
              </a:bodyPr>
              <a:lstStyle/>
              <a:p>
                <a:r>
                  <a:rPr lang="en-US" altLang="zh-CN" sz="2000" i="1" dirty="0">
                    <a:solidFill>
                      <a:srgbClr val="1A44A1"/>
                    </a:solidFill>
                    <a:latin typeface="Times New Roman" panose="02020603050405020304" pitchFamily="18" charset="0"/>
                  </a:rPr>
                  <a:t>O</a:t>
                </a:r>
                <a:endParaRPr lang="zh-CN" altLang="zh-CN" sz="2000" i="1" dirty="0">
                  <a:solidFill>
                    <a:srgbClr val="1A44A1"/>
                  </a:solidFill>
                  <a:latin typeface="Times New Roman" panose="02020603050405020304" pitchFamily="18" charset="0"/>
                </a:endParaRPr>
              </a:p>
            </p:txBody>
          </p:sp>
          <p:cxnSp>
            <p:nvCxnSpPr>
              <p:cNvPr id="10" name="直接箭头连接符 9">
                <a:extLst>
                  <a:ext uri="{FF2B5EF4-FFF2-40B4-BE49-F238E27FC236}">
                    <a16:creationId xmlns:a16="http://schemas.microsoft.com/office/drawing/2014/main" id="{54E63653-9DDF-0174-BCA3-E03AC20DEFB7}"/>
                  </a:ext>
                </a:extLst>
              </p:cNvPr>
              <p:cNvCxnSpPr>
                <a:cxnSpLocks/>
              </p:cNvCxnSpPr>
              <p:nvPr/>
            </p:nvCxnSpPr>
            <p:spPr>
              <a:xfrm flipH="1" flipV="1">
                <a:off x="7613516" y="2449056"/>
                <a:ext cx="6511" cy="828437"/>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5A488A12-96A8-90B4-022B-22E1316E0743}"/>
                  </a:ext>
                </a:extLst>
              </p:cNvPr>
              <p:cNvCxnSpPr>
                <a:cxnSpLocks/>
              </p:cNvCxnSpPr>
              <p:nvPr/>
            </p:nvCxnSpPr>
            <p:spPr>
              <a:xfrm>
                <a:off x="7620027" y="3257907"/>
                <a:ext cx="621662" cy="0"/>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DBD3109F-24FF-7E37-2968-F9EE88B6CC7F}"/>
                      </a:ext>
                    </a:extLst>
                  </p:cNvPr>
                  <p:cNvSpPr txBox="1"/>
                  <p:nvPr/>
                </p:nvSpPr>
                <p:spPr>
                  <a:xfrm>
                    <a:off x="7597038" y="2229371"/>
                    <a:ext cx="644651" cy="39126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b="0" i="1" smtClean="0">
                                  <a:solidFill>
                                    <a:srgbClr val="C00000"/>
                                  </a:solidFill>
                                  <a:latin typeface="Cambria Math" panose="02040503050406030204" pitchFamily="18" charset="0"/>
                                </a:rPr>
                                <m:t>𝑂𝑦</m:t>
                              </m:r>
                            </m:sub>
                          </m:sSub>
                        </m:oMath>
                      </m:oMathPara>
                    </a14:m>
                    <a:endParaRPr lang="en-US" altLang="zh-CN" dirty="0">
                      <a:solidFill>
                        <a:srgbClr val="C00000"/>
                      </a:solidFill>
                      <a:latin typeface="Times New Roman" panose="02020603050405020304" pitchFamily="18" charset="0"/>
                    </a:endParaRPr>
                  </a:p>
                </p:txBody>
              </p:sp>
            </mc:Choice>
            <mc:Fallback xmlns="">
              <p:sp>
                <p:nvSpPr>
                  <p:cNvPr id="12" name="文本框 11">
                    <a:extLst>
                      <a:ext uri="{FF2B5EF4-FFF2-40B4-BE49-F238E27FC236}">
                        <a16:creationId xmlns="" xmlns:a16="http://schemas.microsoft.com/office/drawing/2014/main" xmlns:a14="http://schemas.microsoft.com/office/drawing/2010/main" id="{DBD3109F-24FF-7E37-2968-F9EE88B6CC7F}"/>
                      </a:ext>
                    </a:extLst>
                  </p:cNvPr>
                  <p:cNvSpPr txBox="1">
                    <a:spLocks noRot="1" noChangeAspect="1" noMove="1" noResize="1" noEditPoints="1" noAdjustHandles="1" noChangeArrowheads="1" noChangeShapeType="1" noTextEdit="1"/>
                  </p:cNvSpPr>
                  <p:nvPr/>
                </p:nvSpPr>
                <p:spPr>
                  <a:xfrm>
                    <a:off x="7597038" y="2229371"/>
                    <a:ext cx="644651" cy="391261"/>
                  </a:xfrm>
                  <a:prstGeom prst="rect">
                    <a:avLst/>
                  </a:prstGeom>
                  <a:blipFill rotWithShape="1">
                    <a:blip r:embed="rId44"/>
                    <a:stretch>
                      <a:fillRect b="-62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0B15D221-C772-8D44-829B-3D417402117F}"/>
                      </a:ext>
                    </a:extLst>
                  </p:cNvPr>
                  <p:cNvSpPr txBox="1"/>
                  <p:nvPr/>
                </p:nvSpPr>
                <p:spPr>
                  <a:xfrm>
                    <a:off x="7836775" y="3245880"/>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b="0" i="1" smtClean="0">
                                  <a:solidFill>
                                    <a:srgbClr val="C00000"/>
                                  </a:solidFill>
                                  <a:latin typeface="Cambria Math" panose="02040503050406030204" pitchFamily="18" charset="0"/>
                                </a:rPr>
                                <m:t>𝑂𝑥</m:t>
                              </m:r>
                            </m:sub>
                          </m:sSub>
                        </m:oMath>
                      </m:oMathPara>
                    </a14:m>
                    <a:endParaRPr lang="en-US" altLang="zh-CN" dirty="0">
                      <a:solidFill>
                        <a:srgbClr val="C00000"/>
                      </a:solidFill>
                      <a:latin typeface="Times New Roman" panose="02020603050405020304" pitchFamily="18" charset="0"/>
                    </a:endParaRPr>
                  </a:p>
                </p:txBody>
              </p:sp>
            </mc:Choice>
            <mc:Fallback xmlns="">
              <p:sp>
                <p:nvSpPr>
                  <p:cNvPr id="13" name="文本框 12">
                    <a:extLst>
                      <a:ext uri="{FF2B5EF4-FFF2-40B4-BE49-F238E27FC236}">
                        <a16:creationId xmlns="" xmlns:a16="http://schemas.microsoft.com/office/drawing/2014/main" xmlns:a14="http://schemas.microsoft.com/office/drawing/2010/main" id="{0B15D221-C772-8D44-829B-3D417402117F}"/>
                      </a:ext>
                    </a:extLst>
                  </p:cNvPr>
                  <p:cNvSpPr txBox="1">
                    <a:spLocks noRot="1" noChangeAspect="1" noMove="1" noResize="1" noEditPoints="1" noAdjustHandles="1" noChangeArrowheads="1" noChangeShapeType="1" noTextEdit="1"/>
                  </p:cNvSpPr>
                  <p:nvPr/>
                </p:nvSpPr>
                <p:spPr>
                  <a:xfrm>
                    <a:off x="7836775" y="3245880"/>
                    <a:ext cx="644651" cy="369332"/>
                  </a:xfrm>
                  <a:prstGeom prst="rect">
                    <a:avLst/>
                  </a:prstGeom>
                  <a:blipFill rotWithShape="1">
                    <a:blip r:embed="rId45"/>
                    <a:stretch>
                      <a:fillRect/>
                    </a:stretch>
                  </a:blipFill>
                </p:spPr>
                <p:txBody>
                  <a:bodyPr/>
                  <a:lstStyle/>
                  <a:p>
                    <a:r>
                      <a:rPr lang="zh-CN" altLang="en-US">
                        <a:noFill/>
                      </a:rPr>
                      <a:t> </a:t>
                    </a:r>
                  </a:p>
                </p:txBody>
              </p:sp>
            </mc:Fallback>
          </mc:AlternateContent>
          <p:cxnSp>
            <p:nvCxnSpPr>
              <p:cNvPr id="16" name="直接箭头连接符 15">
                <a:extLst>
                  <a:ext uri="{FF2B5EF4-FFF2-40B4-BE49-F238E27FC236}">
                    <a16:creationId xmlns:a16="http://schemas.microsoft.com/office/drawing/2014/main" id="{263C2A29-1344-DF78-8AD4-1AE7FD477A49}"/>
                  </a:ext>
                </a:extLst>
              </p:cNvPr>
              <p:cNvCxnSpPr>
                <a:cxnSpLocks/>
              </p:cNvCxnSpPr>
              <p:nvPr/>
            </p:nvCxnSpPr>
            <p:spPr>
              <a:xfrm flipH="1">
                <a:off x="6855726" y="3060317"/>
                <a:ext cx="504056" cy="609745"/>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22" name="弧形 21">
                <a:extLst>
                  <a:ext uri="{FF2B5EF4-FFF2-40B4-BE49-F238E27FC236}">
                    <a16:creationId xmlns:a16="http://schemas.microsoft.com/office/drawing/2014/main" id="{3A62E9D9-68D0-DFEA-9909-94CD0A5D553D}"/>
                  </a:ext>
                </a:extLst>
              </p:cNvPr>
              <p:cNvSpPr/>
              <p:nvPr/>
            </p:nvSpPr>
            <p:spPr>
              <a:xfrm rot="17243841">
                <a:off x="7251710" y="2863456"/>
                <a:ext cx="795478" cy="743738"/>
              </a:xfrm>
              <a:prstGeom prst="arc">
                <a:avLst>
                  <a:gd name="adj1" fmla="val 18370274"/>
                  <a:gd name="adj2" fmla="val 2351148"/>
                </a:avLst>
              </a:prstGeom>
              <a:ln w="317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E8C3B360-B488-250C-875B-D301F4A8806D}"/>
                      </a:ext>
                    </a:extLst>
                  </p:cNvPr>
                  <p:cNvSpPr txBox="1"/>
                  <p:nvPr/>
                </p:nvSpPr>
                <p:spPr>
                  <a:xfrm>
                    <a:off x="7537808" y="2525609"/>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0" i="1" smtClean="0">
                              <a:solidFill>
                                <a:srgbClr val="C00000"/>
                              </a:solidFill>
                              <a:latin typeface="Cambria Math" panose="02040503050406030204" pitchFamily="18" charset="0"/>
                            </a:rPr>
                            <m:t>𝑀</m:t>
                          </m:r>
                        </m:oMath>
                      </m:oMathPara>
                    </a14:m>
                    <a:endParaRPr lang="en-US" altLang="zh-CN" dirty="0">
                      <a:solidFill>
                        <a:srgbClr val="C00000"/>
                      </a:solidFill>
                      <a:latin typeface="Times New Roman" panose="02020603050405020304" pitchFamily="18" charset="0"/>
                    </a:endParaRPr>
                  </a:p>
                </p:txBody>
              </p:sp>
            </mc:Choice>
            <mc:Fallback xmlns="">
              <p:sp>
                <p:nvSpPr>
                  <p:cNvPr id="24" name="文本框 23">
                    <a:extLst>
                      <a:ext uri="{FF2B5EF4-FFF2-40B4-BE49-F238E27FC236}">
                        <a16:creationId xmlns="" xmlns:a16="http://schemas.microsoft.com/office/drawing/2014/main" xmlns:a14="http://schemas.microsoft.com/office/drawing/2010/main" id="{E8C3B360-B488-250C-875B-D301F4A8806D}"/>
                      </a:ext>
                    </a:extLst>
                  </p:cNvPr>
                  <p:cNvSpPr txBox="1">
                    <a:spLocks noRot="1" noChangeAspect="1" noMove="1" noResize="1" noEditPoints="1" noAdjustHandles="1" noChangeArrowheads="1" noChangeShapeType="1" noTextEdit="1"/>
                  </p:cNvSpPr>
                  <p:nvPr/>
                </p:nvSpPr>
                <p:spPr>
                  <a:xfrm>
                    <a:off x="7537808" y="2525609"/>
                    <a:ext cx="644651" cy="369332"/>
                  </a:xfrm>
                  <a:prstGeom prst="rect">
                    <a:avLst/>
                  </a:prstGeom>
                  <a:blipFill rotWithShape="1">
                    <a:blip r:embed="rId46"/>
                    <a:stretch>
                      <a:fillRect/>
                    </a:stretch>
                  </a:blipFill>
                </p:spPr>
                <p:txBody>
                  <a:bodyPr/>
                  <a:lstStyle/>
                  <a:p>
                    <a:r>
                      <a:rPr lang="zh-CN" altLang="en-US">
                        <a:noFill/>
                      </a:rPr>
                      <a:t> </a:t>
                    </a:r>
                  </a:p>
                </p:txBody>
              </p:sp>
            </mc:Fallback>
          </mc:AlternateContent>
          <p:sp>
            <p:nvSpPr>
              <p:cNvPr id="30" name="弧形 29">
                <a:extLst>
                  <a:ext uri="{FF2B5EF4-FFF2-40B4-BE49-F238E27FC236}">
                    <a16:creationId xmlns:a16="http://schemas.microsoft.com/office/drawing/2014/main" id="{4BAAC2DB-A9D4-D090-AAE1-8DC1B74D1993}"/>
                  </a:ext>
                </a:extLst>
              </p:cNvPr>
              <p:cNvSpPr/>
              <p:nvPr/>
            </p:nvSpPr>
            <p:spPr>
              <a:xfrm rot="20588890">
                <a:off x="7612239" y="2895356"/>
                <a:ext cx="795478" cy="909960"/>
              </a:xfrm>
              <a:prstGeom prst="arc">
                <a:avLst>
                  <a:gd name="adj1" fmla="val 21229600"/>
                  <a:gd name="adj2" fmla="val 3321313"/>
                </a:avLst>
              </a:prstGeom>
              <a:ln w="31750">
                <a:solidFill>
                  <a:srgbClr val="C00000"/>
                </a:solidFill>
                <a:prstDash val="sysDash"/>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3" name="直接箭头连接符 32">
                <a:extLst>
                  <a:ext uri="{FF2B5EF4-FFF2-40B4-BE49-F238E27FC236}">
                    <a16:creationId xmlns:a16="http://schemas.microsoft.com/office/drawing/2014/main" id="{28FFF899-B290-5EC4-3237-713E02275177}"/>
                  </a:ext>
                </a:extLst>
              </p:cNvPr>
              <p:cNvCxnSpPr>
                <a:cxnSpLocks/>
              </p:cNvCxnSpPr>
              <p:nvPr/>
            </p:nvCxnSpPr>
            <p:spPr>
              <a:xfrm>
                <a:off x="7625126" y="3227102"/>
                <a:ext cx="12261" cy="973582"/>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BFBA073F-E2C2-1520-4DF7-558139F1B601}"/>
                      </a:ext>
                    </a:extLst>
                  </p:cNvPr>
                  <p:cNvSpPr txBox="1"/>
                  <p:nvPr/>
                </p:nvSpPr>
                <p:spPr>
                  <a:xfrm>
                    <a:off x="7619832" y="3779196"/>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0" i="1" smtClean="0">
                              <a:solidFill>
                                <a:srgbClr val="C00000"/>
                              </a:solidFill>
                              <a:latin typeface="Cambria Math" panose="02040503050406030204" pitchFamily="18" charset="0"/>
                            </a:rPr>
                            <m:t>𝑚</m:t>
                          </m:r>
                          <m:r>
                            <a:rPr lang="en-US" altLang="zh-CN" b="1" i="1">
                              <a:solidFill>
                                <a:srgbClr val="C00000"/>
                              </a:solidFill>
                              <a:latin typeface="Cambria Math" panose="02040503050406030204" pitchFamily="18" charset="0"/>
                            </a:rPr>
                            <m:t>𝒈</m:t>
                          </m:r>
                        </m:oMath>
                      </m:oMathPara>
                    </a14:m>
                    <a:endParaRPr lang="en-US" altLang="zh-CN" dirty="0">
                      <a:solidFill>
                        <a:srgbClr val="C00000"/>
                      </a:solidFill>
                      <a:latin typeface="Times New Roman" panose="02020603050405020304" pitchFamily="18" charset="0"/>
                    </a:endParaRPr>
                  </a:p>
                </p:txBody>
              </p:sp>
            </mc:Choice>
            <mc:Fallback xmlns="">
              <p:sp>
                <p:nvSpPr>
                  <p:cNvPr id="43" name="文本框 42">
                    <a:extLst>
                      <a:ext uri="{FF2B5EF4-FFF2-40B4-BE49-F238E27FC236}">
                        <a16:creationId xmlns="" xmlns:a16="http://schemas.microsoft.com/office/drawing/2014/main" xmlns:a14="http://schemas.microsoft.com/office/drawing/2010/main" id="{BFBA073F-E2C2-1520-4DF7-558139F1B601}"/>
                      </a:ext>
                    </a:extLst>
                  </p:cNvPr>
                  <p:cNvSpPr txBox="1">
                    <a:spLocks noRot="1" noChangeAspect="1" noMove="1" noResize="1" noEditPoints="1" noAdjustHandles="1" noChangeArrowheads="1" noChangeShapeType="1" noTextEdit="1"/>
                  </p:cNvSpPr>
                  <p:nvPr/>
                </p:nvSpPr>
                <p:spPr>
                  <a:xfrm>
                    <a:off x="7619832" y="3779196"/>
                    <a:ext cx="644651" cy="369332"/>
                  </a:xfrm>
                  <a:prstGeom prst="rect">
                    <a:avLst/>
                  </a:prstGeom>
                  <a:blipFill rotWithShape="1">
                    <a:blip r:embed="rId47"/>
                    <a:stretch>
                      <a:fillRect b="-65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0F544B85-6B81-9EC8-D048-7EBE67AFAB18}"/>
                      </a:ext>
                    </a:extLst>
                  </p:cNvPr>
                  <p:cNvSpPr txBox="1"/>
                  <p:nvPr/>
                </p:nvSpPr>
                <p:spPr>
                  <a:xfrm>
                    <a:off x="8452024" y="3123344"/>
                    <a:ext cx="644651" cy="40415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rgbClr val="C00000"/>
                                  </a:solidFill>
                                  <a:latin typeface="Cambria Math" panose="02040503050406030204" pitchFamily="18" charset="0"/>
                                </a:rPr>
                              </m:ctrlPr>
                            </m:sSubPr>
                            <m:e>
                              <m:r>
                                <a:rPr lang="en-US" altLang="zh-CN" i="1" smtClean="0">
                                  <a:solidFill>
                                    <a:srgbClr val="C00000"/>
                                  </a:solidFill>
                                  <a:latin typeface="Cambria Math" panose="02040503050406030204" pitchFamily="18" charset="0"/>
                                </a:rPr>
                                <m:t>𝑀</m:t>
                              </m:r>
                            </m:e>
                            <m:sub>
                              <m:r>
                                <a:rPr lang="en-US" altLang="zh-CN" b="0" i="1" smtClean="0">
                                  <a:solidFill>
                                    <a:srgbClr val="C00000"/>
                                  </a:solidFill>
                                  <a:latin typeface="Cambria Math" panose="02040503050406030204" pitchFamily="18" charset="0"/>
                                </a:rPr>
                                <m:t>𝑔</m:t>
                              </m:r>
                              <m:r>
                                <a:rPr lang="en-US" altLang="zh-CN" i="1">
                                  <a:solidFill>
                                    <a:srgbClr val="C00000"/>
                                  </a:solidFill>
                                  <a:latin typeface="Cambria Math" panose="02040503050406030204" pitchFamily="18" charset="0"/>
                                </a:rPr>
                                <m:t>𝑂</m:t>
                              </m:r>
                            </m:sub>
                          </m:sSub>
                        </m:oMath>
                      </m:oMathPara>
                    </a14:m>
                    <a:endParaRPr lang="en-US" altLang="zh-CN" dirty="0">
                      <a:solidFill>
                        <a:srgbClr val="C00000"/>
                      </a:solidFill>
                      <a:latin typeface="Times New Roman" panose="02020603050405020304" pitchFamily="18" charset="0"/>
                    </a:endParaRPr>
                  </a:p>
                </p:txBody>
              </p:sp>
            </mc:Choice>
            <mc:Fallback xmlns="">
              <p:sp>
                <p:nvSpPr>
                  <p:cNvPr id="54" name="文本框 53">
                    <a:extLst>
                      <a:ext uri="{FF2B5EF4-FFF2-40B4-BE49-F238E27FC236}">
                        <a16:creationId xmlns="" xmlns:a16="http://schemas.microsoft.com/office/drawing/2014/main" xmlns:a14="http://schemas.microsoft.com/office/drawing/2010/main" id="{0F544B85-6B81-9EC8-D048-7EBE67AFAB18}"/>
                      </a:ext>
                    </a:extLst>
                  </p:cNvPr>
                  <p:cNvSpPr txBox="1">
                    <a:spLocks noRot="1" noChangeAspect="1" noMove="1" noResize="1" noEditPoints="1" noAdjustHandles="1" noChangeArrowheads="1" noChangeShapeType="1" noTextEdit="1"/>
                  </p:cNvSpPr>
                  <p:nvPr/>
                </p:nvSpPr>
                <p:spPr>
                  <a:xfrm>
                    <a:off x="8452024" y="3123344"/>
                    <a:ext cx="644651" cy="404150"/>
                  </a:xfrm>
                  <a:prstGeom prst="rect">
                    <a:avLst/>
                  </a:prstGeom>
                  <a:blipFill rotWithShape="1">
                    <a:blip r:embed="rId48"/>
                    <a:stretch>
                      <a:fillRect b="-14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23">
                    <a:extLst>
                      <a:ext uri="{FF2B5EF4-FFF2-40B4-BE49-F238E27FC236}">
                        <a16:creationId xmlns:a16="http://schemas.microsoft.com/office/drawing/2014/main" id="{E8C3B360-B488-250C-875B-D301F4A8806D}"/>
                      </a:ext>
                    </a:extLst>
                  </p:cNvPr>
                  <p:cNvSpPr txBox="1"/>
                  <p:nvPr/>
                </p:nvSpPr>
                <p:spPr>
                  <a:xfrm>
                    <a:off x="7631256" y="3520599"/>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zh-CN" altLang="en-US" b="0" i="1" smtClean="0">
                              <a:solidFill>
                                <a:srgbClr val="C00000"/>
                              </a:solidFill>
                              <a:latin typeface="Cambria Math"/>
                            </a:rPr>
                            <m:t>𝛼</m:t>
                          </m:r>
                        </m:oMath>
                      </m:oMathPara>
                    </a14:m>
                    <a:endParaRPr lang="en-US" altLang="zh-CN" dirty="0">
                      <a:solidFill>
                        <a:srgbClr val="C00000"/>
                      </a:solidFill>
                      <a:latin typeface="Times New Roman" panose="02020603050405020304" pitchFamily="18" charset="0"/>
                    </a:endParaRPr>
                  </a:p>
                </p:txBody>
              </p:sp>
            </mc:Choice>
            <mc:Fallback xmlns="">
              <p:sp>
                <p:nvSpPr>
                  <p:cNvPr id="77" name="文本框 23">
                    <a:extLst>
                      <a:ext uri="{FF2B5EF4-FFF2-40B4-BE49-F238E27FC236}">
                        <a16:creationId xmlns="" xmlns:a16="http://schemas.microsoft.com/office/drawing/2014/main" xmlns:a14="http://schemas.microsoft.com/office/drawing/2010/main" id="{E8C3B360-B488-250C-875B-D301F4A8806D}"/>
                      </a:ext>
                    </a:extLst>
                  </p:cNvPr>
                  <p:cNvSpPr txBox="1">
                    <a:spLocks noRot="1" noChangeAspect="1" noMove="1" noResize="1" noEditPoints="1" noAdjustHandles="1" noChangeArrowheads="1" noChangeShapeType="1" noTextEdit="1"/>
                  </p:cNvSpPr>
                  <p:nvPr/>
                </p:nvSpPr>
                <p:spPr>
                  <a:xfrm>
                    <a:off x="7631256" y="3520599"/>
                    <a:ext cx="644651" cy="369332"/>
                  </a:xfrm>
                  <a:prstGeom prst="rect">
                    <a:avLst/>
                  </a:prstGeom>
                  <a:blipFill rotWithShape="1">
                    <a:blip r:embed="rId49"/>
                    <a:stretch>
                      <a:fillRect/>
                    </a:stretch>
                  </a:blipFill>
                </p:spPr>
                <p:txBody>
                  <a:bodyPr/>
                  <a:lstStyle/>
                  <a:p>
                    <a:r>
                      <a:rPr lang="zh-CN" altLang="en-US">
                        <a:noFill/>
                      </a:rPr>
                      <a:t> </a:t>
                    </a:r>
                  </a:p>
                </p:txBody>
              </p:sp>
            </mc:Fallback>
          </mc:AlternateContent>
          <p:sp>
            <p:nvSpPr>
              <p:cNvPr id="68" name="弧形 67">
                <a:extLst>
                  <a:ext uri="{FF2B5EF4-FFF2-40B4-BE49-F238E27FC236}">
                    <a16:creationId xmlns:a16="http://schemas.microsoft.com/office/drawing/2014/main" id="{3A62E9D9-68D0-DFEA-9909-94CD0A5D553D}"/>
                  </a:ext>
                </a:extLst>
              </p:cNvPr>
              <p:cNvSpPr/>
              <p:nvPr/>
            </p:nvSpPr>
            <p:spPr>
              <a:xfrm rot="3140478">
                <a:off x="7233518" y="2953550"/>
                <a:ext cx="795478" cy="743738"/>
              </a:xfrm>
              <a:prstGeom prst="arc">
                <a:avLst>
                  <a:gd name="adj1" fmla="val 20544941"/>
                  <a:gd name="adj2" fmla="val 1591362"/>
                </a:avLst>
              </a:prstGeom>
              <a:ln w="317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grpSp>
        <p:nvGrpSpPr>
          <p:cNvPr id="14" name="组合 13"/>
          <p:cNvGrpSpPr/>
          <p:nvPr/>
        </p:nvGrpSpPr>
        <p:grpSpPr>
          <a:xfrm>
            <a:off x="6587673" y="3779196"/>
            <a:ext cx="2663380" cy="2352806"/>
            <a:chOff x="10476656" y="2289373"/>
            <a:chExt cx="2663380" cy="2352806"/>
          </a:xfrm>
        </p:grpSpPr>
        <mc:AlternateContent xmlns:mc="http://schemas.openxmlformats.org/markup-compatibility/2006" xmlns:a14="http://schemas.microsoft.com/office/drawing/2010/main">
          <mc:Choice Requires="a14">
            <p:sp>
              <p:nvSpPr>
                <p:cNvPr id="99" name="文本框 23">
                  <a:extLst>
                    <a:ext uri="{FF2B5EF4-FFF2-40B4-BE49-F238E27FC236}">
                      <a16:creationId xmlns:a16="http://schemas.microsoft.com/office/drawing/2014/main" id="{E8C3B360-B488-250C-875B-D301F4A8806D}"/>
                    </a:ext>
                  </a:extLst>
                </p:cNvPr>
                <p:cNvSpPr txBox="1"/>
                <p:nvPr/>
              </p:nvSpPr>
              <p:spPr>
                <a:xfrm>
                  <a:off x="11111991" y="2998935"/>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zh-CN" altLang="en-US" b="0" i="1" smtClean="0">
                            <a:solidFill>
                              <a:srgbClr val="C00000"/>
                            </a:solidFill>
                            <a:latin typeface="Cambria Math"/>
                          </a:rPr>
                          <m:t>𝛼</m:t>
                        </m:r>
                      </m:oMath>
                    </m:oMathPara>
                  </a14:m>
                  <a:endParaRPr lang="en-US" altLang="zh-CN" dirty="0">
                    <a:solidFill>
                      <a:srgbClr val="C00000"/>
                    </a:solidFill>
                    <a:latin typeface="Times New Roman" panose="02020603050405020304" pitchFamily="18" charset="0"/>
                  </a:endParaRPr>
                </a:p>
              </p:txBody>
            </p:sp>
          </mc:Choice>
          <mc:Fallback xmlns="">
            <p:sp>
              <p:nvSpPr>
                <p:cNvPr id="99" name="文本框 23">
                  <a:extLst>
                    <a:ext uri="{FF2B5EF4-FFF2-40B4-BE49-F238E27FC236}">
                      <a16:creationId xmlns="" xmlns:a16="http://schemas.microsoft.com/office/drawing/2014/main" xmlns:a14="http://schemas.microsoft.com/office/drawing/2010/main" id="{E8C3B360-B488-250C-875B-D301F4A8806D}"/>
                    </a:ext>
                  </a:extLst>
                </p:cNvPr>
                <p:cNvSpPr txBox="1">
                  <a:spLocks noRot="1" noChangeAspect="1" noMove="1" noResize="1" noEditPoints="1" noAdjustHandles="1" noChangeArrowheads="1" noChangeShapeType="1" noTextEdit="1"/>
                </p:cNvSpPr>
                <p:nvPr/>
              </p:nvSpPr>
              <p:spPr>
                <a:xfrm>
                  <a:off x="11111991" y="2998935"/>
                  <a:ext cx="644651" cy="369332"/>
                </a:xfrm>
                <a:prstGeom prst="rect">
                  <a:avLst/>
                </a:prstGeom>
                <a:blipFill rotWithShape="1">
                  <a:blip r:embed="rId50"/>
                  <a:stretch>
                    <a:fillRect/>
                  </a:stretch>
                </a:blipFill>
              </p:spPr>
              <p:txBody>
                <a:bodyPr/>
                <a:lstStyle/>
                <a:p>
                  <a:r>
                    <a:rPr lang="zh-CN" altLang="en-US">
                      <a:noFill/>
                    </a:rPr>
                    <a:t> </a:t>
                  </a:r>
                </a:p>
              </p:txBody>
            </p:sp>
          </mc:Fallback>
        </mc:AlternateContent>
        <p:grpSp>
          <p:nvGrpSpPr>
            <p:cNvPr id="79" name="组合 78">
              <a:extLst>
                <a:ext uri="{FF2B5EF4-FFF2-40B4-BE49-F238E27FC236}">
                  <a16:creationId xmlns:a16="http://schemas.microsoft.com/office/drawing/2014/main" id="{6D51936B-6931-AE71-735C-2A2FA6EE1864}"/>
                </a:ext>
              </a:extLst>
            </p:cNvPr>
            <p:cNvGrpSpPr/>
            <p:nvPr/>
          </p:nvGrpSpPr>
          <p:grpSpPr>
            <a:xfrm>
              <a:off x="10476656" y="2289373"/>
              <a:ext cx="2663380" cy="2352806"/>
              <a:chOff x="5938901" y="4558781"/>
              <a:chExt cx="2663380" cy="2352806"/>
            </a:xfrm>
          </p:grpSpPr>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BBBE1A9B-E27D-50E4-F3E9-A2123CBCDEAE}"/>
                      </a:ext>
                    </a:extLst>
                  </p:cNvPr>
                  <p:cNvSpPr txBox="1"/>
                  <p:nvPr/>
                </p:nvSpPr>
                <p:spPr>
                  <a:xfrm>
                    <a:off x="7533323" y="5884903"/>
                    <a:ext cx="644651" cy="40415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rgbClr val="C00000"/>
                                  </a:solidFill>
                                  <a:latin typeface="Cambria Math" panose="02040503050406030204" pitchFamily="18" charset="0"/>
                                </a:rPr>
                              </m:ctrlPr>
                            </m:sSubPr>
                            <m:e>
                              <m:r>
                                <a:rPr lang="en-US" altLang="zh-CN" i="1" smtClean="0">
                                  <a:solidFill>
                                    <a:srgbClr val="C00000"/>
                                  </a:solidFill>
                                  <a:latin typeface="Cambria Math" panose="02040503050406030204" pitchFamily="18" charset="0"/>
                                </a:rPr>
                                <m:t>𝑀</m:t>
                              </m:r>
                            </m:e>
                            <m:sub>
                              <m:r>
                                <a:rPr lang="en-US" altLang="zh-CN" b="0" i="1" smtClean="0">
                                  <a:solidFill>
                                    <a:srgbClr val="C00000"/>
                                  </a:solidFill>
                                  <a:latin typeface="Cambria Math" panose="02040503050406030204" pitchFamily="18" charset="0"/>
                                </a:rPr>
                                <m:t>𝑔</m:t>
                              </m:r>
                              <m:sSup>
                                <m:sSupPr>
                                  <m:ctrlPr>
                                    <a:rPr lang="en-US" altLang="zh-CN" b="0" i="1" smtClean="0">
                                      <a:solidFill>
                                        <a:srgbClr val="C00000"/>
                                      </a:solidFill>
                                      <a:latin typeface="Cambria Math" panose="02040503050406030204" pitchFamily="18" charset="0"/>
                                    </a:rPr>
                                  </m:ctrlPr>
                                </m:sSupPr>
                                <m:e>
                                  <m:r>
                                    <a:rPr lang="en-US" altLang="zh-CN" i="1">
                                      <a:solidFill>
                                        <a:srgbClr val="C00000"/>
                                      </a:solidFill>
                                      <a:latin typeface="Cambria Math" panose="02040503050406030204" pitchFamily="18" charset="0"/>
                                    </a:rPr>
                                    <m:t>𝑂</m:t>
                                  </m:r>
                                </m:e>
                                <m:sup>
                                  <m:r>
                                    <a:rPr lang="en-US" altLang="zh-CN" b="0" i="1" smtClean="0">
                                      <a:solidFill>
                                        <a:srgbClr val="C00000"/>
                                      </a:solidFill>
                                      <a:latin typeface="Cambria Math" panose="02040503050406030204" pitchFamily="18" charset="0"/>
                                    </a:rPr>
                                    <m:t>′</m:t>
                                  </m:r>
                                </m:sup>
                              </m:sSup>
                            </m:sub>
                          </m:sSub>
                        </m:oMath>
                      </m:oMathPara>
                    </a14:m>
                    <a:endParaRPr lang="en-US" altLang="zh-CN" dirty="0">
                      <a:solidFill>
                        <a:srgbClr val="C00000"/>
                      </a:solidFill>
                      <a:latin typeface="Times New Roman" panose="02020603050405020304" pitchFamily="18" charset="0"/>
                    </a:endParaRPr>
                  </a:p>
                </p:txBody>
              </p:sp>
            </mc:Choice>
            <mc:Fallback xmlns="">
              <p:sp>
                <p:nvSpPr>
                  <p:cNvPr id="31" name="文本框 30">
                    <a:extLst>
                      <a:ext uri="{FF2B5EF4-FFF2-40B4-BE49-F238E27FC236}">
                        <a16:creationId xmlns:a16="http://schemas.microsoft.com/office/drawing/2014/main" xmlns="" xmlns:a14="http://schemas.microsoft.com/office/drawing/2010/main" id="{BBBE1A9B-E27D-50E4-F3E9-A2123CBCDEAE}"/>
                      </a:ext>
                    </a:extLst>
                  </p:cNvPr>
                  <p:cNvSpPr txBox="1">
                    <a:spLocks noRot="1" noChangeAspect="1" noMove="1" noResize="1" noEditPoints="1" noAdjustHandles="1" noChangeArrowheads="1" noChangeShapeType="1" noTextEdit="1"/>
                  </p:cNvSpPr>
                  <p:nvPr/>
                </p:nvSpPr>
                <p:spPr>
                  <a:xfrm>
                    <a:off x="7533323" y="5884903"/>
                    <a:ext cx="644651" cy="404150"/>
                  </a:xfrm>
                  <a:prstGeom prst="rect">
                    <a:avLst/>
                  </a:prstGeom>
                  <a:blipFill rotWithShape="1">
                    <a:blip r:embed="rId51"/>
                    <a:stretch>
                      <a:fillRect l="-4717" b="-6061"/>
                    </a:stretch>
                  </a:blipFill>
                </p:spPr>
                <p:txBody>
                  <a:bodyPr/>
                  <a:lstStyle/>
                  <a:p>
                    <a:r>
                      <a:rPr lang="zh-CN" altLang="en-US">
                        <a:noFill/>
                      </a:rPr>
                      <a:t> </a:t>
                    </a:r>
                  </a:p>
                </p:txBody>
              </p:sp>
            </mc:Fallback>
          </mc:AlternateContent>
          <p:sp>
            <p:nvSpPr>
              <p:cNvPr id="32" name="椭圆 31">
                <a:extLst>
                  <a:ext uri="{FF2B5EF4-FFF2-40B4-BE49-F238E27FC236}">
                    <a16:creationId xmlns:a16="http://schemas.microsoft.com/office/drawing/2014/main" id="{20A0F5DB-6560-4EA8-D4D0-49CC510ECD1A}"/>
                  </a:ext>
                </a:extLst>
              </p:cNvPr>
              <p:cNvSpPr/>
              <p:nvPr/>
            </p:nvSpPr>
            <p:spPr>
              <a:xfrm>
                <a:off x="6719461" y="5638827"/>
                <a:ext cx="644128" cy="627859"/>
              </a:xfrm>
              <a:prstGeom prst="ellipse">
                <a:avLst/>
              </a:prstGeom>
              <a:solidFill>
                <a:schemeClr val="bg1"/>
              </a:solidFill>
              <a:ln>
                <a:solidFill>
                  <a:srgbClr val="1A44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箭头连接符 33">
                <a:extLst>
                  <a:ext uri="{FF2B5EF4-FFF2-40B4-BE49-F238E27FC236}">
                    <a16:creationId xmlns:a16="http://schemas.microsoft.com/office/drawing/2014/main" id="{FA83BD7C-1F24-E328-6ABB-3779491DB571}"/>
                  </a:ext>
                </a:extLst>
              </p:cNvPr>
              <p:cNvCxnSpPr>
                <a:cxnSpLocks/>
                <a:stCxn id="32" idx="5"/>
              </p:cNvCxnSpPr>
              <p:nvPr/>
            </p:nvCxnSpPr>
            <p:spPr>
              <a:xfrm flipH="1" flipV="1">
                <a:off x="6469587" y="5487861"/>
                <a:ext cx="799672" cy="686877"/>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06EA0D74-B99B-DD14-F064-B8DDD48840CF}"/>
                      </a:ext>
                    </a:extLst>
                  </p:cNvPr>
                  <p:cNvSpPr txBox="1"/>
                  <p:nvPr/>
                </p:nvSpPr>
                <p:spPr>
                  <a:xfrm>
                    <a:off x="7041089" y="6300028"/>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0" i="1" smtClean="0">
                              <a:solidFill>
                                <a:srgbClr val="C00000"/>
                              </a:solidFill>
                              <a:latin typeface="Cambria Math" panose="02040503050406030204" pitchFamily="18" charset="0"/>
                            </a:rPr>
                            <m:t>𝑚</m:t>
                          </m:r>
                          <m:r>
                            <a:rPr lang="en-US" altLang="zh-CN" b="1" i="1">
                              <a:solidFill>
                                <a:srgbClr val="C00000"/>
                              </a:solidFill>
                              <a:latin typeface="Cambria Math" panose="02040503050406030204" pitchFamily="18" charset="0"/>
                            </a:rPr>
                            <m:t>𝒈</m:t>
                          </m:r>
                        </m:oMath>
                      </m:oMathPara>
                    </a14:m>
                    <a:endParaRPr lang="en-US" altLang="zh-CN" dirty="0">
                      <a:solidFill>
                        <a:srgbClr val="C00000"/>
                      </a:solidFill>
                      <a:latin typeface="Times New Roman" panose="02020603050405020304" pitchFamily="18" charset="0"/>
                    </a:endParaRPr>
                  </a:p>
                </p:txBody>
              </p:sp>
            </mc:Choice>
            <mc:Fallback xmlns="">
              <p:sp>
                <p:nvSpPr>
                  <p:cNvPr id="35" name="文本框 34">
                    <a:extLst>
                      <a:ext uri="{FF2B5EF4-FFF2-40B4-BE49-F238E27FC236}">
                        <a16:creationId xmlns:a16="http://schemas.microsoft.com/office/drawing/2014/main" id="{06EA0D74-B99B-DD14-F064-B8DDD48840CF}"/>
                      </a:ext>
                    </a:extLst>
                  </p:cNvPr>
                  <p:cNvSpPr txBox="1">
                    <a:spLocks noRot="1" noChangeAspect="1" noMove="1" noResize="1" noEditPoints="1" noAdjustHandles="1" noChangeArrowheads="1" noChangeShapeType="1" noTextEdit="1"/>
                  </p:cNvSpPr>
                  <p:nvPr/>
                </p:nvSpPr>
                <p:spPr>
                  <a:xfrm>
                    <a:off x="7041089" y="6300028"/>
                    <a:ext cx="644651" cy="369332"/>
                  </a:xfrm>
                  <a:prstGeom prst="rect">
                    <a:avLst/>
                  </a:prstGeom>
                  <a:blipFill>
                    <a:blip r:embed="rId52"/>
                    <a:stretch>
                      <a:fillRect b="-8197"/>
                    </a:stretch>
                  </a:blipFill>
                </p:spPr>
                <p:txBody>
                  <a:bodyPr/>
                  <a:lstStyle/>
                  <a:p>
                    <a:r>
                      <a:rPr lang="zh-CN" altLang="en-US">
                        <a:noFill/>
                      </a:rPr>
                      <a:t> </a:t>
                    </a:r>
                  </a:p>
                </p:txBody>
              </p:sp>
            </mc:Fallback>
          </mc:AlternateContent>
          <p:cxnSp>
            <p:nvCxnSpPr>
              <p:cNvPr id="36" name="直接箭头连接符 35">
                <a:extLst>
                  <a:ext uri="{FF2B5EF4-FFF2-40B4-BE49-F238E27FC236}">
                    <a16:creationId xmlns:a16="http://schemas.microsoft.com/office/drawing/2014/main" id="{35B11A77-6609-232C-7EED-BD1399C15DBD}"/>
                  </a:ext>
                </a:extLst>
              </p:cNvPr>
              <p:cNvCxnSpPr>
                <a:cxnSpLocks/>
              </p:cNvCxnSpPr>
              <p:nvPr/>
            </p:nvCxnSpPr>
            <p:spPr>
              <a:xfrm flipV="1">
                <a:off x="6993531" y="5333975"/>
                <a:ext cx="516831" cy="626912"/>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F60EBDFC-6DD3-3FD2-401C-B916ED58304D}"/>
                      </a:ext>
                    </a:extLst>
                  </p:cNvPr>
                  <p:cNvSpPr txBox="1"/>
                  <p:nvPr/>
                </p:nvSpPr>
                <p:spPr>
                  <a:xfrm>
                    <a:off x="7025361" y="5048231"/>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US" altLang="zh-CN" b="1" i="1" smtClean="0">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𝑻</m:t>
                              </m:r>
                            </m:e>
                            <m:sup>
                              <m:r>
                                <a:rPr lang="en-US" altLang="zh-CN" b="1" i="1" smtClean="0">
                                  <a:solidFill>
                                    <a:srgbClr val="C00000"/>
                                  </a:solidFill>
                                  <a:latin typeface="Cambria Math" panose="02040503050406030204" pitchFamily="18" charset="0"/>
                                </a:rPr>
                                <m:t>′</m:t>
                              </m:r>
                            </m:sup>
                          </m:sSup>
                        </m:oMath>
                      </m:oMathPara>
                    </a14:m>
                    <a:endParaRPr lang="en-US" altLang="zh-CN" dirty="0">
                      <a:solidFill>
                        <a:srgbClr val="C00000"/>
                      </a:solidFill>
                      <a:latin typeface="Times New Roman" panose="02020603050405020304" pitchFamily="18" charset="0"/>
                    </a:endParaRPr>
                  </a:p>
                </p:txBody>
              </p:sp>
            </mc:Choice>
            <mc:Fallback xmlns="">
              <p:sp>
                <p:nvSpPr>
                  <p:cNvPr id="37" name="文本框 36">
                    <a:extLst>
                      <a:ext uri="{FF2B5EF4-FFF2-40B4-BE49-F238E27FC236}">
                        <a16:creationId xmlns:a16="http://schemas.microsoft.com/office/drawing/2014/main" id="{F60EBDFC-6DD3-3FD2-401C-B916ED58304D}"/>
                      </a:ext>
                    </a:extLst>
                  </p:cNvPr>
                  <p:cNvSpPr txBox="1">
                    <a:spLocks noRot="1" noChangeAspect="1" noMove="1" noResize="1" noEditPoints="1" noAdjustHandles="1" noChangeArrowheads="1" noChangeShapeType="1" noTextEdit="1"/>
                  </p:cNvSpPr>
                  <p:nvPr/>
                </p:nvSpPr>
                <p:spPr>
                  <a:xfrm>
                    <a:off x="7025361" y="5048231"/>
                    <a:ext cx="644651" cy="369332"/>
                  </a:xfrm>
                  <a:prstGeom prst="rect">
                    <a:avLst/>
                  </a:prstGeom>
                  <a:blipFill>
                    <a:blip r:embed="rId53"/>
                    <a:stretch>
                      <a:fillRect/>
                    </a:stretch>
                  </a:blipFill>
                </p:spPr>
                <p:txBody>
                  <a:bodyPr/>
                  <a:lstStyle/>
                  <a:p>
                    <a:r>
                      <a:rPr lang="zh-CN" altLang="en-US">
                        <a:noFill/>
                      </a:rPr>
                      <a:t> </a:t>
                    </a:r>
                  </a:p>
                </p:txBody>
              </p:sp>
            </mc:Fallback>
          </mc:AlternateContent>
          <p:sp>
            <p:nvSpPr>
              <p:cNvPr id="40" name="弧形 39">
                <a:extLst>
                  <a:ext uri="{FF2B5EF4-FFF2-40B4-BE49-F238E27FC236}">
                    <a16:creationId xmlns:a16="http://schemas.microsoft.com/office/drawing/2014/main" id="{70874856-15B4-F018-3330-33C9DD352A5B}"/>
                  </a:ext>
                </a:extLst>
              </p:cNvPr>
              <p:cNvSpPr/>
              <p:nvPr/>
            </p:nvSpPr>
            <p:spPr>
              <a:xfrm rot="21403199">
                <a:off x="6722922" y="5509872"/>
                <a:ext cx="795478" cy="909960"/>
              </a:xfrm>
              <a:prstGeom prst="arc">
                <a:avLst>
                  <a:gd name="adj1" fmla="val 21229600"/>
                  <a:gd name="adj2" fmla="val 3905093"/>
                </a:avLst>
              </a:prstGeom>
              <a:ln w="31750">
                <a:solidFill>
                  <a:srgbClr val="C00000"/>
                </a:solidFill>
                <a:prstDash val="sysDash"/>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8F006AF2-C30B-34E4-FE1F-3F170B657F87}"/>
                      </a:ext>
                    </a:extLst>
                  </p:cNvPr>
                  <p:cNvSpPr txBox="1"/>
                  <p:nvPr/>
                </p:nvSpPr>
                <p:spPr>
                  <a:xfrm>
                    <a:off x="6197033" y="5520872"/>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b="0" i="1" smtClean="0">
                                  <a:solidFill>
                                    <a:srgbClr val="C00000"/>
                                  </a:solidFill>
                                  <a:latin typeface="Cambria Math" panose="02040503050406030204" pitchFamily="18" charset="0"/>
                                </a:rPr>
                                <m:t>𝑁</m:t>
                              </m:r>
                            </m:sub>
                          </m:sSub>
                        </m:oMath>
                      </m:oMathPara>
                    </a14:m>
                    <a:endParaRPr lang="en-US" altLang="zh-CN" dirty="0">
                      <a:solidFill>
                        <a:srgbClr val="C00000"/>
                      </a:solidFill>
                      <a:latin typeface="Times New Roman" panose="02020603050405020304" pitchFamily="18" charset="0"/>
                    </a:endParaRPr>
                  </a:p>
                </p:txBody>
              </p:sp>
            </mc:Choice>
            <mc:Fallback xmlns="">
              <p:sp>
                <p:nvSpPr>
                  <p:cNvPr id="42" name="文本框 41">
                    <a:extLst>
                      <a:ext uri="{FF2B5EF4-FFF2-40B4-BE49-F238E27FC236}">
                        <a16:creationId xmlns:a16="http://schemas.microsoft.com/office/drawing/2014/main" id="{8F006AF2-C30B-34E4-FE1F-3F170B657F87}"/>
                      </a:ext>
                    </a:extLst>
                  </p:cNvPr>
                  <p:cNvSpPr txBox="1">
                    <a:spLocks noRot="1" noChangeAspect="1" noMove="1" noResize="1" noEditPoints="1" noAdjustHandles="1" noChangeArrowheads="1" noChangeShapeType="1" noTextEdit="1"/>
                  </p:cNvSpPr>
                  <p:nvPr/>
                </p:nvSpPr>
                <p:spPr>
                  <a:xfrm>
                    <a:off x="6197033" y="5520872"/>
                    <a:ext cx="644651" cy="369332"/>
                  </a:xfrm>
                  <a:prstGeom prst="rect">
                    <a:avLst/>
                  </a:prstGeom>
                  <a:blipFill>
                    <a:blip r:embed="rId54"/>
                    <a:stretch>
                      <a:fillRect/>
                    </a:stretch>
                  </a:blipFill>
                </p:spPr>
                <p:txBody>
                  <a:bodyPr/>
                  <a:lstStyle/>
                  <a:p>
                    <a:r>
                      <a:rPr lang="zh-CN" altLang="en-US">
                        <a:noFill/>
                      </a:rPr>
                      <a:t> </a:t>
                    </a:r>
                  </a:p>
                </p:txBody>
              </p:sp>
            </mc:Fallback>
          </mc:AlternateContent>
          <p:cxnSp>
            <p:nvCxnSpPr>
              <p:cNvPr id="44" name="直接箭头连接符 43">
                <a:extLst>
                  <a:ext uri="{FF2B5EF4-FFF2-40B4-BE49-F238E27FC236}">
                    <a16:creationId xmlns:a16="http://schemas.microsoft.com/office/drawing/2014/main" id="{E2B53D16-2C4A-0623-9024-7E0044D38694}"/>
                  </a:ext>
                </a:extLst>
              </p:cNvPr>
              <p:cNvCxnSpPr>
                <a:cxnSpLocks/>
              </p:cNvCxnSpPr>
              <p:nvPr/>
            </p:nvCxnSpPr>
            <p:spPr>
              <a:xfrm>
                <a:off x="7021066" y="5921361"/>
                <a:ext cx="11644" cy="818958"/>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7A7363DF-D524-4CFB-F314-34E3AE770F38}"/>
                  </a:ext>
                </a:extLst>
              </p:cNvPr>
              <p:cNvCxnSpPr>
                <a:cxnSpLocks/>
                <a:stCxn id="32" idx="5"/>
              </p:cNvCxnSpPr>
              <p:nvPr/>
            </p:nvCxnSpPr>
            <p:spPr>
              <a:xfrm flipH="1">
                <a:off x="6660232" y="6174738"/>
                <a:ext cx="609027" cy="621823"/>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756EA09B-DE6F-1504-E2A4-D3B9363369ED}"/>
                      </a:ext>
                    </a:extLst>
                  </p:cNvPr>
                  <p:cNvSpPr txBox="1"/>
                  <p:nvPr/>
                </p:nvSpPr>
                <p:spPr>
                  <a:xfrm>
                    <a:off x="6636545" y="6542255"/>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b="0" i="1" smtClean="0">
                                  <a:solidFill>
                                    <a:srgbClr val="C00000"/>
                                  </a:solidFill>
                                  <a:latin typeface="Cambria Math" panose="02040503050406030204" pitchFamily="18" charset="0"/>
                                </a:rPr>
                                <m:t>𝑠</m:t>
                              </m:r>
                            </m:sub>
                          </m:sSub>
                        </m:oMath>
                      </m:oMathPara>
                    </a14:m>
                    <a:endParaRPr lang="en-US" altLang="zh-CN" dirty="0">
                      <a:solidFill>
                        <a:srgbClr val="C00000"/>
                      </a:solidFill>
                      <a:latin typeface="Times New Roman" panose="02020603050405020304" pitchFamily="18" charset="0"/>
                    </a:endParaRPr>
                  </a:p>
                </p:txBody>
              </p:sp>
            </mc:Choice>
            <mc:Fallback xmlns="">
              <p:sp>
                <p:nvSpPr>
                  <p:cNvPr id="46" name="文本框 45">
                    <a:extLst>
                      <a:ext uri="{FF2B5EF4-FFF2-40B4-BE49-F238E27FC236}">
                        <a16:creationId xmlns:a16="http://schemas.microsoft.com/office/drawing/2014/main" id="{756EA09B-DE6F-1504-E2A4-D3B9363369ED}"/>
                      </a:ext>
                    </a:extLst>
                  </p:cNvPr>
                  <p:cNvSpPr txBox="1">
                    <a:spLocks noRot="1" noChangeAspect="1" noMove="1" noResize="1" noEditPoints="1" noAdjustHandles="1" noChangeArrowheads="1" noChangeShapeType="1" noTextEdit="1"/>
                  </p:cNvSpPr>
                  <p:nvPr/>
                </p:nvSpPr>
                <p:spPr>
                  <a:xfrm>
                    <a:off x="6636545" y="6542255"/>
                    <a:ext cx="644651" cy="369332"/>
                  </a:xfrm>
                  <a:prstGeom prst="rect">
                    <a:avLst/>
                  </a:prstGeom>
                  <a:blipFill>
                    <a:blip r:embed="rId5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4603BF6E-EF85-891B-7FD7-0265DBA390F2}"/>
                      </a:ext>
                    </a:extLst>
                  </p:cNvPr>
                  <p:cNvSpPr txBox="1"/>
                  <p:nvPr/>
                </p:nvSpPr>
                <p:spPr>
                  <a:xfrm>
                    <a:off x="5963537" y="5864281"/>
                    <a:ext cx="1872208"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dirty="0">
                                  <a:solidFill>
                                    <a:srgbClr val="1A44A1"/>
                                  </a:solidFill>
                                  <a:latin typeface="Cambria Math" panose="02040503050406030204" pitchFamily="18" charset="0"/>
                                </a:rPr>
                              </m:ctrlPr>
                            </m:sSupPr>
                            <m:e>
                              <m:r>
                                <a:rPr lang="en-US" altLang="zh-CN" i="1" dirty="0">
                                  <a:solidFill>
                                    <a:srgbClr val="1A44A1"/>
                                  </a:solidFill>
                                  <a:latin typeface="Cambria Math" panose="02040503050406030204" pitchFamily="18" charset="0"/>
                                </a:rPr>
                                <m:t>𝑂</m:t>
                              </m:r>
                            </m:e>
                            <m:sup>
                              <m:r>
                                <a:rPr lang="en-US" altLang="zh-CN" i="1" dirty="0">
                                  <a:solidFill>
                                    <a:srgbClr val="1A44A1"/>
                                  </a:solidFill>
                                  <a:latin typeface="Cambria Math" panose="02040503050406030204" pitchFamily="18" charset="0"/>
                                </a:rPr>
                                <m:t>′</m:t>
                              </m:r>
                            </m:sup>
                          </m:sSup>
                        </m:oMath>
                      </m:oMathPara>
                    </a14:m>
                    <a:endParaRPr lang="zh-CN" altLang="zh-CN" sz="2000" i="1" dirty="0">
                      <a:solidFill>
                        <a:srgbClr val="1A44A1"/>
                      </a:solidFill>
                      <a:latin typeface="Times New Roman" panose="02020603050405020304" pitchFamily="18" charset="0"/>
                    </a:endParaRPr>
                  </a:p>
                </p:txBody>
              </p:sp>
            </mc:Choice>
            <mc:Fallback xmlns="">
              <p:sp>
                <p:nvSpPr>
                  <p:cNvPr id="47" name="文本框 46">
                    <a:extLst>
                      <a:ext uri="{FF2B5EF4-FFF2-40B4-BE49-F238E27FC236}">
                        <a16:creationId xmlns:a16="http://schemas.microsoft.com/office/drawing/2014/main" id="{4603BF6E-EF85-891B-7FD7-0265DBA390F2}"/>
                      </a:ext>
                    </a:extLst>
                  </p:cNvPr>
                  <p:cNvSpPr txBox="1">
                    <a:spLocks noRot="1" noChangeAspect="1" noMove="1" noResize="1" noEditPoints="1" noAdjustHandles="1" noChangeArrowheads="1" noChangeShapeType="1" noTextEdit="1"/>
                  </p:cNvSpPr>
                  <p:nvPr/>
                </p:nvSpPr>
                <p:spPr>
                  <a:xfrm>
                    <a:off x="5963537" y="5864281"/>
                    <a:ext cx="1872208" cy="400110"/>
                  </a:xfrm>
                  <a:prstGeom prst="rect">
                    <a:avLst/>
                  </a:prstGeom>
                  <a:blipFill>
                    <a:blip r:embed="rId56"/>
                    <a:stretch>
                      <a:fillRect/>
                    </a:stretch>
                  </a:blipFill>
                </p:spPr>
                <p:txBody>
                  <a:bodyPr/>
                  <a:lstStyle/>
                  <a:p>
                    <a:r>
                      <a:rPr lang="zh-CN" altLang="en-US">
                        <a:noFill/>
                      </a:rPr>
                      <a:t> </a:t>
                    </a:r>
                  </a:p>
                </p:txBody>
              </p:sp>
            </mc:Fallback>
          </mc:AlternateContent>
          <p:cxnSp>
            <p:nvCxnSpPr>
              <p:cNvPr id="50" name="直接箭头连接符 49">
                <a:extLst>
                  <a:ext uri="{FF2B5EF4-FFF2-40B4-BE49-F238E27FC236}">
                    <a16:creationId xmlns:a16="http://schemas.microsoft.com/office/drawing/2014/main" id="{D7D79457-22D4-D398-2555-4B0D5B34FAF9}"/>
                  </a:ext>
                </a:extLst>
              </p:cNvPr>
              <p:cNvCxnSpPr>
                <a:cxnSpLocks/>
              </p:cNvCxnSpPr>
              <p:nvPr/>
            </p:nvCxnSpPr>
            <p:spPr>
              <a:xfrm flipH="1">
                <a:off x="6451050" y="5980381"/>
                <a:ext cx="544410" cy="561874"/>
              </a:xfrm>
              <a:prstGeom prst="straightConnector1">
                <a:avLst/>
              </a:prstGeom>
              <a:ln w="31750">
                <a:solidFill>
                  <a:srgbClr val="C00000"/>
                </a:solidFill>
                <a:prstDash val="sysDash"/>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FF9C267F-2345-BB2D-92E3-F6E2C7922E17}"/>
                      </a:ext>
                    </a:extLst>
                  </p:cNvPr>
                  <p:cNvSpPr txBox="1"/>
                  <p:nvPr/>
                </p:nvSpPr>
                <p:spPr>
                  <a:xfrm>
                    <a:off x="5938901" y="6201610"/>
                    <a:ext cx="644651" cy="40415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i="1">
                                  <a:solidFill>
                                    <a:srgbClr val="C00000"/>
                                  </a:solidFill>
                                  <a:latin typeface="Cambria Math" panose="02040503050406030204" pitchFamily="18" charset="0"/>
                                </a:rPr>
                                <m:t>𝑔</m:t>
                              </m:r>
                              <m:sSup>
                                <m:sSupPr>
                                  <m:ctrlPr>
                                    <a:rPr lang="en-US" altLang="zh-CN" i="1">
                                      <a:solidFill>
                                        <a:srgbClr val="C00000"/>
                                      </a:solidFill>
                                      <a:latin typeface="Cambria Math" panose="02040503050406030204" pitchFamily="18" charset="0"/>
                                    </a:rPr>
                                  </m:ctrlPr>
                                </m:sSupPr>
                                <m:e>
                                  <m:r>
                                    <a:rPr lang="en-US" altLang="zh-CN" i="1">
                                      <a:solidFill>
                                        <a:srgbClr val="C00000"/>
                                      </a:solidFill>
                                      <a:latin typeface="Cambria Math" panose="02040503050406030204" pitchFamily="18" charset="0"/>
                                    </a:rPr>
                                    <m:t>𝑂</m:t>
                                  </m:r>
                                </m:e>
                                <m:sup>
                                  <m:r>
                                    <a:rPr lang="en-US" altLang="zh-CN" i="1">
                                      <a:solidFill>
                                        <a:srgbClr val="C00000"/>
                                      </a:solidFill>
                                      <a:latin typeface="Cambria Math" panose="02040503050406030204" pitchFamily="18" charset="0"/>
                                    </a:rPr>
                                    <m:t>′</m:t>
                                  </m:r>
                                </m:sup>
                              </m:sSup>
                            </m:sub>
                          </m:sSub>
                        </m:oMath>
                      </m:oMathPara>
                    </a14:m>
                    <a:endParaRPr lang="en-US" altLang="zh-CN" dirty="0">
                      <a:solidFill>
                        <a:srgbClr val="C00000"/>
                      </a:solidFill>
                      <a:latin typeface="Times New Roman" panose="02020603050405020304" pitchFamily="18" charset="0"/>
                    </a:endParaRPr>
                  </a:p>
                </p:txBody>
              </p:sp>
            </mc:Choice>
            <mc:Fallback xmlns="">
              <p:sp>
                <p:nvSpPr>
                  <p:cNvPr id="52" name="文本框 51">
                    <a:extLst>
                      <a:ext uri="{FF2B5EF4-FFF2-40B4-BE49-F238E27FC236}">
                        <a16:creationId xmlns:a16="http://schemas.microsoft.com/office/drawing/2014/main" id="{FF9C267F-2345-BB2D-92E3-F6E2C7922E17}"/>
                      </a:ext>
                    </a:extLst>
                  </p:cNvPr>
                  <p:cNvSpPr txBox="1">
                    <a:spLocks noRot="1" noChangeAspect="1" noMove="1" noResize="1" noEditPoints="1" noAdjustHandles="1" noChangeArrowheads="1" noChangeShapeType="1" noTextEdit="1"/>
                  </p:cNvSpPr>
                  <p:nvPr/>
                </p:nvSpPr>
                <p:spPr>
                  <a:xfrm>
                    <a:off x="5938901" y="6201610"/>
                    <a:ext cx="644651" cy="404150"/>
                  </a:xfrm>
                  <a:prstGeom prst="rect">
                    <a:avLst/>
                  </a:prstGeom>
                  <a:blipFill>
                    <a:blip r:embed="rId57"/>
                    <a:stretch>
                      <a:fillRect l="-1905" b="-6061"/>
                    </a:stretch>
                  </a:blipFill>
                </p:spPr>
                <p:txBody>
                  <a:bodyPr/>
                  <a:lstStyle/>
                  <a:p>
                    <a:r>
                      <a:rPr lang="zh-CN" altLang="en-US">
                        <a:noFill/>
                      </a:rPr>
                      <a:t> </a:t>
                    </a:r>
                  </a:p>
                </p:txBody>
              </p:sp>
            </mc:Fallback>
          </mc:AlternateContent>
          <p:cxnSp>
            <p:nvCxnSpPr>
              <p:cNvPr id="70" name="直接箭头连接符 69">
                <a:extLst>
                  <a:ext uri="{FF2B5EF4-FFF2-40B4-BE49-F238E27FC236}">
                    <a16:creationId xmlns:a16="http://schemas.microsoft.com/office/drawing/2014/main" id="{DB87AC06-2988-6826-9B60-BE5A1B0CF1E9}"/>
                  </a:ext>
                </a:extLst>
              </p:cNvPr>
              <p:cNvCxnSpPr>
                <a:cxnSpLocks/>
              </p:cNvCxnSpPr>
              <p:nvPr/>
            </p:nvCxnSpPr>
            <p:spPr>
              <a:xfrm flipV="1">
                <a:off x="7633310" y="4667873"/>
                <a:ext cx="516831" cy="626912"/>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F2B52206-05BF-E325-1D4B-A1190E2D1EC1}"/>
                      </a:ext>
                    </a:extLst>
                  </p:cNvPr>
                  <p:cNvSpPr txBox="1"/>
                  <p:nvPr/>
                </p:nvSpPr>
                <p:spPr>
                  <a:xfrm>
                    <a:off x="8085450" y="4558781"/>
                    <a:ext cx="51683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𝒙</m:t>
                              </m:r>
                            </m:e>
                            <m:sup>
                              <m:r>
                                <a:rPr lang="en-US" altLang="zh-CN" b="1" i="1" smtClean="0">
                                  <a:solidFill>
                                    <a:srgbClr val="C00000"/>
                                  </a:solidFill>
                                  <a:latin typeface="Cambria Math" panose="02040503050406030204" pitchFamily="18" charset="0"/>
                                </a:rPr>
                                <m:t>′</m:t>
                              </m:r>
                            </m:sup>
                          </m:sSup>
                        </m:oMath>
                      </m:oMathPara>
                    </a14:m>
                    <a:endParaRPr lang="en-US" altLang="zh-CN" dirty="0">
                      <a:solidFill>
                        <a:srgbClr val="C00000"/>
                      </a:solidFill>
                      <a:latin typeface="Times New Roman" panose="02020603050405020304" pitchFamily="18" charset="0"/>
                    </a:endParaRPr>
                  </a:p>
                </p:txBody>
              </p:sp>
            </mc:Choice>
            <mc:Fallback xmlns="">
              <p:sp>
                <p:nvSpPr>
                  <p:cNvPr id="71" name="文本框 70">
                    <a:extLst>
                      <a:ext uri="{FF2B5EF4-FFF2-40B4-BE49-F238E27FC236}">
                        <a16:creationId xmlns:a16="http://schemas.microsoft.com/office/drawing/2014/main" id="{F2B52206-05BF-E325-1D4B-A1190E2D1EC1}"/>
                      </a:ext>
                    </a:extLst>
                  </p:cNvPr>
                  <p:cNvSpPr txBox="1">
                    <a:spLocks noRot="1" noChangeAspect="1" noMove="1" noResize="1" noEditPoints="1" noAdjustHandles="1" noChangeArrowheads="1" noChangeShapeType="1" noTextEdit="1"/>
                  </p:cNvSpPr>
                  <p:nvPr/>
                </p:nvSpPr>
                <p:spPr>
                  <a:xfrm>
                    <a:off x="8085450" y="4558781"/>
                    <a:ext cx="516831" cy="369332"/>
                  </a:xfrm>
                  <a:prstGeom prst="rect">
                    <a:avLst/>
                  </a:prstGeom>
                  <a:blipFill>
                    <a:blip r:embed="rId58"/>
                    <a:stretch>
                      <a:fillRect/>
                    </a:stretch>
                  </a:blipFill>
                </p:spPr>
                <p:txBody>
                  <a:bodyPr/>
                  <a:lstStyle/>
                  <a:p>
                    <a:r>
                      <a:rPr lang="zh-CN" altLang="en-US">
                        <a:noFill/>
                      </a:rPr>
                      <a:t> </a:t>
                    </a:r>
                  </a:p>
                </p:txBody>
              </p:sp>
            </mc:Fallback>
          </mc:AlternateContent>
        </p:grpSp>
        <p:sp>
          <p:nvSpPr>
            <p:cNvPr id="98" name="弧形 97">
              <a:extLst>
                <a:ext uri="{FF2B5EF4-FFF2-40B4-BE49-F238E27FC236}">
                  <a16:creationId xmlns:a16="http://schemas.microsoft.com/office/drawing/2014/main" id="{3A62E9D9-68D0-DFEA-9909-94CD0A5D553D}"/>
                </a:ext>
              </a:extLst>
            </p:cNvPr>
            <p:cNvSpPr/>
            <p:nvPr/>
          </p:nvSpPr>
          <p:spPr>
            <a:xfrm rot="15019095">
              <a:off x="11195095" y="3311478"/>
              <a:ext cx="795478" cy="743738"/>
            </a:xfrm>
            <a:prstGeom prst="arc">
              <a:avLst>
                <a:gd name="adj1" fmla="val 20544941"/>
                <a:gd name="adj2" fmla="val 1591362"/>
              </a:avLst>
            </a:prstGeom>
            <a:ln w="317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00" name="直接箭头连接符 99">
              <a:extLst>
                <a:ext uri="{FF2B5EF4-FFF2-40B4-BE49-F238E27FC236}">
                  <a16:creationId xmlns:a16="http://schemas.microsoft.com/office/drawing/2014/main" id="{9236B767-2FDC-56D0-6FE2-6E13F09626EA}"/>
                </a:ext>
              </a:extLst>
            </p:cNvPr>
            <p:cNvCxnSpPr>
              <a:cxnSpLocks/>
            </p:cNvCxnSpPr>
            <p:nvPr/>
          </p:nvCxnSpPr>
          <p:spPr>
            <a:xfrm flipV="1">
              <a:off x="10826554" y="3666247"/>
              <a:ext cx="302865" cy="346203"/>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1" name="文本框 88">
                  <a:extLst>
                    <a:ext uri="{FF2B5EF4-FFF2-40B4-BE49-F238E27FC236}">
                      <a16:creationId xmlns:a16="http://schemas.microsoft.com/office/drawing/2014/main" id="{D38B155B-442B-D3B9-27A9-098E74469DC5}"/>
                    </a:ext>
                  </a:extLst>
                </p:cNvPr>
                <p:cNvSpPr txBox="1"/>
                <p:nvPr/>
              </p:nvSpPr>
              <p:spPr>
                <a:xfrm>
                  <a:off x="10530899" y="3555535"/>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𝒂</m:t>
                        </m:r>
                      </m:oMath>
                    </m:oMathPara>
                  </a14:m>
                  <a:endParaRPr lang="en-US" altLang="zh-CN" b="1" dirty="0">
                    <a:solidFill>
                      <a:srgbClr val="C00000"/>
                    </a:solidFill>
                    <a:latin typeface="Times New Roman" panose="02020603050405020304" pitchFamily="18" charset="0"/>
                  </a:endParaRPr>
                </a:p>
              </p:txBody>
            </p:sp>
          </mc:Choice>
          <mc:Fallback xmlns="">
            <p:sp>
              <p:nvSpPr>
                <p:cNvPr id="101" name="文本框 88">
                  <a:extLst>
                    <a:ext uri="{FF2B5EF4-FFF2-40B4-BE49-F238E27FC236}">
                      <a16:creationId xmlns="" xmlns:a16="http://schemas.microsoft.com/office/drawing/2014/main" xmlns:a14="http://schemas.microsoft.com/office/drawing/2010/main" id="{D38B155B-442B-D3B9-27A9-098E74469DC5}"/>
                    </a:ext>
                  </a:extLst>
                </p:cNvPr>
                <p:cNvSpPr txBox="1">
                  <a:spLocks noRot="1" noChangeAspect="1" noMove="1" noResize="1" noEditPoints="1" noAdjustHandles="1" noChangeArrowheads="1" noChangeShapeType="1" noTextEdit="1"/>
                </p:cNvSpPr>
                <p:nvPr/>
              </p:nvSpPr>
              <p:spPr>
                <a:xfrm>
                  <a:off x="10530899" y="3555535"/>
                  <a:ext cx="644651" cy="369332"/>
                </a:xfrm>
                <a:prstGeom prst="rect">
                  <a:avLst/>
                </a:prstGeom>
                <a:blipFill rotWithShape="1">
                  <a:blip r:embed="rId59"/>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92736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3" grpId="0"/>
      <p:bldP spid="58" grpId="0"/>
      <p:bldP spid="59" grpId="0"/>
      <p:bldP spid="64" grpId="0"/>
      <p:bldP spid="7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图片 38" descr="47"/>
          <p:cNvPicPr/>
          <p:nvPr/>
        </p:nvPicPr>
        <p:blipFill>
          <a:blip r:embed="rId2" cstate="print">
            <a:duotone>
              <a:schemeClr val="accent1">
                <a:shade val="45000"/>
                <a:satMod val="135000"/>
              </a:schemeClr>
              <a:prstClr val="white"/>
            </a:duotone>
          </a:blip>
          <a:stretch>
            <a:fillRect/>
          </a:stretch>
        </p:blipFill>
        <p:spPr>
          <a:xfrm>
            <a:off x="6650703" y="634802"/>
            <a:ext cx="2336497" cy="2313483"/>
          </a:xfrm>
          <a:prstGeom prst="rect">
            <a:avLst/>
          </a:prstGeom>
          <a:noFill/>
          <a:ln w="9525">
            <a:noFill/>
          </a:ln>
        </p:spPr>
      </p:pic>
      <p:sp>
        <p:nvSpPr>
          <p:cNvPr id="2" name="灯片编号占位符 1">
            <a:extLst>
              <a:ext uri="{FF2B5EF4-FFF2-40B4-BE49-F238E27FC236}">
                <a16:creationId xmlns:a16="http://schemas.microsoft.com/office/drawing/2014/main" id="{A2EF3537-5EA5-8C9D-D304-CAA50B448BE5}"/>
              </a:ext>
            </a:extLst>
          </p:cNvPr>
          <p:cNvSpPr>
            <a:spLocks noGrp="1"/>
          </p:cNvSpPr>
          <p:nvPr>
            <p:ph type="sldNum" sz="quarter" idx="12"/>
          </p:nvPr>
        </p:nvSpPr>
        <p:spPr/>
        <p:txBody>
          <a:bodyPr/>
          <a:lstStyle/>
          <a:p>
            <a:fld id="{26673A84-873A-41C3-9E07-245B3A592B1D}" type="slidenum">
              <a:rPr lang="zh-CN" altLang="en-US" smtClean="0"/>
              <a:t>18</a:t>
            </a:fld>
            <a:endParaRPr lang="zh-CN" altLang="en-US"/>
          </a:p>
        </p:txBody>
      </p:sp>
      <p:sp>
        <p:nvSpPr>
          <p:cNvPr id="4" name="文本框 3">
            <a:extLst>
              <a:ext uri="{FF2B5EF4-FFF2-40B4-BE49-F238E27FC236}">
                <a16:creationId xmlns:a16="http://schemas.microsoft.com/office/drawing/2014/main" id="{58C004D5-583D-EABB-EF9A-1A12EFCD1D19}"/>
              </a:ext>
            </a:extLst>
          </p:cNvPr>
          <p:cNvSpPr txBox="1"/>
          <p:nvPr/>
        </p:nvSpPr>
        <p:spPr>
          <a:xfrm>
            <a:off x="179513" y="620688"/>
            <a:ext cx="6198744" cy="1569660"/>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习题册</a:t>
            </a:r>
            <a:r>
              <a:rPr lang="en-US" altLang="zh-CN" sz="2000" dirty="0">
                <a:solidFill>
                  <a:srgbClr val="1A44A1"/>
                </a:solidFill>
                <a:latin typeface="Times New Roman" panose="02020603050405020304" pitchFamily="18" charset="0"/>
              </a:rPr>
              <a:t>-P37-26</a:t>
            </a:r>
            <a:r>
              <a:rPr lang="zh-CN" altLang="en-US" sz="2000" dirty="0">
                <a:solidFill>
                  <a:srgbClr val="1A44A1"/>
                </a:solidFill>
                <a:latin typeface="Times New Roman" panose="02020603050405020304" pitchFamily="18" charset="0"/>
              </a:rPr>
              <a:t>：</a:t>
            </a:r>
            <a:r>
              <a:rPr lang="zh-CN" altLang="zh-CN" sz="2000" dirty="0">
                <a:solidFill>
                  <a:srgbClr val="1A44A1"/>
                </a:solidFill>
                <a:latin typeface="Times New Roman" panose="02020603050405020304" pitchFamily="18" charset="0"/>
              </a:rPr>
              <a:t>图示均质定滑轮</a:t>
            </a:r>
            <a:r>
              <a:rPr lang="en-US" altLang="zh-CN" sz="2000" dirty="0">
                <a:solidFill>
                  <a:srgbClr val="1A44A1"/>
                </a:solidFill>
                <a:latin typeface="Times New Roman" panose="02020603050405020304" pitchFamily="18" charset="0"/>
              </a:rPr>
              <a:t>C</a:t>
            </a:r>
            <a:r>
              <a:rPr lang="zh-CN" altLang="zh-CN" sz="2000" dirty="0">
                <a:solidFill>
                  <a:srgbClr val="1A44A1"/>
                </a:solidFill>
                <a:latin typeface="Times New Roman" panose="02020603050405020304" pitchFamily="18" charset="0"/>
              </a:rPr>
              <a:t>铰接在无重支架</a:t>
            </a:r>
            <a:r>
              <a:rPr lang="en-US" altLang="zh-CN" sz="2000" dirty="0">
                <a:solidFill>
                  <a:srgbClr val="1A44A1"/>
                </a:solidFill>
                <a:latin typeface="Times New Roman" panose="02020603050405020304" pitchFamily="18" charset="0"/>
              </a:rPr>
              <a:t>ABC</a:t>
            </a:r>
            <a:r>
              <a:rPr lang="zh-CN" altLang="zh-CN" sz="2000" dirty="0">
                <a:solidFill>
                  <a:srgbClr val="1A44A1"/>
                </a:solidFill>
                <a:latin typeface="Times New Roman" panose="02020603050405020304" pitchFamily="18" charset="0"/>
              </a:rPr>
              <a:t>上。已知：轮</a:t>
            </a:r>
            <a:r>
              <a:rPr lang="en-US" altLang="zh-CN" sz="2000" dirty="0">
                <a:solidFill>
                  <a:srgbClr val="1A44A1"/>
                </a:solidFill>
                <a:latin typeface="Times New Roman" panose="02020603050405020304" pitchFamily="18" charset="0"/>
              </a:rPr>
              <a:t>C</a:t>
            </a:r>
            <a:r>
              <a:rPr lang="zh-CN" altLang="zh-CN" sz="2000" dirty="0">
                <a:solidFill>
                  <a:srgbClr val="1A44A1"/>
                </a:solidFill>
                <a:latin typeface="Times New Roman" panose="02020603050405020304" pitchFamily="18" charset="0"/>
              </a:rPr>
              <a:t>重为</a:t>
            </a:r>
            <a:r>
              <a:rPr lang="en-US" altLang="zh-CN" sz="2000" dirty="0">
                <a:solidFill>
                  <a:srgbClr val="1A44A1"/>
                </a:solidFill>
                <a:latin typeface="Times New Roman" panose="02020603050405020304" pitchFamily="18" charset="0"/>
              </a:rPr>
              <a:t>P</a:t>
            </a:r>
            <a:r>
              <a:rPr lang="zh-CN" altLang="zh-CN" sz="2000" dirty="0">
                <a:solidFill>
                  <a:srgbClr val="1A44A1"/>
                </a:solidFill>
                <a:latin typeface="Times New Roman" panose="02020603050405020304" pitchFamily="18" charset="0"/>
              </a:rPr>
              <a:t>，重物</a:t>
            </a:r>
            <a:r>
              <a:rPr lang="en-US" altLang="zh-CN" sz="2000" dirty="0">
                <a:solidFill>
                  <a:srgbClr val="1A44A1"/>
                </a:solidFill>
                <a:latin typeface="Times New Roman" panose="02020603050405020304" pitchFamily="18" charset="0"/>
              </a:rPr>
              <a:t>G</a:t>
            </a:r>
            <a:r>
              <a:rPr lang="zh-CN" altLang="zh-CN" sz="2000" dirty="0">
                <a:solidFill>
                  <a:srgbClr val="1A44A1"/>
                </a:solidFill>
                <a:latin typeface="Times New Roman" panose="02020603050405020304" pitchFamily="18" charset="0"/>
              </a:rPr>
              <a:t>重</a:t>
            </a:r>
            <a:r>
              <a:rPr lang="en-US" altLang="zh-CN" sz="2000" dirty="0">
                <a:solidFill>
                  <a:srgbClr val="1A44A1"/>
                </a:solidFill>
                <a:latin typeface="Times New Roman" panose="02020603050405020304" pitchFamily="18" charset="0"/>
              </a:rPr>
              <a:t>Q</a:t>
            </a:r>
            <a:r>
              <a:rPr lang="zh-CN" altLang="zh-CN" sz="2000" dirty="0">
                <a:solidFill>
                  <a:srgbClr val="1A44A1"/>
                </a:solidFill>
                <a:latin typeface="Times New Roman" panose="02020603050405020304" pitchFamily="18" charset="0"/>
              </a:rPr>
              <a:t>，夹角</a:t>
            </a:r>
            <a:r>
              <a:rPr lang="en-US" altLang="zh-CN" sz="2000" dirty="0">
                <a:solidFill>
                  <a:srgbClr val="1A44A1"/>
                </a:solidFill>
                <a:latin typeface="Times New Roman" panose="02020603050405020304" pitchFamily="18" charset="0"/>
              </a:rPr>
              <a:t> =30°</a:t>
            </a:r>
            <a:r>
              <a:rPr lang="zh-CN" altLang="zh-CN" sz="2000" dirty="0">
                <a:solidFill>
                  <a:srgbClr val="1A44A1"/>
                </a:solidFill>
                <a:latin typeface="Times New Roman" panose="02020603050405020304" pitchFamily="18" charset="0"/>
              </a:rPr>
              <a:t>，绳与轮间无相对滑动，且</a:t>
            </a:r>
            <a:r>
              <a:rPr lang="en-US" altLang="zh-CN" sz="2000" dirty="0">
                <a:solidFill>
                  <a:srgbClr val="1A44A1"/>
                </a:solidFill>
                <a:latin typeface="Times New Roman" panose="02020603050405020304" pitchFamily="18" charset="0"/>
              </a:rPr>
              <a:t>F</a:t>
            </a:r>
            <a:r>
              <a:rPr lang="zh-CN" altLang="zh-CN" sz="2000" dirty="0">
                <a:solidFill>
                  <a:srgbClr val="1A44A1"/>
                </a:solidFill>
                <a:latin typeface="Times New Roman" panose="02020603050405020304" pitchFamily="18" charset="0"/>
              </a:rPr>
              <a:t>力已知。试用动静法求重物上升的加速度及</a:t>
            </a:r>
            <a:r>
              <a:rPr lang="en-US" altLang="zh-CN" sz="2000" dirty="0">
                <a:solidFill>
                  <a:srgbClr val="1A44A1"/>
                </a:solidFill>
                <a:latin typeface="Times New Roman" panose="02020603050405020304" pitchFamily="18" charset="0"/>
              </a:rPr>
              <a:t>BC</a:t>
            </a:r>
            <a:r>
              <a:rPr lang="zh-CN" altLang="zh-CN" sz="2000" dirty="0">
                <a:solidFill>
                  <a:srgbClr val="1A44A1"/>
                </a:solidFill>
                <a:latin typeface="Times New Roman" panose="02020603050405020304" pitchFamily="18" charset="0"/>
              </a:rPr>
              <a:t>杆的内力。</a:t>
            </a:r>
          </a:p>
        </p:txBody>
      </p:sp>
      <p:sp>
        <p:nvSpPr>
          <p:cNvPr id="7" name="文本框 6">
            <a:extLst>
              <a:ext uri="{FF2B5EF4-FFF2-40B4-BE49-F238E27FC236}">
                <a16:creationId xmlns:a16="http://schemas.microsoft.com/office/drawing/2014/main" id="{57B62368-EA54-61EF-D0BC-BCD3D2F2AE48}"/>
              </a:ext>
            </a:extLst>
          </p:cNvPr>
          <p:cNvSpPr txBox="1"/>
          <p:nvPr/>
        </p:nvSpPr>
        <p:spPr>
          <a:xfrm>
            <a:off x="247873" y="2196470"/>
            <a:ext cx="6761737"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解： </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轮</a:t>
            </a:r>
            <a:r>
              <a:rPr lang="en-US" altLang="zh-CN" sz="2000" dirty="0">
                <a:solidFill>
                  <a:srgbClr val="1A44A1"/>
                </a:solidFill>
                <a:latin typeface="Times New Roman" panose="02020603050405020304" pitchFamily="18" charset="0"/>
              </a:rPr>
              <a:t>C+</a:t>
            </a:r>
            <a:r>
              <a:rPr lang="zh-CN" altLang="en-US" sz="2000" dirty="0">
                <a:solidFill>
                  <a:srgbClr val="1A44A1"/>
                </a:solidFill>
                <a:latin typeface="Times New Roman" panose="02020603050405020304" pitchFamily="18" charset="0"/>
              </a:rPr>
              <a:t>重物</a:t>
            </a:r>
            <a:r>
              <a:rPr lang="en-US" altLang="zh-CN" sz="2000" dirty="0">
                <a:solidFill>
                  <a:srgbClr val="1A44A1"/>
                </a:solidFill>
                <a:latin typeface="Times New Roman" panose="02020603050405020304" pitchFamily="18" charset="0"/>
              </a:rPr>
              <a:t>G]</a:t>
            </a:r>
            <a:r>
              <a:rPr lang="zh-CN" altLang="en-US" sz="2000" dirty="0">
                <a:solidFill>
                  <a:srgbClr val="1A44A1"/>
                </a:solidFill>
                <a:latin typeface="Times New Roman" panose="02020603050405020304" pitchFamily="18" charset="0"/>
              </a:rPr>
              <a:t>轮</a:t>
            </a:r>
            <a:r>
              <a:rPr lang="en-US" altLang="zh-CN" sz="2000" dirty="0">
                <a:solidFill>
                  <a:srgbClr val="1A44A1"/>
                </a:solidFill>
                <a:latin typeface="Times New Roman" panose="02020603050405020304" pitchFamily="18" charset="0"/>
              </a:rPr>
              <a:t>C</a:t>
            </a:r>
            <a:r>
              <a:rPr lang="zh-CN" altLang="en-US" sz="2000" dirty="0">
                <a:solidFill>
                  <a:srgbClr val="1A44A1"/>
                </a:solidFill>
                <a:latin typeface="Times New Roman" panose="02020603050405020304" pitchFamily="18" charset="0"/>
              </a:rPr>
              <a:t>定轴转动，重物</a:t>
            </a:r>
            <a:r>
              <a:rPr lang="en-US" altLang="zh-CN" sz="2000" dirty="0">
                <a:solidFill>
                  <a:srgbClr val="1A44A1"/>
                </a:solidFill>
                <a:latin typeface="Times New Roman" panose="02020603050405020304" pitchFamily="18" charset="0"/>
              </a:rPr>
              <a:t>G</a:t>
            </a:r>
            <a:r>
              <a:rPr lang="zh-CN" altLang="en-US" sz="2000" dirty="0">
                <a:solidFill>
                  <a:srgbClr val="1A44A1"/>
                </a:solidFill>
                <a:latin typeface="Times New Roman" panose="02020603050405020304" pitchFamily="18" charset="0"/>
              </a:rPr>
              <a:t>平动</a:t>
            </a:r>
            <a:endParaRPr lang="zh-CN" altLang="zh-CN" sz="2000" dirty="0">
              <a:solidFill>
                <a:srgbClr val="1A44A1"/>
              </a:solidFill>
              <a:latin typeface="Times New Roman" panose="02020603050405020304" pitchFamily="18" charset="0"/>
            </a:endParaRPr>
          </a:p>
        </p:txBody>
      </p:sp>
      <p:sp>
        <p:nvSpPr>
          <p:cNvPr id="14" name="文本框 13">
            <a:extLst>
              <a:ext uri="{FF2B5EF4-FFF2-40B4-BE49-F238E27FC236}">
                <a16:creationId xmlns:a16="http://schemas.microsoft.com/office/drawing/2014/main" id="{7171D8D9-5267-A149-BE16-81C7A890CE8C}"/>
              </a:ext>
            </a:extLst>
          </p:cNvPr>
          <p:cNvSpPr txBox="1"/>
          <p:nvPr/>
        </p:nvSpPr>
        <p:spPr>
          <a:xfrm>
            <a:off x="410034" y="6088558"/>
            <a:ext cx="5472608"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解得</a:t>
            </a:r>
            <a:endParaRPr lang="zh-CN" altLang="zh-CN" sz="2000" dirty="0">
              <a:solidFill>
                <a:srgbClr val="1A44A1"/>
              </a:solidFill>
              <a:latin typeface="Times New Roman" panose="02020603050405020304" pitchFamily="18" charset="0"/>
            </a:endParaRPr>
          </a:p>
        </p:txBody>
      </p:sp>
      <p:graphicFrame>
        <p:nvGraphicFramePr>
          <p:cNvPr id="30" name="对象 29"/>
          <p:cNvGraphicFramePr>
            <a:graphicFrameLocks noChangeAspect="1"/>
          </p:cNvGraphicFramePr>
          <p:nvPr>
            <p:extLst>
              <p:ext uri="{D42A27DB-BD31-4B8C-83A1-F6EECF244321}">
                <p14:modId xmlns:p14="http://schemas.microsoft.com/office/powerpoint/2010/main" val="4165354258"/>
              </p:ext>
            </p:extLst>
          </p:nvPr>
        </p:nvGraphicFramePr>
        <p:xfrm>
          <a:off x="1000125" y="2532063"/>
          <a:ext cx="3786188" cy="866775"/>
        </p:xfrm>
        <a:graphic>
          <a:graphicData uri="http://schemas.openxmlformats.org/presentationml/2006/ole">
            <mc:AlternateContent xmlns:mc="http://schemas.openxmlformats.org/markup-compatibility/2006">
              <mc:Choice xmlns:v="urn:schemas-microsoft-com:vml" Requires="v">
                <p:oleObj name="Equation" r:id="rId3" imgW="1676160" imgH="380880" progId="Equation.DSMT4">
                  <p:embed/>
                </p:oleObj>
              </mc:Choice>
              <mc:Fallback>
                <p:oleObj name="Equation" r:id="rId3" imgW="1676160" imgH="380880" progId="Equation.DSMT4">
                  <p:embed/>
                  <p:pic>
                    <p:nvPicPr>
                      <p:cNvPr id="0" name="对象 54"/>
                      <p:cNvPicPr>
                        <a:picLocks noChangeAspect="1" noChangeArrowheads="1"/>
                      </p:cNvPicPr>
                      <p:nvPr/>
                    </p:nvPicPr>
                    <p:blipFill>
                      <a:blip r:embed="rId4"/>
                      <a:srcRect/>
                      <a:stretch>
                        <a:fillRect/>
                      </a:stretch>
                    </p:blipFill>
                    <p:spPr bwMode="auto">
                      <a:xfrm>
                        <a:off x="1000125" y="2532063"/>
                        <a:ext cx="3786188" cy="866775"/>
                      </a:xfrm>
                      <a:prstGeom prst="rect">
                        <a:avLst/>
                      </a:prstGeom>
                      <a:noFill/>
                      <a:ln>
                        <a:noFill/>
                      </a:ln>
                    </p:spPr>
                  </p:pic>
                </p:oleObj>
              </mc:Fallback>
            </mc:AlternateContent>
          </a:graphicData>
        </a:graphic>
      </p:graphicFrame>
      <p:graphicFrame>
        <p:nvGraphicFramePr>
          <p:cNvPr id="58" name="对象 57"/>
          <p:cNvGraphicFramePr>
            <a:graphicFrameLocks noChangeAspect="1"/>
          </p:cNvGraphicFramePr>
          <p:nvPr>
            <p:extLst>
              <p:ext uri="{D42A27DB-BD31-4B8C-83A1-F6EECF244321}">
                <p14:modId xmlns:p14="http://schemas.microsoft.com/office/powerpoint/2010/main" val="1067543779"/>
              </p:ext>
            </p:extLst>
          </p:nvPr>
        </p:nvGraphicFramePr>
        <p:xfrm>
          <a:off x="927051" y="3415119"/>
          <a:ext cx="2063750" cy="865187"/>
        </p:xfrm>
        <a:graphic>
          <a:graphicData uri="http://schemas.openxmlformats.org/presentationml/2006/ole">
            <mc:AlternateContent xmlns:mc="http://schemas.openxmlformats.org/markup-compatibility/2006">
              <mc:Choice xmlns:v="urn:schemas-microsoft-com:vml" Requires="v">
                <p:oleObj name="Equation" r:id="rId5" imgW="914400" imgH="380880" progId="Equation.DSMT4">
                  <p:embed/>
                </p:oleObj>
              </mc:Choice>
              <mc:Fallback>
                <p:oleObj name="Equation" r:id="rId5" imgW="914400" imgH="380880" progId="Equation.DSMT4">
                  <p:embed/>
                  <p:pic>
                    <p:nvPicPr>
                      <p:cNvPr id="0" name=""/>
                      <p:cNvPicPr>
                        <a:picLocks noChangeAspect="1" noChangeArrowheads="1"/>
                      </p:cNvPicPr>
                      <p:nvPr/>
                    </p:nvPicPr>
                    <p:blipFill>
                      <a:blip r:embed="rId6"/>
                      <a:srcRect/>
                      <a:stretch>
                        <a:fillRect/>
                      </a:stretch>
                    </p:blipFill>
                    <p:spPr bwMode="auto">
                      <a:xfrm>
                        <a:off x="927051" y="3415119"/>
                        <a:ext cx="2063750" cy="865187"/>
                      </a:xfrm>
                      <a:prstGeom prst="rect">
                        <a:avLst/>
                      </a:prstGeom>
                      <a:noFill/>
                      <a:ln>
                        <a:noFill/>
                      </a:ln>
                    </p:spPr>
                  </p:pic>
                </p:oleObj>
              </mc:Fallback>
            </mc:AlternateContent>
          </a:graphicData>
        </a:graphic>
      </p:graphicFrame>
      <p:sp>
        <p:nvSpPr>
          <p:cNvPr id="59" name="文本框 63">
            <a:extLst>
              <a:ext uri="{FF2B5EF4-FFF2-40B4-BE49-F238E27FC236}">
                <a16:creationId xmlns:a16="http://schemas.microsoft.com/office/drawing/2014/main" id="{232ED36E-BA76-E977-6C83-9D11E7BFB87C}"/>
              </a:ext>
            </a:extLst>
          </p:cNvPr>
          <p:cNvSpPr txBox="1"/>
          <p:nvPr/>
        </p:nvSpPr>
        <p:spPr>
          <a:xfrm>
            <a:off x="850855" y="4238860"/>
            <a:ext cx="1920936"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列平衡方程：</a:t>
            </a:r>
            <a:endParaRPr lang="zh-CN" altLang="zh-CN" sz="2000" dirty="0">
              <a:solidFill>
                <a:srgbClr val="1A44A1"/>
              </a:solidFill>
              <a:latin typeface="Times New Roman" panose="02020603050405020304" pitchFamily="18" charset="0"/>
            </a:endParaRPr>
          </a:p>
        </p:txBody>
      </p:sp>
      <p:grpSp>
        <p:nvGrpSpPr>
          <p:cNvPr id="3" name="组合 2"/>
          <p:cNvGrpSpPr/>
          <p:nvPr/>
        </p:nvGrpSpPr>
        <p:grpSpPr>
          <a:xfrm>
            <a:off x="318249" y="4739865"/>
            <a:ext cx="5818125" cy="488950"/>
            <a:chOff x="318249" y="4739865"/>
            <a:chExt cx="5818125" cy="488950"/>
          </a:xfrm>
        </p:grpSpPr>
        <p:graphicFrame>
          <p:nvGraphicFramePr>
            <p:cNvPr id="62" name="对象 61"/>
            <p:cNvGraphicFramePr>
              <a:graphicFrameLocks noChangeAspect="1"/>
            </p:cNvGraphicFramePr>
            <p:nvPr>
              <p:extLst>
                <p:ext uri="{D42A27DB-BD31-4B8C-83A1-F6EECF244321}">
                  <p14:modId xmlns:p14="http://schemas.microsoft.com/office/powerpoint/2010/main" val="3530792269"/>
                </p:ext>
              </p:extLst>
            </p:nvPr>
          </p:nvGraphicFramePr>
          <p:xfrm>
            <a:off x="318249" y="4739865"/>
            <a:ext cx="1065212" cy="488950"/>
          </p:xfrm>
          <a:graphic>
            <a:graphicData uri="http://schemas.openxmlformats.org/presentationml/2006/ole">
              <mc:AlternateContent xmlns:mc="http://schemas.openxmlformats.org/markup-compatibility/2006">
                <mc:Choice xmlns:v="urn:schemas-microsoft-com:vml" Requires="v">
                  <p:oleObj name="Equation" r:id="rId7" imgW="469800" imgH="215640" progId="Equation.DSMT4">
                    <p:embed/>
                  </p:oleObj>
                </mc:Choice>
                <mc:Fallback>
                  <p:oleObj name="Equation" r:id="rId7" imgW="469800" imgH="215640" progId="Equation.DSMT4">
                    <p:embed/>
                    <p:pic>
                      <p:nvPicPr>
                        <p:cNvPr id="0" name="对象 60"/>
                        <p:cNvPicPr>
                          <a:picLocks noChangeAspect="1" noChangeArrowheads="1"/>
                        </p:cNvPicPr>
                        <p:nvPr/>
                      </p:nvPicPr>
                      <p:blipFill>
                        <a:blip r:embed="rId8"/>
                        <a:srcRect/>
                        <a:stretch>
                          <a:fillRect/>
                        </a:stretch>
                      </p:blipFill>
                      <p:spPr bwMode="auto">
                        <a:xfrm>
                          <a:off x="318249" y="4739865"/>
                          <a:ext cx="1065212" cy="488950"/>
                        </a:xfrm>
                        <a:prstGeom prst="rect">
                          <a:avLst/>
                        </a:prstGeom>
                        <a:noFill/>
                        <a:ln>
                          <a:noFill/>
                        </a:ln>
                      </p:spPr>
                    </p:pic>
                  </p:oleObj>
                </mc:Fallback>
              </mc:AlternateContent>
            </a:graphicData>
          </a:graphic>
        </p:graphicFrame>
        <p:graphicFrame>
          <p:nvGraphicFramePr>
            <p:cNvPr id="63" name="对象 62"/>
            <p:cNvGraphicFramePr>
              <a:graphicFrameLocks noChangeAspect="1"/>
            </p:cNvGraphicFramePr>
            <p:nvPr>
              <p:extLst>
                <p:ext uri="{D42A27DB-BD31-4B8C-83A1-F6EECF244321}">
                  <p14:modId xmlns:p14="http://schemas.microsoft.com/office/powerpoint/2010/main" val="2930589611"/>
                </p:ext>
              </p:extLst>
            </p:nvPr>
          </p:nvGraphicFramePr>
          <p:xfrm>
            <a:off x="1621524" y="4742729"/>
            <a:ext cx="4514850" cy="460375"/>
          </p:xfrm>
          <a:graphic>
            <a:graphicData uri="http://schemas.openxmlformats.org/presentationml/2006/ole">
              <mc:AlternateContent xmlns:mc="http://schemas.openxmlformats.org/markup-compatibility/2006">
                <mc:Choice xmlns:v="urn:schemas-microsoft-com:vml" Requires="v">
                  <p:oleObj name="Equation" r:id="rId9" imgW="1993680" imgH="203040" progId="Equation.DSMT4">
                    <p:embed/>
                  </p:oleObj>
                </mc:Choice>
                <mc:Fallback>
                  <p:oleObj name="Equation" r:id="rId9" imgW="1993680" imgH="203040" progId="Equation.DSMT4">
                    <p:embed/>
                    <p:pic>
                      <p:nvPicPr>
                        <p:cNvPr id="0" name="对象 61"/>
                        <p:cNvPicPr>
                          <a:picLocks noChangeAspect="1" noChangeArrowheads="1"/>
                        </p:cNvPicPr>
                        <p:nvPr/>
                      </p:nvPicPr>
                      <p:blipFill>
                        <a:blip r:embed="rId10"/>
                        <a:srcRect/>
                        <a:stretch>
                          <a:fillRect/>
                        </a:stretch>
                      </p:blipFill>
                      <p:spPr bwMode="auto">
                        <a:xfrm>
                          <a:off x="1621524" y="4742729"/>
                          <a:ext cx="4514850" cy="460375"/>
                        </a:xfrm>
                        <a:prstGeom prst="rect">
                          <a:avLst/>
                        </a:prstGeom>
                        <a:noFill/>
                        <a:ln>
                          <a:noFill/>
                        </a:ln>
                      </p:spPr>
                    </p:pic>
                  </p:oleObj>
                </mc:Fallback>
              </mc:AlternateContent>
            </a:graphicData>
          </a:graphic>
        </p:graphicFrame>
      </p:grpSp>
      <p:grpSp>
        <p:nvGrpSpPr>
          <p:cNvPr id="5" name="组合 4"/>
          <p:cNvGrpSpPr/>
          <p:nvPr/>
        </p:nvGrpSpPr>
        <p:grpSpPr>
          <a:xfrm>
            <a:off x="176213" y="5310188"/>
            <a:ext cx="5197475" cy="527050"/>
            <a:chOff x="176213" y="5310188"/>
            <a:chExt cx="5197475" cy="527050"/>
          </a:xfrm>
        </p:grpSpPr>
        <p:graphicFrame>
          <p:nvGraphicFramePr>
            <p:cNvPr id="66" name="对象 65"/>
            <p:cNvGraphicFramePr>
              <a:graphicFrameLocks noChangeAspect="1"/>
            </p:cNvGraphicFramePr>
            <p:nvPr>
              <p:extLst>
                <p:ext uri="{D42A27DB-BD31-4B8C-83A1-F6EECF244321}">
                  <p14:modId xmlns:p14="http://schemas.microsoft.com/office/powerpoint/2010/main" val="3392536247"/>
                </p:ext>
              </p:extLst>
            </p:nvPr>
          </p:nvGraphicFramePr>
          <p:xfrm>
            <a:off x="176213" y="5348288"/>
            <a:ext cx="1325562" cy="488950"/>
          </p:xfrm>
          <a:graphic>
            <a:graphicData uri="http://schemas.openxmlformats.org/presentationml/2006/ole">
              <mc:AlternateContent xmlns:mc="http://schemas.openxmlformats.org/markup-compatibility/2006">
                <mc:Choice xmlns:v="urn:schemas-microsoft-com:vml" Requires="v">
                  <p:oleObj name="Equation" r:id="rId11" imgW="583920" imgH="215640" progId="Equation.DSMT4">
                    <p:embed/>
                  </p:oleObj>
                </mc:Choice>
                <mc:Fallback>
                  <p:oleObj name="Equation" r:id="rId11" imgW="583920" imgH="215640" progId="Equation.DSMT4">
                    <p:embed/>
                    <p:pic>
                      <p:nvPicPr>
                        <p:cNvPr id="0" name=""/>
                        <p:cNvPicPr>
                          <a:picLocks noChangeAspect="1" noChangeArrowheads="1"/>
                        </p:cNvPicPr>
                        <p:nvPr/>
                      </p:nvPicPr>
                      <p:blipFill>
                        <a:blip r:embed="rId12"/>
                        <a:srcRect/>
                        <a:stretch>
                          <a:fillRect/>
                        </a:stretch>
                      </p:blipFill>
                      <p:spPr bwMode="auto">
                        <a:xfrm>
                          <a:off x="176213" y="5348288"/>
                          <a:ext cx="1325562" cy="488950"/>
                        </a:xfrm>
                        <a:prstGeom prst="rect">
                          <a:avLst/>
                        </a:prstGeom>
                        <a:noFill/>
                        <a:ln>
                          <a:noFill/>
                        </a:ln>
                      </p:spPr>
                    </p:pic>
                  </p:oleObj>
                </mc:Fallback>
              </mc:AlternateContent>
            </a:graphicData>
          </a:graphic>
        </p:graphicFrame>
        <p:graphicFrame>
          <p:nvGraphicFramePr>
            <p:cNvPr id="67" name="对象 66"/>
            <p:cNvGraphicFramePr>
              <a:graphicFrameLocks noChangeAspect="1"/>
            </p:cNvGraphicFramePr>
            <p:nvPr>
              <p:extLst>
                <p:ext uri="{D42A27DB-BD31-4B8C-83A1-F6EECF244321}">
                  <p14:modId xmlns:p14="http://schemas.microsoft.com/office/powerpoint/2010/main" val="1736746946"/>
                </p:ext>
              </p:extLst>
            </p:nvPr>
          </p:nvGraphicFramePr>
          <p:xfrm>
            <a:off x="2354263" y="5310188"/>
            <a:ext cx="3019425" cy="460375"/>
          </p:xfrm>
          <a:graphic>
            <a:graphicData uri="http://schemas.openxmlformats.org/presentationml/2006/ole">
              <mc:AlternateContent xmlns:mc="http://schemas.openxmlformats.org/markup-compatibility/2006">
                <mc:Choice xmlns:v="urn:schemas-microsoft-com:vml" Requires="v">
                  <p:oleObj name="Equation" r:id="rId13" imgW="1333440" imgH="203040" progId="Equation.DSMT4">
                    <p:embed/>
                  </p:oleObj>
                </mc:Choice>
                <mc:Fallback>
                  <p:oleObj name="Equation" r:id="rId13" imgW="1333440" imgH="203040" progId="Equation.DSMT4">
                    <p:embed/>
                    <p:pic>
                      <p:nvPicPr>
                        <p:cNvPr id="0" name=""/>
                        <p:cNvPicPr>
                          <a:picLocks noChangeAspect="1" noChangeArrowheads="1"/>
                        </p:cNvPicPr>
                        <p:nvPr/>
                      </p:nvPicPr>
                      <p:blipFill>
                        <a:blip r:embed="rId14"/>
                        <a:srcRect/>
                        <a:stretch>
                          <a:fillRect/>
                        </a:stretch>
                      </p:blipFill>
                      <p:spPr bwMode="auto">
                        <a:xfrm>
                          <a:off x="2354263" y="5310188"/>
                          <a:ext cx="3019425" cy="460375"/>
                        </a:xfrm>
                        <a:prstGeom prst="rect">
                          <a:avLst/>
                        </a:prstGeom>
                        <a:noFill/>
                        <a:ln>
                          <a:noFill/>
                        </a:ln>
                      </p:spPr>
                    </p:pic>
                  </p:oleObj>
                </mc:Fallback>
              </mc:AlternateContent>
            </a:graphicData>
          </a:graphic>
        </p:graphicFrame>
      </p:grpSp>
      <p:graphicFrame>
        <p:nvGraphicFramePr>
          <p:cNvPr id="68" name="对象 67"/>
          <p:cNvGraphicFramePr>
            <a:graphicFrameLocks noChangeAspect="1"/>
          </p:cNvGraphicFramePr>
          <p:nvPr>
            <p:extLst>
              <p:ext uri="{D42A27DB-BD31-4B8C-83A1-F6EECF244321}">
                <p14:modId xmlns:p14="http://schemas.microsoft.com/office/powerpoint/2010/main" val="3157876257"/>
              </p:ext>
            </p:extLst>
          </p:nvPr>
        </p:nvGraphicFramePr>
        <p:xfrm>
          <a:off x="1475656" y="5861236"/>
          <a:ext cx="1897063" cy="892175"/>
        </p:xfrm>
        <a:graphic>
          <a:graphicData uri="http://schemas.openxmlformats.org/presentationml/2006/ole">
            <mc:AlternateContent xmlns:mc="http://schemas.openxmlformats.org/markup-compatibility/2006">
              <mc:Choice xmlns:v="urn:schemas-microsoft-com:vml" Requires="v">
                <p:oleObj name="Equation" r:id="rId15" imgW="838080" imgH="393480" progId="Equation.DSMT4">
                  <p:embed/>
                </p:oleObj>
              </mc:Choice>
              <mc:Fallback>
                <p:oleObj name="Equation" r:id="rId15" imgW="838080" imgH="393480" progId="Equation.DSMT4">
                  <p:embed/>
                  <p:pic>
                    <p:nvPicPr>
                      <p:cNvPr id="0" name="对象 66"/>
                      <p:cNvPicPr>
                        <a:picLocks noChangeAspect="1" noChangeArrowheads="1"/>
                      </p:cNvPicPr>
                      <p:nvPr/>
                    </p:nvPicPr>
                    <p:blipFill>
                      <a:blip r:embed="rId16"/>
                      <a:srcRect/>
                      <a:stretch>
                        <a:fillRect/>
                      </a:stretch>
                    </p:blipFill>
                    <p:spPr bwMode="auto">
                      <a:xfrm>
                        <a:off x="1475656" y="5861236"/>
                        <a:ext cx="1897063"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 name="对象 68"/>
          <p:cNvGraphicFramePr>
            <a:graphicFrameLocks noChangeAspect="1"/>
          </p:cNvGraphicFramePr>
          <p:nvPr>
            <p:extLst>
              <p:ext uri="{D42A27DB-BD31-4B8C-83A1-F6EECF244321}">
                <p14:modId xmlns:p14="http://schemas.microsoft.com/office/powerpoint/2010/main" val="1188437705"/>
              </p:ext>
            </p:extLst>
          </p:nvPr>
        </p:nvGraphicFramePr>
        <p:xfrm>
          <a:off x="3452774" y="5813950"/>
          <a:ext cx="3938588" cy="949325"/>
        </p:xfrm>
        <a:graphic>
          <a:graphicData uri="http://schemas.openxmlformats.org/presentationml/2006/ole">
            <mc:AlternateContent xmlns:mc="http://schemas.openxmlformats.org/markup-compatibility/2006">
              <mc:Choice xmlns:v="urn:schemas-microsoft-com:vml" Requires="v">
                <p:oleObj name="Equation" r:id="rId17" imgW="1739880" imgH="419040" progId="Equation.DSMT4">
                  <p:embed/>
                </p:oleObj>
              </mc:Choice>
              <mc:Fallback>
                <p:oleObj name="Equation" r:id="rId17" imgW="1739880" imgH="419040" progId="Equation.DSMT4">
                  <p:embed/>
                  <p:pic>
                    <p:nvPicPr>
                      <p:cNvPr id="0" name=""/>
                      <p:cNvPicPr>
                        <a:picLocks noChangeAspect="1" noChangeArrowheads="1"/>
                      </p:cNvPicPr>
                      <p:nvPr/>
                    </p:nvPicPr>
                    <p:blipFill>
                      <a:blip r:embed="rId18"/>
                      <a:srcRect/>
                      <a:stretch>
                        <a:fillRect/>
                      </a:stretch>
                    </p:blipFill>
                    <p:spPr bwMode="auto">
                      <a:xfrm>
                        <a:off x="3452774" y="5813950"/>
                        <a:ext cx="3938588"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 name="组合 5"/>
          <p:cNvGrpSpPr/>
          <p:nvPr/>
        </p:nvGrpSpPr>
        <p:grpSpPr>
          <a:xfrm>
            <a:off x="6650703" y="2996952"/>
            <a:ext cx="2581246" cy="3043693"/>
            <a:chOff x="6650703" y="3803795"/>
            <a:chExt cx="2581246" cy="3043693"/>
          </a:xfrm>
        </p:grpSpPr>
        <p:pic>
          <p:nvPicPr>
            <p:cNvPr id="50" name="图片 49" descr="47"/>
            <p:cNvPicPr/>
            <p:nvPr/>
          </p:nvPicPr>
          <p:blipFill>
            <a:blip r:embed="rId2" cstate="print">
              <a:duotone>
                <a:schemeClr val="accent1">
                  <a:shade val="45000"/>
                  <a:satMod val="135000"/>
                </a:schemeClr>
                <a:prstClr val="white"/>
              </a:duotone>
            </a:blip>
            <a:stretch>
              <a:fillRect/>
            </a:stretch>
          </p:blipFill>
          <p:spPr>
            <a:xfrm>
              <a:off x="6650703" y="3835319"/>
              <a:ext cx="2336497" cy="2313483"/>
            </a:xfrm>
            <a:prstGeom prst="rect">
              <a:avLst/>
            </a:prstGeom>
            <a:noFill/>
            <a:ln w="9525">
              <a:noFill/>
            </a:ln>
          </p:spPr>
        </p:pic>
        <p:cxnSp>
          <p:nvCxnSpPr>
            <p:cNvPr id="29" name="直接箭头连接符 28">
              <a:extLst>
                <a:ext uri="{FF2B5EF4-FFF2-40B4-BE49-F238E27FC236}">
                  <a16:creationId xmlns:a16="http://schemas.microsoft.com/office/drawing/2014/main" id="{5A488A12-96A8-90B4-022B-22E1316E0743}"/>
                </a:ext>
              </a:extLst>
            </p:cNvPr>
            <p:cNvCxnSpPr>
              <a:cxnSpLocks/>
            </p:cNvCxnSpPr>
            <p:nvPr/>
          </p:nvCxnSpPr>
          <p:spPr>
            <a:xfrm>
              <a:off x="8287841" y="4896141"/>
              <a:ext cx="0" cy="756718"/>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49" name="文本框 37">
              <a:extLst>
                <a:ext uri="{FF2B5EF4-FFF2-40B4-BE49-F238E27FC236}">
                  <a16:creationId xmlns:a16="http://schemas.microsoft.com/office/drawing/2014/main" id="{C6B7884B-E2AB-1FEB-B4A3-F91F5B0233AD}"/>
                </a:ext>
              </a:extLst>
            </p:cNvPr>
            <p:cNvSpPr txBox="1"/>
            <p:nvPr/>
          </p:nvSpPr>
          <p:spPr>
            <a:xfrm>
              <a:off x="8073229" y="5468193"/>
              <a:ext cx="644651" cy="369332"/>
            </a:xfrm>
            <a:prstGeom prst="rect">
              <a:avLst/>
            </a:prstGeom>
            <a:noFill/>
          </p:spPr>
          <p:txBody>
            <a:bodyPr wrap="square" rtlCol="0">
              <a:spAutoFit/>
            </a:bodyPr>
            <a:lstStyle/>
            <a:p>
              <a:pPr algn="ctr"/>
              <a:r>
                <a:rPr lang="en-US" altLang="zh-CN" b="1" i="1" dirty="0">
                  <a:solidFill>
                    <a:srgbClr val="C00000"/>
                  </a:solidFill>
                  <a:latin typeface="Times New Roman" panose="02020603050405020304" pitchFamily="18" charset="0"/>
                </a:rPr>
                <a:t>P</a:t>
              </a:r>
            </a:p>
          </p:txBody>
        </p:sp>
        <p:cxnSp>
          <p:nvCxnSpPr>
            <p:cNvPr id="43" name="直接箭头连接符 42">
              <a:extLst>
                <a:ext uri="{FF2B5EF4-FFF2-40B4-BE49-F238E27FC236}">
                  <a16:creationId xmlns:a16="http://schemas.microsoft.com/office/drawing/2014/main" id="{5A488A12-96A8-90B4-022B-22E1316E0743}"/>
                </a:ext>
              </a:extLst>
            </p:cNvPr>
            <p:cNvCxnSpPr>
              <a:cxnSpLocks/>
            </p:cNvCxnSpPr>
            <p:nvPr/>
          </p:nvCxnSpPr>
          <p:spPr>
            <a:xfrm flipH="1" flipV="1">
              <a:off x="7442795" y="4376200"/>
              <a:ext cx="835521" cy="519941"/>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文本框 41">
                  <a:extLst>
                    <a:ext uri="{FF2B5EF4-FFF2-40B4-BE49-F238E27FC236}">
                      <a16:creationId xmlns:a16="http://schemas.microsoft.com/office/drawing/2014/main" id="{8F006AF2-C30B-34E4-FE1F-3F170B657F87}"/>
                    </a:ext>
                  </a:extLst>
                </p:cNvPr>
                <p:cNvSpPr txBox="1"/>
                <p:nvPr/>
              </p:nvSpPr>
              <p:spPr>
                <a:xfrm>
                  <a:off x="7411016" y="4025197"/>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b="0" i="1" smtClean="0">
                                <a:solidFill>
                                  <a:srgbClr val="C00000"/>
                                </a:solidFill>
                                <a:latin typeface="Cambria Math"/>
                              </a:rPr>
                              <m:t>𝐵</m:t>
                            </m:r>
                          </m:sub>
                        </m:sSub>
                      </m:oMath>
                    </m:oMathPara>
                  </a14:m>
                  <a:endParaRPr lang="en-US" altLang="zh-CN" dirty="0">
                    <a:solidFill>
                      <a:srgbClr val="C00000"/>
                    </a:solidFill>
                    <a:latin typeface="Times New Roman" panose="02020603050405020304" pitchFamily="18" charset="0"/>
                  </a:endParaRPr>
                </a:p>
              </p:txBody>
            </p:sp>
          </mc:Choice>
          <mc:Fallback xmlns="">
            <p:sp>
              <p:nvSpPr>
                <p:cNvPr id="51" name="文本框 41">
                  <a:extLst>
                    <a:ext uri="{FF2B5EF4-FFF2-40B4-BE49-F238E27FC236}">
                      <a16:creationId xmlns="" xmlns:a16="http://schemas.microsoft.com/office/drawing/2014/main" xmlns:a14="http://schemas.microsoft.com/office/drawing/2010/main" id="{8F006AF2-C30B-34E4-FE1F-3F170B657F87}"/>
                    </a:ext>
                  </a:extLst>
                </p:cNvPr>
                <p:cNvSpPr txBox="1">
                  <a:spLocks noRot="1" noChangeAspect="1" noMove="1" noResize="1" noEditPoints="1" noAdjustHandles="1" noChangeArrowheads="1" noChangeShapeType="1" noTextEdit="1"/>
                </p:cNvSpPr>
                <p:nvPr/>
              </p:nvSpPr>
              <p:spPr>
                <a:xfrm>
                  <a:off x="7411016" y="4025197"/>
                  <a:ext cx="644651" cy="369332"/>
                </a:xfrm>
                <a:prstGeom prst="rect">
                  <a:avLst/>
                </a:prstGeom>
                <a:blipFill rotWithShape="1">
                  <a:blip r:embed="rId20"/>
                  <a:stretch>
                    <a:fillRect/>
                  </a:stretch>
                </a:blipFill>
              </p:spPr>
              <p:txBody>
                <a:bodyPr/>
                <a:lstStyle/>
                <a:p>
                  <a:r>
                    <a:rPr lang="zh-CN" altLang="en-US">
                      <a:noFill/>
                    </a:rPr>
                    <a:t> </a:t>
                  </a:r>
                </a:p>
              </p:txBody>
            </p:sp>
          </mc:Fallback>
        </mc:AlternateContent>
        <p:cxnSp>
          <p:nvCxnSpPr>
            <p:cNvPr id="52" name="直接箭头连接符 51">
              <a:extLst>
                <a:ext uri="{FF2B5EF4-FFF2-40B4-BE49-F238E27FC236}">
                  <a16:creationId xmlns:a16="http://schemas.microsoft.com/office/drawing/2014/main" id="{5A488A12-96A8-90B4-022B-22E1316E0743}"/>
                </a:ext>
              </a:extLst>
            </p:cNvPr>
            <p:cNvCxnSpPr>
              <a:cxnSpLocks/>
            </p:cNvCxnSpPr>
            <p:nvPr/>
          </p:nvCxnSpPr>
          <p:spPr>
            <a:xfrm flipH="1" flipV="1">
              <a:off x="7236296" y="4896141"/>
              <a:ext cx="1051545" cy="1"/>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文本框 41">
                  <a:extLst>
                    <a:ext uri="{FF2B5EF4-FFF2-40B4-BE49-F238E27FC236}">
                      <a16:creationId xmlns:a16="http://schemas.microsoft.com/office/drawing/2014/main" id="{8F006AF2-C30B-34E4-FE1F-3F170B657F87}"/>
                    </a:ext>
                  </a:extLst>
                </p:cNvPr>
                <p:cNvSpPr txBox="1"/>
                <p:nvPr/>
              </p:nvSpPr>
              <p:spPr>
                <a:xfrm>
                  <a:off x="7009610" y="4988182"/>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b="0" i="1" smtClean="0">
                                <a:solidFill>
                                  <a:srgbClr val="C00000"/>
                                </a:solidFill>
                                <a:latin typeface="Cambria Math"/>
                              </a:rPr>
                              <m:t>𝐴</m:t>
                            </m:r>
                          </m:sub>
                        </m:sSub>
                      </m:oMath>
                    </m:oMathPara>
                  </a14:m>
                  <a:endParaRPr lang="en-US" altLang="zh-CN" dirty="0">
                    <a:solidFill>
                      <a:srgbClr val="C00000"/>
                    </a:solidFill>
                    <a:latin typeface="Times New Roman" panose="02020603050405020304" pitchFamily="18" charset="0"/>
                  </a:endParaRPr>
                </a:p>
              </p:txBody>
            </p:sp>
          </mc:Choice>
          <mc:Fallback xmlns="">
            <p:sp>
              <p:nvSpPr>
                <p:cNvPr id="53" name="文本框 41">
                  <a:extLst>
                    <a:ext uri="{FF2B5EF4-FFF2-40B4-BE49-F238E27FC236}">
                      <a16:creationId xmlns="" xmlns:a16="http://schemas.microsoft.com/office/drawing/2014/main" xmlns:a14="http://schemas.microsoft.com/office/drawing/2010/main" id="{8F006AF2-C30B-34E4-FE1F-3F170B657F87}"/>
                    </a:ext>
                  </a:extLst>
                </p:cNvPr>
                <p:cNvSpPr txBox="1">
                  <a:spLocks noRot="1" noChangeAspect="1" noMove="1" noResize="1" noEditPoints="1" noAdjustHandles="1" noChangeArrowheads="1" noChangeShapeType="1" noTextEdit="1"/>
                </p:cNvSpPr>
                <p:nvPr/>
              </p:nvSpPr>
              <p:spPr>
                <a:xfrm>
                  <a:off x="7009610" y="4988182"/>
                  <a:ext cx="644651" cy="369332"/>
                </a:xfrm>
                <a:prstGeom prst="rect">
                  <a:avLst/>
                </a:prstGeom>
                <a:blipFill rotWithShape="1">
                  <a:blip r:embed="rId21"/>
                  <a:stretch>
                    <a:fillRect/>
                  </a:stretch>
                </a:blipFill>
              </p:spPr>
              <p:txBody>
                <a:bodyPr/>
                <a:lstStyle/>
                <a:p>
                  <a:r>
                    <a:rPr lang="zh-CN" altLang="en-US">
                      <a:noFill/>
                    </a:rPr>
                    <a:t> </a:t>
                  </a:r>
                </a:p>
              </p:txBody>
            </p:sp>
          </mc:Fallback>
        </mc:AlternateContent>
        <p:cxnSp>
          <p:nvCxnSpPr>
            <p:cNvPr id="54" name="直接箭头连接符 53">
              <a:extLst>
                <a:ext uri="{FF2B5EF4-FFF2-40B4-BE49-F238E27FC236}">
                  <a16:creationId xmlns:a16="http://schemas.microsoft.com/office/drawing/2014/main" id="{5A488A12-96A8-90B4-022B-22E1316E0743}"/>
                </a:ext>
              </a:extLst>
            </p:cNvPr>
            <p:cNvCxnSpPr>
              <a:cxnSpLocks/>
            </p:cNvCxnSpPr>
            <p:nvPr/>
          </p:nvCxnSpPr>
          <p:spPr>
            <a:xfrm>
              <a:off x="7741840" y="5996693"/>
              <a:ext cx="9896" cy="458893"/>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55" name="文本框 37">
              <a:extLst>
                <a:ext uri="{FF2B5EF4-FFF2-40B4-BE49-F238E27FC236}">
                  <a16:creationId xmlns:a16="http://schemas.microsoft.com/office/drawing/2014/main" id="{C6B7884B-E2AB-1FEB-B4A3-F91F5B0233AD}"/>
                </a:ext>
              </a:extLst>
            </p:cNvPr>
            <p:cNvSpPr txBox="1"/>
            <p:nvPr/>
          </p:nvSpPr>
          <p:spPr>
            <a:xfrm>
              <a:off x="7255006" y="6181204"/>
              <a:ext cx="644651" cy="369332"/>
            </a:xfrm>
            <a:prstGeom prst="rect">
              <a:avLst/>
            </a:prstGeom>
            <a:noFill/>
          </p:spPr>
          <p:txBody>
            <a:bodyPr wrap="square" rtlCol="0">
              <a:spAutoFit/>
            </a:bodyPr>
            <a:lstStyle/>
            <a:p>
              <a:pPr algn="ctr"/>
              <a:r>
                <a:rPr lang="en-US" altLang="zh-CN" b="1" i="1" dirty="0">
                  <a:solidFill>
                    <a:srgbClr val="C00000"/>
                  </a:solidFill>
                  <a:latin typeface="Times New Roman" panose="02020603050405020304" pitchFamily="18" charset="0"/>
                </a:rPr>
                <a:t>Q</a:t>
              </a:r>
            </a:p>
          </p:txBody>
        </p:sp>
        <p:sp>
          <p:nvSpPr>
            <p:cNvPr id="56" name="弧形 55">
              <a:extLst>
                <a:ext uri="{FF2B5EF4-FFF2-40B4-BE49-F238E27FC236}">
                  <a16:creationId xmlns:a16="http://schemas.microsoft.com/office/drawing/2014/main" id="{33339090-55F5-3BDE-FDF8-6736D693DBD9}"/>
                </a:ext>
              </a:extLst>
            </p:cNvPr>
            <p:cNvSpPr/>
            <p:nvPr/>
          </p:nvSpPr>
          <p:spPr>
            <a:xfrm rot="17243841">
              <a:off x="7869571" y="4249459"/>
              <a:ext cx="795478" cy="743738"/>
            </a:xfrm>
            <a:prstGeom prst="arc">
              <a:avLst>
                <a:gd name="adj1" fmla="val 18370274"/>
                <a:gd name="adj2" fmla="val 2351148"/>
              </a:avLst>
            </a:prstGeom>
            <a:ln w="31750">
              <a:solidFill>
                <a:srgbClr val="C00000"/>
              </a:solidFill>
              <a:prstDash val="sysDash"/>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7" name="文本框 33">
                  <a:extLst>
                    <a:ext uri="{FF2B5EF4-FFF2-40B4-BE49-F238E27FC236}">
                      <a16:creationId xmlns:a16="http://schemas.microsoft.com/office/drawing/2014/main" id="{20C3D808-6F02-047F-C8B0-33ADE46C1C0F}"/>
                    </a:ext>
                  </a:extLst>
                </p:cNvPr>
                <p:cNvSpPr txBox="1"/>
                <p:nvPr/>
              </p:nvSpPr>
              <p:spPr>
                <a:xfrm>
                  <a:off x="7976586" y="3803795"/>
                  <a:ext cx="644651" cy="39190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𝑀</m:t>
                            </m:r>
                          </m:e>
                          <m:sub>
                            <m:r>
                              <a:rPr lang="en-US" altLang="zh-CN" b="0" i="1" smtClean="0">
                                <a:solidFill>
                                  <a:srgbClr val="C00000"/>
                                </a:solidFill>
                                <a:latin typeface="Cambria Math"/>
                              </a:rPr>
                              <m:t>𝑔𝐶</m:t>
                            </m:r>
                          </m:sub>
                        </m:sSub>
                      </m:oMath>
                    </m:oMathPara>
                  </a14:m>
                  <a:endParaRPr lang="en-US" altLang="zh-CN" dirty="0">
                    <a:solidFill>
                      <a:srgbClr val="C00000"/>
                    </a:solidFill>
                    <a:latin typeface="Times New Roman" panose="02020603050405020304" pitchFamily="18" charset="0"/>
                  </a:endParaRPr>
                </a:p>
              </p:txBody>
            </p:sp>
          </mc:Choice>
          <mc:Fallback xmlns="">
            <p:sp>
              <p:nvSpPr>
                <p:cNvPr id="57" name="文本框 33">
                  <a:extLst>
                    <a:ext uri="{FF2B5EF4-FFF2-40B4-BE49-F238E27FC236}">
                      <a16:creationId xmlns="" xmlns:a16="http://schemas.microsoft.com/office/drawing/2014/main" xmlns:a14="http://schemas.microsoft.com/office/drawing/2010/main" id="{20C3D808-6F02-047F-C8B0-33ADE46C1C0F}"/>
                    </a:ext>
                  </a:extLst>
                </p:cNvPr>
                <p:cNvSpPr txBox="1">
                  <a:spLocks noRot="1" noChangeAspect="1" noMove="1" noResize="1" noEditPoints="1" noAdjustHandles="1" noChangeArrowheads="1" noChangeShapeType="1" noTextEdit="1"/>
                </p:cNvSpPr>
                <p:nvPr/>
              </p:nvSpPr>
              <p:spPr>
                <a:xfrm>
                  <a:off x="7976586" y="3803795"/>
                  <a:ext cx="644651" cy="391902"/>
                </a:xfrm>
                <a:prstGeom prst="rect">
                  <a:avLst/>
                </a:prstGeom>
                <a:blipFill rotWithShape="1">
                  <a:blip r:embed="rId22"/>
                  <a:stretch>
                    <a:fillRect b="-9375"/>
                  </a:stretch>
                </a:blipFill>
              </p:spPr>
              <p:txBody>
                <a:bodyPr/>
                <a:lstStyle/>
                <a:p>
                  <a:r>
                    <a:rPr lang="zh-CN" altLang="en-US">
                      <a:noFill/>
                    </a:rPr>
                    <a:t> </a:t>
                  </a:r>
                </a:p>
              </p:txBody>
            </p:sp>
          </mc:Fallback>
        </mc:AlternateContent>
        <p:cxnSp>
          <p:nvCxnSpPr>
            <p:cNvPr id="60" name="直接箭头连接符 59">
              <a:extLst>
                <a:ext uri="{FF2B5EF4-FFF2-40B4-BE49-F238E27FC236}">
                  <a16:creationId xmlns:a16="http://schemas.microsoft.com/office/drawing/2014/main" id="{5A488A12-96A8-90B4-022B-22E1316E0743}"/>
                </a:ext>
              </a:extLst>
            </p:cNvPr>
            <p:cNvCxnSpPr>
              <a:cxnSpLocks/>
            </p:cNvCxnSpPr>
            <p:nvPr/>
          </p:nvCxnSpPr>
          <p:spPr>
            <a:xfrm>
              <a:off x="7846452" y="6003854"/>
              <a:ext cx="0" cy="816683"/>
            </a:xfrm>
            <a:prstGeom prst="straightConnector1">
              <a:avLst/>
            </a:prstGeom>
            <a:ln w="31750">
              <a:solidFill>
                <a:srgbClr val="C00000"/>
              </a:solidFill>
              <a:prstDash val="sysDash"/>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文本框 41">
                  <a:extLst>
                    <a:ext uri="{FF2B5EF4-FFF2-40B4-BE49-F238E27FC236}">
                      <a16:creationId xmlns:a16="http://schemas.microsoft.com/office/drawing/2014/main" id="{8F006AF2-C30B-34E4-FE1F-3F170B657F87}"/>
                    </a:ext>
                  </a:extLst>
                </p:cNvPr>
                <p:cNvSpPr txBox="1"/>
                <p:nvPr/>
              </p:nvSpPr>
              <p:spPr>
                <a:xfrm>
                  <a:off x="7813791" y="6455586"/>
                  <a:ext cx="644651" cy="39190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𝑭</m:t>
                            </m:r>
                          </m:e>
                          <m:sub>
                            <m:r>
                              <a:rPr lang="en-US" altLang="zh-CN" b="0" i="1" smtClean="0">
                                <a:solidFill>
                                  <a:srgbClr val="C00000"/>
                                </a:solidFill>
                                <a:latin typeface="Cambria Math"/>
                              </a:rPr>
                              <m:t>𝑔𝐺</m:t>
                            </m:r>
                          </m:sub>
                        </m:sSub>
                      </m:oMath>
                    </m:oMathPara>
                  </a14:m>
                  <a:endParaRPr lang="en-US" altLang="zh-CN" dirty="0">
                    <a:solidFill>
                      <a:srgbClr val="C00000"/>
                    </a:solidFill>
                    <a:latin typeface="Times New Roman" panose="02020603050405020304" pitchFamily="18" charset="0"/>
                  </a:endParaRPr>
                </a:p>
              </p:txBody>
            </p:sp>
          </mc:Choice>
          <mc:Fallback xmlns="">
            <p:sp>
              <p:nvSpPr>
                <p:cNvPr id="61" name="文本框 41">
                  <a:extLst>
                    <a:ext uri="{FF2B5EF4-FFF2-40B4-BE49-F238E27FC236}">
                      <a16:creationId xmlns="" xmlns:a16="http://schemas.microsoft.com/office/drawing/2014/main" xmlns:a14="http://schemas.microsoft.com/office/drawing/2010/main" id="{8F006AF2-C30B-34E4-FE1F-3F170B657F87}"/>
                    </a:ext>
                  </a:extLst>
                </p:cNvPr>
                <p:cNvSpPr txBox="1">
                  <a:spLocks noRot="1" noChangeAspect="1" noMove="1" noResize="1" noEditPoints="1" noAdjustHandles="1" noChangeArrowheads="1" noChangeShapeType="1" noTextEdit="1"/>
                </p:cNvSpPr>
                <p:nvPr/>
              </p:nvSpPr>
              <p:spPr>
                <a:xfrm>
                  <a:off x="7813791" y="6455586"/>
                  <a:ext cx="644651" cy="391902"/>
                </a:xfrm>
                <a:prstGeom prst="rect">
                  <a:avLst/>
                </a:prstGeom>
                <a:blipFill rotWithShape="1">
                  <a:blip r:embed="rId23"/>
                  <a:stretch>
                    <a:fillRect b="-9375"/>
                  </a:stretch>
                </a:blipFill>
              </p:spPr>
              <p:txBody>
                <a:bodyPr/>
                <a:lstStyle/>
                <a:p>
                  <a:r>
                    <a:rPr lang="zh-CN" altLang="en-US">
                      <a:noFill/>
                    </a:rPr>
                    <a:t> </a:t>
                  </a:r>
                </a:p>
              </p:txBody>
            </p:sp>
          </mc:Fallback>
        </mc:AlternateContent>
        <p:sp>
          <p:nvSpPr>
            <p:cNvPr id="31" name="弧形 30">
              <a:extLst>
                <a:ext uri="{FF2B5EF4-FFF2-40B4-BE49-F238E27FC236}">
                  <a16:creationId xmlns:a16="http://schemas.microsoft.com/office/drawing/2014/main" id="{3A62E9D9-68D0-DFEA-9909-94CD0A5D553D}"/>
                </a:ext>
              </a:extLst>
            </p:cNvPr>
            <p:cNvSpPr/>
            <p:nvPr/>
          </p:nvSpPr>
          <p:spPr>
            <a:xfrm rot="2406298">
              <a:off x="8045690" y="4620191"/>
              <a:ext cx="795478" cy="743738"/>
            </a:xfrm>
            <a:prstGeom prst="arc">
              <a:avLst>
                <a:gd name="adj1" fmla="val 19784129"/>
                <a:gd name="adj2" fmla="val 1591362"/>
              </a:avLst>
            </a:prstGeom>
            <a:ln w="31750">
              <a:solidFill>
                <a:srgbClr val="C0000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2" name="文本框 23">
                  <a:extLst>
                    <a:ext uri="{FF2B5EF4-FFF2-40B4-BE49-F238E27FC236}">
                      <a16:creationId xmlns:a16="http://schemas.microsoft.com/office/drawing/2014/main" id="{E8C3B360-B488-250C-875B-D301F4A8806D}"/>
                    </a:ext>
                  </a:extLst>
                </p:cNvPr>
                <p:cNvSpPr txBox="1"/>
                <p:nvPr/>
              </p:nvSpPr>
              <p:spPr>
                <a:xfrm>
                  <a:off x="8587298" y="5075892"/>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zh-CN" altLang="en-US" b="0" i="1" smtClean="0">
                            <a:solidFill>
                              <a:srgbClr val="C00000"/>
                            </a:solidFill>
                            <a:latin typeface="Cambria Math"/>
                          </a:rPr>
                          <m:t>𝛼</m:t>
                        </m:r>
                      </m:oMath>
                    </m:oMathPara>
                  </a14:m>
                  <a:endParaRPr lang="en-US" altLang="zh-CN" dirty="0">
                    <a:solidFill>
                      <a:srgbClr val="C00000"/>
                    </a:solidFill>
                    <a:latin typeface="Times New Roman" panose="02020603050405020304" pitchFamily="18" charset="0"/>
                  </a:endParaRPr>
                </a:p>
              </p:txBody>
            </p:sp>
          </mc:Choice>
          <mc:Fallback xmlns="">
            <p:sp>
              <p:nvSpPr>
                <p:cNvPr id="32" name="文本框 23">
                  <a:extLst>
                    <a:ext uri="{FF2B5EF4-FFF2-40B4-BE49-F238E27FC236}">
                      <a16:creationId xmlns:a16="http://schemas.microsoft.com/office/drawing/2014/main" xmlns="" xmlns:a14="http://schemas.microsoft.com/office/drawing/2010/main" id="{E8C3B360-B488-250C-875B-D301F4A8806D}"/>
                    </a:ext>
                  </a:extLst>
                </p:cNvPr>
                <p:cNvSpPr txBox="1">
                  <a:spLocks noRot="1" noChangeAspect="1" noMove="1" noResize="1" noEditPoints="1" noAdjustHandles="1" noChangeArrowheads="1" noChangeShapeType="1" noTextEdit="1"/>
                </p:cNvSpPr>
                <p:nvPr/>
              </p:nvSpPr>
              <p:spPr>
                <a:xfrm>
                  <a:off x="8587298" y="5075892"/>
                  <a:ext cx="644651" cy="369332"/>
                </a:xfrm>
                <a:prstGeom prst="rect">
                  <a:avLst/>
                </a:prstGeom>
                <a:blipFill rotWithShape="1">
                  <a:blip r:embed="rId24"/>
                  <a:stretch>
                    <a:fillRect/>
                  </a:stretch>
                </a:blipFill>
              </p:spPr>
              <p:txBody>
                <a:bodyPr/>
                <a:lstStyle/>
                <a:p>
                  <a:r>
                    <a:rPr lang="zh-CN" altLang="en-US">
                      <a:noFill/>
                    </a:rPr>
                    <a:t> </a:t>
                  </a:r>
                </a:p>
              </p:txBody>
            </p:sp>
          </mc:Fallback>
        </mc:AlternateContent>
        <p:cxnSp>
          <p:nvCxnSpPr>
            <p:cNvPr id="33" name="直接箭头连接符 32">
              <a:extLst>
                <a:ext uri="{FF2B5EF4-FFF2-40B4-BE49-F238E27FC236}">
                  <a16:creationId xmlns:a16="http://schemas.microsoft.com/office/drawing/2014/main" id="{5A488A12-96A8-90B4-022B-22E1316E0743}"/>
                </a:ext>
              </a:extLst>
            </p:cNvPr>
            <p:cNvCxnSpPr>
              <a:cxnSpLocks/>
            </p:cNvCxnSpPr>
            <p:nvPr/>
          </p:nvCxnSpPr>
          <p:spPr>
            <a:xfrm flipV="1">
              <a:off x="8115077" y="5749770"/>
              <a:ext cx="0" cy="372441"/>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文本框 88">
                  <a:extLst>
                    <a:ext uri="{FF2B5EF4-FFF2-40B4-BE49-F238E27FC236}">
                      <a16:creationId xmlns:a16="http://schemas.microsoft.com/office/drawing/2014/main" id="{D38B155B-442B-D3B9-27A9-098E74469DC5}"/>
                    </a:ext>
                  </a:extLst>
                </p:cNvPr>
                <p:cNvSpPr txBox="1"/>
                <p:nvPr/>
              </p:nvSpPr>
              <p:spPr>
                <a:xfrm>
                  <a:off x="7955990" y="5779470"/>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𝒂</m:t>
                        </m:r>
                      </m:oMath>
                    </m:oMathPara>
                  </a14:m>
                  <a:endParaRPr lang="en-US" altLang="zh-CN" b="1" dirty="0">
                    <a:solidFill>
                      <a:srgbClr val="C00000"/>
                    </a:solidFill>
                    <a:latin typeface="Times New Roman" panose="02020603050405020304" pitchFamily="18" charset="0"/>
                  </a:endParaRPr>
                </a:p>
              </p:txBody>
            </p:sp>
          </mc:Choice>
          <mc:Fallback xmlns="">
            <p:sp>
              <p:nvSpPr>
                <p:cNvPr id="34" name="文本框 88">
                  <a:extLst>
                    <a:ext uri="{FF2B5EF4-FFF2-40B4-BE49-F238E27FC236}">
                      <a16:creationId xmlns:a16="http://schemas.microsoft.com/office/drawing/2014/main" xmlns="" xmlns:a14="http://schemas.microsoft.com/office/drawing/2010/main" id="{D38B155B-442B-D3B9-27A9-098E74469DC5}"/>
                    </a:ext>
                  </a:extLst>
                </p:cNvPr>
                <p:cNvSpPr txBox="1">
                  <a:spLocks noRot="1" noChangeAspect="1" noMove="1" noResize="1" noEditPoints="1" noAdjustHandles="1" noChangeArrowheads="1" noChangeShapeType="1" noTextEdit="1"/>
                </p:cNvSpPr>
                <p:nvPr/>
              </p:nvSpPr>
              <p:spPr>
                <a:xfrm>
                  <a:off x="7955990" y="5779470"/>
                  <a:ext cx="644651" cy="369332"/>
                </a:xfrm>
                <a:prstGeom prst="rect">
                  <a:avLst/>
                </a:prstGeom>
                <a:blipFill rotWithShape="1">
                  <a:blip r:embed="rId25"/>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4202791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4" grpId="0"/>
      <p:bldP spid="5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6">
            <a:extLst>
              <a:ext uri="{FF2B5EF4-FFF2-40B4-BE49-F238E27FC236}">
                <a16:creationId xmlns:a16="http://schemas.microsoft.com/office/drawing/2014/main" id="{56AE48F8-EEF8-4085-A33D-D4E632D164D8}"/>
              </a:ext>
            </a:extLst>
          </p:cNvPr>
          <p:cNvSpPr>
            <a:spLocks noGrp="1"/>
          </p:cNvSpPr>
          <p:nvPr>
            <p:ph type="sldNum" sz="quarter" idx="10"/>
          </p:nvPr>
        </p:nvSpPr>
        <p:spPr bwMode="auto">
          <a:xfrm>
            <a:off x="6588224" y="645823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B61916C-39C7-4F35-A5F7-174ADC8467C8}" type="slidenum">
              <a:rPr lang="zh-CN" altLang="en-US" smtClean="0">
                <a:solidFill>
                  <a:srgbClr val="898989"/>
                </a:solidFill>
              </a:rPr>
              <a:pPr/>
              <a:t>19</a:t>
            </a:fld>
            <a:endParaRPr lang="zh-CN" altLang="en-US" dirty="0">
              <a:solidFill>
                <a:srgbClr val="898989"/>
              </a:solidFill>
            </a:endParaRPr>
          </a:p>
        </p:txBody>
      </p:sp>
      <p:sp>
        <p:nvSpPr>
          <p:cNvPr id="3" name="文本框 2"/>
          <p:cNvSpPr txBox="1"/>
          <p:nvPr/>
        </p:nvSpPr>
        <p:spPr>
          <a:xfrm>
            <a:off x="0" y="-27384"/>
            <a:ext cx="3214076" cy="461665"/>
          </a:xfrm>
          <a:prstGeom prst="rect">
            <a:avLst/>
          </a:prstGeom>
          <a:noFill/>
        </p:spPr>
        <p:txBody>
          <a:bodyPr wrap="square" rtlCol="0">
            <a:spAutoFit/>
          </a:bodyPr>
          <a:lstStyle/>
          <a:p>
            <a:r>
              <a:rPr lang="zh-CN" altLang="en-US" sz="2400" b="1" dirty="0">
                <a:solidFill>
                  <a:srgbClr val="1A44A1"/>
                </a:solidFill>
                <a:latin typeface="Times New Roman" panose="02020603050405020304" pitchFamily="18" charset="0"/>
              </a:rPr>
              <a:t>第</a:t>
            </a:r>
            <a:r>
              <a:rPr lang="en-US" altLang="zh-CN" sz="2400" b="1" dirty="0">
                <a:solidFill>
                  <a:srgbClr val="1A44A1"/>
                </a:solidFill>
                <a:latin typeface="Times New Roman" panose="02020603050405020304" pitchFamily="18" charset="0"/>
              </a:rPr>
              <a:t>12</a:t>
            </a:r>
            <a:r>
              <a:rPr lang="zh-CN" altLang="en-US" sz="2400" b="1" dirty="0">
                <a:solidFill>
                  <a:srgbClr val="1A44A1"/>
                </a:solidFill>
                <a:latin typeface="Times New Roman" panose="02020603050405020304" pitchFamily="18" charset="0"/>
              </a:rPr>
              <a:t>章 虚位移原理</a:t>
            </a:r>
            <a:endParaRPr lang="en-US" altLang="zh-CN" sz="2400" b="1" dirty="0">
              <a:solidFill>
                <a:srgbClr val="1A44A1"/>
              </a:solidFill>
              <a:latin typeface="Times New Roman" panose="02020603050405020304" pitchFamily="18" charset="0"/>
            </a:endParaRPr>
          </a:p>
        </p:txBody>
      </p:sp>
      <p:sp>
        <p:nvSpPr>
          <p:cNvPr id="2" name="文本框 1">
            <a:extLst>
              <a:ext uri="{FF2B5EF4-FFF2-40B4-BE49-F238E27FC236}">
                <a16:creationId xmlns:a16="http://schemas.microsoft.com/office/drawing/2014/main" id="{49380ABA-76FD-3EA4-DD26-D8A2931D58AB}"/>
              </a:ext>
            </a:extLst>
          </p:cNvPr>
          <p:cNvSpPr txBox="1"/>
          <p:nvPr/>
        </p:nvSpPr>
        <p:spPr>
          <a:xfrm>
            <a:off x="323528" y="560025"/>
            <a:ext cx="6588224"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一  、分析力学基本概念</a:t>
            </a:r>
            <a:endParaRPr lang="en-US" altLang="zh-CN" sz="2000" dirty="0">
              <a:solidFill>
                <a:srgbClr val="1A44A1"/>
              </a:solidFill>
              <a:latin typeface="Times New Roman" panose="02020603050405020304" pitchFamily="18" charset="0"/>
            </a:endParaRPr>
          </a:p>
        </p:txBody>
      </p:sp>
      <p:sp>
        <p:nvSpPr>
          <p:cNvPr id="9" name="文本框 8">
            <a:extLst>
              <a:ext uri="{FF2B5EF4-FFF2-40B4-BE49-F238E27FC236}">
                <a16:creationId xmlns:a16="http://schemas.microsoft.com/office/drawing/2014/main" id="{6032A5F6-C10B-2961-C9CB-F959901D089E}"/>
              </a:ext>
            </a:extLst>
          </p:cNvPr>
          <p:cNvSpPr txBox="1"/>
          <p:nvPr/>
        </p:nvSpPr>
        <p:spPr>
          <a:xfrm>
            <a:off x="503515" y="1412776"/>
            <a:ext cx="2564999" cy="369332"/>
          </a:xfrm>
          <a:prstGeom prst="rect">
            <a:avLst/>
          </a:prstGeom>
          <a:noFill/>
        </p:spPr>
        <p:txBody>
          <a:bodyPr wrap="square" rtlCol="0">
            <a:spAutoFit/>
          </a:bodyPr>
          <a:lstStyle/>
          <a:p>
            <a:r>
              <a:rPr lang="zh-CN" altLang="en-US" dirty="0">
                <a:solidFill>
                  <a:srgbClr val="1A44A1"/>
                </a:solidFill>
                <a:latin typeface="Times New Roman" panose="02020603050405020304" pitchFamily="18" charset="0"/>
              </a:rPr>
              <a:t>自由度和广义坐标：</a:t>
            </a:r>
            <a:endParaRPr lang="en-US" altLang="zh-CN" dirty="0">
              <a:solidFill>
                <a:srgbClr val="1A44A1"/>
              </a:solidFill>
              <a:latin typeface="Times New Roman" panose="02020603050405020304" pitchFamily="18" charset="0"/>
            </a:endParaRPr>
          </a:p>
        </p:txBody>
      </p:sp>
      <p:sp>
        <p:nvSpPr>
          <p:cNvPr id="32" name="文本框 31">
            <a:extLst>
              <a:ext uri="{FF2B5EF4-FFF2-40B4-BE49-F238E27FC236}">
                <a16:creationId xmlns:a16="http://schemas.microsoft.com/office/drawing/2014/main" id="{284C2114-1C7C-1FC7-945F-6400D5C992EC}"/>
              </a:ext>
            </a:extLst>
          </p:cNvPr>
          <p:cNvSpPr txBox="1"/>
          <p:nvPr/>
        </p:nvSpPr>
        <p:spPr>
          <a:xfrm>
            <a:off x="323528" y="4293096"/>
            <a:ext cx="6588224" cy="400110"/>
          </a:xfrm>
          <a:prstGeom prst="rect">
            <a:avLst/>
          </a:prstGeom>
          <a:noFill/>
        </p:spPr>
        <p:txBody>
          <a:bodyPr wrap="square" rtlCol="0">
            <a:spAutoFit/>
          </a:bodyPr>
          <a:lstStyle/>
          <a:p>
            <a:r>
              <a:rPr lang="zh-CN" altLang="en-US" sz="2000" dirty="0">
                <a:solidFill>
                  <a:srgbClr val="1A44A1"/>
                </a:solidFill>
                <a:latin typeface="Times New Roman" panose="02020603050405020304" pitchFamily="18" charset="0"/>
              </a:rPr>
              <a:t>三、应用虚位移原理解题的一般步骤</a:t>
            </a:r>
            <a:endParaRPr lang="en-US" altLang="zh-CN" sz="2000" dirty="0">
              <a:solidFill>
                <a:srgbClr val="1A44A1"/>
              </a:solidFill>
              <a:latin typeface="Times New Roman" panose="02020603050405020304" pitchFamily="18" charset="0"/>
            </a:endParaRPr>
          </a:p>
        </p:txBody>
      </p:sp>
      <p:sp>
        <p:nvSpPr>
          <p:cNvPr id="43" name="文本框 42">
            <a:extLst>
              <a:ext uri="{FF2B5EF4-FFF2-40B4-BE49-F238E27FC236}">
                <a16:creationId xmlns:a16="http://schemas.microsoft.com/office/drawing/2014/main" id="{36766514-7ECA-B152-697A-5141EBF77CF4}"/>
              </a:ext>
            </a:extLst>
          </p:cNvPr>
          <p:cNvSpPr txBox="1"/>
          <p:nvPr/>
        </p:nvSpPr>
        <p:spPr>
          <a:xfrm>
            <a:off x="497835" y="4653136"/>
            <a:ext cx="8110264" cy="2117246"/>
          </a:xfrm>
          <a:prstGeom prst="rect">
            <a:avLst/>
          </a:prstGeom>
          <a:noFill/>
        </p:spPr>
        <p:txBody>
          <a:bodyPr wrap="square" rtlCol="0">
            <a:spAutoFit/>
          </a:bodyPr>
          <a:lstStyle/>
          <a:p>
            <a:pPr marL="457200" indent="-457200">
              <a:lnSpc>
                <a:spcPct val="150000"/>
              </a:lnSpc>
              <a:buFont typeface="Wingdings" pitchFamily="2" charset="2"/>
              <a:buChar char="Ø"/>
            </a:pPr>
            <a:r>
              <a:rPr lang="zh-CN" altLang="en-US" dirty="0">
                <a:solidFill>
                  <a:srgbClr val="1A44A1"/>
                </a:solidFill>
                <a:latin typeface="Times New Roman" panose="02020603050405020304" pitchFamily="18" charset="0"/>
              </a:rPr>
              <a:t>选取研究对象，一般取整个系统为研究对象；</a:t>
            </a:r>
            <a:endParaRPr lang="en-US" altLang="zh-CN" dirty="0">
              <a:solidFill>
                <a:srgbClr val="1A44A1"/>
              </a:solidFill>
              <a:latin typeface="Times New Roman" panose="02020603050405020304" pitchFamily="18" charset="0"/>
            </a:endParaRPr>
          </a:p>
          <a:p>
            <a:pPr marL="457200" indent="-457200">
              <a:lnSpc>
                <a:spcPct val="150000"/>
              </a:lnSpc>
              <a:buFont typeface="Wingdings" pitchFamily="2" charset="2"/>
              <a:buChar char="Ø"/>
            </a:pPr>
            <a:r>
              <a:rPr lang="zh-CN" altLang="en-US" dirty="0">
                <a:solidFill>
                  <a:srgbClr val="1A44A1"/>
                </a:solidFill>
                <a:latin typeface="Times New Roman" panose="02020603050405020304" pitchFamily="18" charset="0"/>
              </a:rPr>
              <a:t>受力分析，若求主动力或系统平衡位置，画出主动力和非理想约束反力；若求系统约束反力，需要解除相应的约束，画出待求约束反力；</a:t>
            </a:r>
            <a:endParaRPr lang="en-US" altLang="zh-CN" dirty="0">
              <a:solidFill>
                <a:srgbClr val="1A44A1"/>
              </a:solidFill>
              <a:latin typeface="Times New Roman" panose="02020603050405020304" pitchFamily="18" charset="0"/>
            </a:endParaRPr>
          </a:p>
          <a:p>
            <a:pPr marL="457200" indent="-457200">
              <a:lnSpc>
                <a:spcPct val="150000"/>
              </a:lnSpc>
              <a:buFont typeface="Wingdings" pitchFamily="2" charset="2"/>
              <a:buChar char="Ø"/>
            </a:pPr>
            <a:r>
              <a:rPr lang="zh-CN" altLang="en-US" dirty="0">
                <a:solidFill>
                  <a:srgbClr val="1A44A1"/>
                </a:solidFill>
                <a:latin typeface="Times New Roman" panose="02020603050405020304" pitchFamily="18" charset="0"/>
              </a:rPr>
              <a:t>画出相关力的作用点和点的虚位移，建立各虚位移之间的关系；</a:t>
            </a:r>
            <a:endParaRPr lang="en-US" altLang="zh-CN" dirty="0">
              <a:solidFill>
                <a:srgbClr val="1A44A1"/>
              </a:solidFill>
              <a:latin typeface="Times New Roman" panose="02020603050405020304" pitchFamily="18" charset="0"/>
            </a:endParaRPr>
          </a:p>
          <a:p>
            <a:pPr marL="457200" indent="-457200">
              <a:lnSpc>
                <a:spcPct val="150000"/>
              </a:lnSpc>
              <a:buFont typeface="Wingdings" pitchFamily="2" charset="2"/>
              <a:buChar char="Ø"/>
            </a:pPr>
            <a:r>
              <a:rPr lang="zh-CN" altLang="en-US" dirty="0">
                <a:solidFill>
                  <a:srgbClr val="1A44A1"/>
                </a:solidFill>
                <a:latin typeface="Times New Roman" panose="02020603050405020304" pitchFamily="18" charset="0"/>
              </a:rPr>
              <a:t>列虚功方程并求解。</a:t>
            </a:r>
            <a:endParaRPr lang="en-US" altLang="zh-CN" dirty="0">
              <a:solidFill>
                <a:srgbClr val="1A44A1"/>
              </a:solidFill>
              <a:latin typeface="Times New Roman" panose="02020603050405020304" pitchFamily="18" charset="0"/>
            </a:endParaRPr>
          </a:p>
        </p:txBody>
      </p:sp>
      <p:sp>
        <p:nvSpPr>
          <p:cNvPr id="7" name="文本框 6">
            <a:extLst>
              <a:ext uri="{FF2B5EF4-FFF2-40B4-BE49-F238E27FC236}">
                <a16:creationId xmlns:a16="http://schemas.microsoft.com/office/drawing/2014/main" id="{1DD460E3-6FDF-14D0-740F-84E4209F05C8}"/>
              </a:ext>
            </a:extLst>
          </p:cNvPr>
          <p:cNvSpPr txBox="1"/>
          <p:nvPr/>
        </p:nvSpPr>
        <p:spPr>
          <a:xfrm>
            <a:off x="539457" y="2964406"/>
            <a:ext cx="1047365"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虚功：</a:t>
            </a:r>
            <a:endParaRPr lang="en-US" altLang="zh-CN" dirty="0">
              <a:solidFill>
                <a:srgbClr val="C00000"/>
              </a:solidFill>
              <a:latin typeface="Times New Roman" panose="02020603050405020304" pitchFamily="18" charset="0"/>
            </a:endParaRPr>
          </a:p>
        </p:txBody>
      </p:sp>
      <p:sp>
        <p:nvSpPr>
          <p:cNvPr id="15" name="文本框 14">
            <a:extLst>
              <a:ext uri="{FF2B5EF4-FFF2-40B4-BE49-F238E27FC236}">
                <a16:creationId xmlns:a16="http://schemas.microsoft.com/office/drawing/2014/main" id="{3D23F859-C583-15E0-BC3D-31813F01D89E}"/>
              </a:ext>
            </a:extLst>
          </p:cNvPr>
          <p:cNvSpPr txBox="1"/>
          <p:nvPr/>
        </p:nvSpPr>
        <p:spPr>
          <a:xfrm>
            <a:off x="291101" y="3836475"/>
            <a:ext cx="6588224" cy="400110"/>
          </a:xfrm>
          <a:prstGeom prst="rect">
            <a:avLst/>
          </a:prstGeom>
          <a:noFill/>
        </p:spPr>
        <p:txBody>
          <a:bodyPr wrap="square" rtlCol="0">
            <a:spAutoFit/>
          </a:bodyPr>
          <a:lstStyle/>
          <a:p>
            <a:r>
              <a:rPr lang="zh-CN" altLang="en-US" sz="2000" dirty="0">
                <a:solidFill>
                  <a:srgbClr val="C00000"/>
                </a:solidFill>
                <a:latin typeface="Times New Roman" panose="02020603050405020304" pitchFamily="18" charset="0"/>
              </a:rPr>
              <a:t>二 、虚位移原理</a:t>
            </a:r>
            <a:endParaRPr lang="en-US" altLang="zh-CN" sz="2000" dirty="0">
              <a:solidFill>
                <a:srgbClr val="C00000"/>
              </a:solidFill>
              <a:latin typeface="Times New Roman" panose="02020603050405020304" pitchFamily="18" charset="0"/>
            </a:endParaRPr>
          </a:p>
        </p:txBody>
      </p:sp>
      <p:graphicFrame>
        <p:nvGraphicFramePr>
          <p:cNvPr id="8" name="对象 7">
            <a:extLst>
              <a:ext uri="{FF2B5EF4-FFF2-40B4-BE49-F238E27FC236}">
                <a16:creationId xmlns:a16="http://schemas.microsoft.com/office/drawing/2014/main" id="{6032301B-4FF1-202B-5288-FDB2EE8886F2}"/>
              </a:ext>
            </a:extLst>
          </p:cNvPr>
          <p:cNvGraphicFramePr>
            <a:graphicFrameLocks noChangeAspect="1"/>
          </p:cNvGraphicFramePr>
          <p:nvPr>
            <p:extLst>
              <p:ext uri="{D42A27DB-BD31-4B8C-83A1-F6EECF244321}">
                <p14:modId xmlns:p14="http://schemas.microsoft.com/office/powerpoint/2010/main" val="4225664167"/>
              </p:ext>
            </p:extLst>
          </p:nvPr>
        </p:nvGraphicFramePr>
        <p:xfrm>
          <a:off x="2521097" y="3804146"/>
          <a:ext cx="1643062" cy="488950"/>
        </p:xfrm>
        <a:graphic>
          <a:graphicData uri="http://schemas.openxmlformats.org/presentationml/2006/ole">
            <mc:AlternateContent xmlns:mc="http://schemas.openxmlformats.org/markup-compatibility/2006">
              <mc:Choice xmlns:v="urn:schemas-microsoft-com:vml" Requires="v">
                <p:oleObj name="Equation" r:id="rId2" imgW="723600" imgH="215640" progId="Equation.DSMT4">
                  <p:embed/>
                </p:oleObj>
              </mc:Choice>
              <mc:Fallback>
                <p:oleObj name="Equation" r:id="rId2" imgW="723600" imgH="215640" progId="Equation.DSMT4">
                  <p:embed/>
                  <p:pic>
                    <p:nvPicPr>
                      <p:cNvPr id="8" name="对象 7">
                        <a:extLst>
                          <a:ext uri="{FF2B5EF4-FFF2-40B4-BE49-F238E27FC236}">
                            <a16:creationId xmlns:a16="http://schemas.microsoft.com/office/drawing/2014/main" id="{6032301B-4FF1-202B-5288-FDB2EE8886F2}"/>
                          </a:ext>
                        </a:extLst>
                      </p:cNvPr>
                      <p:cNvPicPr/>
                      <p:nvPr/>
                    </p:nvPicPr>
                    <p:blipFill>
                      <a:blip r:embed="rId3"/>
                      <a:stretch>
                        <a:fillRect/>
                      </a:stretch>
                    </p:blipFill>
                    <p:spPr>
                      <a:xfrm>
                        <a:off x="2521097" y="3804146"/>
                        <a:ext cx="1643062" cy="488950"/>
                      </a:xfrm>
                      <a:prstGeom prst="rect">
                        <a:avLst/>
                      </a:prstGeom>
                    </p:spPr>
                  </p:pic>
                </p:oleObj>
              </mc:Fallback>
            </mc:AlternateContent>
          </a:graphicData>
        </a:graphic>
      </p:graphicFrame>
      <p:sp>
        <p:nvSpPr>
          <p:cNvPr id="14" name="文本框 13">
            <a:extLst>
              <a:ext uri="{FF2B5EF4-FFF2-40B4-BE49-F238E27FC236}">
                <a16:creationId xmlns:a16="http://schemas.microsoft.com/office/drawing/2014/main" id="{D6C98819-9445-C918-A4A6-51EFB98E17FB}"/>
              </a:ext>
            </a:extLst>
          </p:cNvPr>
          <p:cNvSpPr txBox="1"/>
          <p:nvPr/>
        </p:nvSpPr>
        <p:spPr>
          <a:xfrm>
            <a:off x="585561" y="3417355"/>
            <a:ext cx="2757067"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理想约束：</a:t>
            </a:r>
            <a:endParaRPr lang="en-US" altLang="zh-CN" dirty="0">
              <a:solidFill>
                <a:srgbClr val="C00000"/>
              </a:solidFill>
              <a:latin typeface="Times New Roman" panose="02020603050405020304" pitchFamily="18" charset="0"/>
            </a:endParaRPr>
          </a:p>
        </p:txBody>
      </p:sp>
      <p:sp>
        <p:nvSpPr>
          <p:cNvPr id="4" name="文本框 3">
            <a:extLst>
              <a:ext uri="{FF2B5EF4-FFF2-40B4-BE49-F238E27FC236}">
                <a16:creationId xmlns:a16="http://schemas.microsoft.com/office/drawing/2014/main" id="{3845B70A-1B55-DF83-A08B-E8E894D52847}"/>
              </a:ext>
            </a:extLst>
          </p:cNvPr>
          <p:cNvSpPr txBox="1"/>
          <p:nvPr/>
        </p:nvSpPr>
        <p:spPr>
          <a:xfrm>
            <a:off x="503515" y="1010873"/>
            <a:ext cx="4284415" cy="369332"/>
          </a:xfrm>
          <a:prstGeom prst="rect">
            <a:avLst/>
          </a:prstGeom>
          <a:noFill/>
        </p:spPr>
        <p:txBody>
          <a:bodyPr wrap="square" rtlCol="0">
            <a:spAutoFit/>
          </a:bodyPr>
          <a:lstStyle/>
          <a:p>
            <a:r>
              <a:rPr lang="zh-CN" altLang="en-US" dirty="0">
                <a:solidFill>
                  <a:srgbClr val="1A44A1"/>
                </a:solidFill>
                <a:latin typeface="Times New Roman" panose="02020603050405020304" pitchFamily="18" charset="0"/>
              </a:rPr>
              <a:t>约束及约束方程：</a:t>
            </a:r>
            <a:endParaRPr lang="en-US" altLang="zh-CN" dirty="0">
              <a:solidFill>
                <a:srgbClr val="1A44A1"/>
              </a:solidFill>
              <a:latin typeface="Times New Roman" panose="02020603050405020304" pitchFamily="18" charset="0"/>
            </a:endParaRPr>
          </a:p>
        </p:txBody>
      </p:sp>
      <p:sp>
        <p:nvSpPr>
          <p:cNvPr id="6" name="文本框 5">
            <a:extLst>
              <a:ext uri="{FF2B5EF4-FFF2-40B4-BE49-F238E27FC236}">
                <a16:creationId xmlns:a16="http://schemas.microsoft.com/office/drawing/2014/main" id="{D6FD5A47-8ACD-6E55-4AEE-496245F82191}"/>
              </a:ext>
            </a:extLst>
          </p:cNvPr>
          <p:cNvSpPr txBox="1"/>
          <p:nvPr/>
        </p:nvSpPr>
        <p:spPr>
          <a:xfrm>
            <a:off x="539457" y="1844824"/>
            <a:ext cx="1773952"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虚位移：</a:t>
            </a:r>
            <a:endParaRPr lang="en-US" altLang="zh-CN" dirty="0">
              <a:solidFill>
                <a:srgbClr val="C00000"/>
              </a:solidFill>
              <a:latin typeface="Times New Roman" panose="02020603050405020304" pitchFamily="18" charset="0"/>
            </a:endParaRPr>
          </a:p>
        </p:txBody>
      </p:sp>
      <p:sp>
        <p:nvSpPr>
          <p:cNvPr id="10" name="文本框 9">
            <a:extLst>
              <a:ext uri="{FF2B5EF4-FFF2-40B4-BE49-F238E27FC236}">
                <a16:creationId xmlns:a16="http://schemas.microsoft.com/office/drawing/2014/main" id="{FD6F32DC-30DD-2CD2-78E3-145FBD858FFC}"/>
              </a:ext>
            </a:extLst>
          </p:cNvPr>
          <p:cNvSpPr txBox="1"/>
          <p:nvPr/>
        </p:nvSpPr>
        <p:spPr>
          <a:xfrm>
            <a:off x="2377724" y="1018174"/>
            <a:ext cx="5175320" cy="369332"/>
          </a:xfrm>
          <a:prstGeom prst="rect">
            <a:avLst/>
          </a:prstGeom>
          <a:noFill/>
        </p:spPr>
        <p:txBody>
          <a:bodyPr wrap="square" rtlCol="0">
            <a:spAutoFit/>
          </a:bodyPr>
          <a:lstStyle/>
          <a:p>
            <a:r>
              <a:rPr lang="zh-CN" altLang="en-US" dirty="0">
                <a:solidFill>
                  <a:srgbClr val="1A44A1"/>
                </a:solidFill>
                <a:latin typeface="Times New Roman" panose="02020603050405020304" pitchFamily="18" charset="0"/>
              </a:rPr>
              <a:t>限制质点或质点系运动的一切条件称为约束。</a:t>
            </a:r>
            <a:endParaRPr lang="en-US" altLang="zh-CN" dirty="0">
              <a:solidFill>
                <a:srgbClr val="1A44A1"/>
              </a:solidFill>
              <a:latin typeface="Times New Roman" panose="02020603050405020304" pitchFamily="18" charset="0"/>
            </a:endParaRPr>
          </a:p>
        </p:txBody>
      </p:sp>
      <p:sp>
        <p:nvSpPr>
          <p:cNvPr id="11" name="文本框 10">
            <a:extLst>
              <a:ext uri="{FF2B5EF4-FFF2-40B4-BE49-F238E27FC236}">
                <a16:creationId xmlns:a16="http://schemas.microsoft.com/office/drawing/2014/main" id="{9028461D-3953-3809-DE0C-C8EEA497CC98}"/>
              </a:ext>
            </a:extLst>
          </p:cNvPr>
          <p:cNvSpPr txBox="1"/>
          <p:nvPr/>
        </p:nvSpPr>
        <p:spPr>
          <a:xfrm>
            <a:off x="2645722" y="1412776"/>
            <a:ext cx="6300192" cy="369332"/>
          </a:xfrm>
          <a:prstGeom prst="rect">
            <a:avLst/>
          </a:prstGeom>
          <a:noFill/>
        </p:spPr>
        <p:txBody>
          <a:bodyPr wrap="square" rtlCol="0">
            <a:spAutoFit/>
          </a:bodyPr>
          <a:lstStyle/>
          <a:p>
            <a:r>
              <a:rPr lang="zh-CN" altLang="en-US" dirty="0">
                <a:solidFill>
                  <a:srgbClr val="1A44A1"/>
                </a:solidFill>
                <a:latin typeface="Times New Roman" panose="02020603050405020304" pitchFamily="18" charset="0"/>
              </a:rPr>
              <a:t>确定质点系空间所需要的的独立坐标个数，称为自由度。</a:t>
            </a:r>
            <a:endParaRPr lang="en-US" altLang="zh-CN" dirty="0">
              <a:solidFill>
                <a:srgbClr val="1A44A1"/>
              </a:solidFill>
              <a:latin typeface="Times New Roman" panose="02020603050405020304" pitchFamily="18" charset="0"/>
            </a:endParaRPr>
          </a:p>
        </p:txBody>
      </p:sp>
      <p:sp>
        <p:nvSpPr>
          <p:cNvPr id="13" name="文本框 12">
            <a:extLst>
              <a:ext uri="{FF2B5EF4-FFF2-40B4-BE49-F238E27FC236}">
                <a16:creationId xmlns:a16="http://schemas.microsoft.com/office/drawing/2014/main" id="{764B0221-A44E-EE72-D808-CCA64A2A4603}"/>
              </a:ext>
            </a:extLst>
          </p:cNvPr>
          <p:cNvSpPr txBox="1"/>
          <p:nvPr/>
        </p:nvSpPr>
        <p:spPr>
          <a:xfrm>
            <a:off x="1612768" y="1811236"/>
            <a:ext cx="7021346" cy="725327"/>
          </a:xfrm>
          <a:prstGeom prst="rect">
            <a:avLst/>
          </a:prstGeom>
          <a:noFill/>
        </p:spPr>
        <p:txBody>
          <a:bodyPr wrap="square" rtlCol="0">
            <a:spAutoFit/>
          </a:bodyPr>
          <a:lstStyle/>
          <a:p>
            <a:pPr>
              <a:lnSpc>
                <a:spcPct val="120000"/>
              </a:lnSpc>
            </a:pPr>
            <a:r>
              <a:rPr lang="zh-CN" altLang="en-US" dirty="0">
                <a:solidFill>
                  <a:srgbClr val="1A44A1"/>
                </a:solidFill>
                <a:latin typeface="Times New Roman" panose="02020603050405020304" pitchFamily="18" charset="0"/>
              </a:rPr>
              <a:t>某一瞬时，质点或质点系在约束允许的条件下，可能实现的任意无限小位移，称为质点或质点系的虚位移。</a:t>
            </a:r>
            <a:endParaRPr lang="en-US" altLang="zh-CN" dirty="0">
              <a:solidFill>
                <a:srgbClr val="1A44A1"/>
              </a:solidFill>
              <a:latin typeface="Times New Roman" panose="02020603050405020304" pitchFamily="18" charset="0"/>
            </a:endParaRPr>
          </a:p>
        </p:txBody>
      </p:sp>
      <p:sp>
        <p:nvSpPr>
          <p:cNvPr id="17" name="文本框 16">
            <a:extLst>
              <a:ext uri="{FF2B5EF4-FFF2-40B4-BE49-F238E27FC236}">
                <a16:creationId xmlns:a16="http://schemas.microsoft.com/office/drawing/2014/main" id="{9D3E4565-9BAC-DE2F-AA20-3E29CE4224C9}"/>
              </a:ext>
            </a:extLst>
          </p:cNvPr>
          <p:cNvSpPr txBox="1"/>
          <p:nvPr/>
        </p:nvSpPr>
        <p:spPr>
          <a:xfrm>
            <a:off x="539457" y="2564904"/>
            <a:ext cx="3903733"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求虚位移之间的关系方法：</a:t>
            </a:r>
            <a:endParaRPr lang="en-US" altLang="zh-CN" dirty="0">
              <a:solidFill>
                <a:srgbClr val="C00000"/>
              </a:solidFill>
              <a:latin typeface="Times New Roman" panose="02020603050405020304" pitchFamily="18" charset="0"/>
            </a:endParaRPr>
          </a:p>
        </p:txBody>
      </p:sp>
      <p:sp>
        <p:nvSpPr>
          <p:cNvPr id="21" name="文本框 20">
            <a:extLst>
              <a:ext uri="{FF2B5EF4-FFF2-40B4-BE49-F238E27FC236}">
                <a16:creationId xmlns:a16="http://schemas.microsoft.com/office/drawing/2014/main" id="{B5536F56-6441-08BA-F947-6BF861041B62}"/>
              </a:ext>
            </a:extLst>
          </p:cNvPr>
          <p:cNvSpPr txBox="1"/>
          <p:nvPr/>
        </p:nvSpPr>
        <p:spPr>
          <a:xfrm>
            <a:off x="3342628" y="2564904"/>
            <a:ext cx="4531042" cy="369332"/>
          </a:xfrm>
          <a:prstGeom prst="rect">
            <a:avLst/>
          </a:prstGeom>
          <a:noFill/>
        </p:spPr>
        <p:txBody>
          <a:bodyPr wrap="square" rtlCol="0">
            <a:spAutoFit/>
          </a:bodyPr>
          <a:lstStyle/>
          <a:p>
            <a:r>
              <a:rPr lang="zh-CN" altLang="en-US" dirty="0">
                <a:solidFill>
                  <a:srgbClr val="C00000"/>
                </a:solidFill>
                <a:latin typeface="Times New Roman" panose="02020603050405020304" pitchFamily="18" charset="0"/>
              </a:rPr>
              <a:t>几何法；虚速度法；解析法。</a:t>
            </a:r>
            <a:endParaRPr lang="en-US" altLang="zh-CN" dirty="0">
              <a:solidFill>
                <a:srgbClr val="C00000"/>
              </a:solidFill>
              <a:latin typeface="Times New Roman" panose="02020603050405020304" pitchFamily="18" charset="0"/>
            </a:endParaRPr>
          </a:p>
        </p:txBody>
      </p:sp>
      <p:sp>
        <p:nvSpPr>
          <p:cNvPr id="22" name="文本框 21">
            <a:extLst>
              <a:ext uri="{FF2B5EF4-FFF2-40B4-BE49-F238E27FC236}">
                <a16:creationId xmlns:a16="http://schemas.microsoft.com/office/drawing/2014/main" id="{A7A25DDC-460B-96A0-6330-EAE4C4DA7408}"/>
              </a:ext>
            </a:extLst>
          </p:cNvPr>
          <p:cNvSpPr txBox="1"/>
          <p:nvPr/>
        </p:nvSpPr>
        <p:spPr>
          <a:xfrm>
            <a:off x="1259632" y="2987660"/>
            <a:ext cx="8110264" cy="369332"/>
          </a:xfrm>
          <a:prstGeom prst="rect">
            <a:avLst/>
          </a:prstGeom>
          <a:noFill/>
        </p:spPr>
        <p:txBody>
          <a:bodyPr wrap="square" rtlCol="0">
            <a:spAutoFit/>
          </a:bodyPr>
          <a:lstStyle/>
          <a:p>
            <a:r>
              <a:rPr lang="zh-CN" altLang="en-US" dirty="0">
                <a:solidFill>
                  <a:srgbClr val="1A44A1"/>
                </a:solidFill>
                <a:latin typeface="Times New Roman" panose="02020603050405020304" pitchFamily="18" charset="0"/>
              </a:rPr>
              <a:t>力在虚位移上所做的功称为虚功。</a:t>
            </a:r>
            <a:endParaRPr lang="en-US" altLang="zh-CN" dirty="0">
              <a:solidFill>
                <a:srgbClr val="1A44A1"/>
              </a:solidFill>
              <a:latin typeface="Times New Roman" panose="02020603050405020304" pitchFamily="18" charset="0"/>
            </a:endParaRPr>
          </a:p>
        </p:txBody>
      </p:sp>
      <p:sp>
        <p:nvSpPr>
          <p:cNvPr id="33" name="文本框 32">
            <a:extLst>
              <a:ext uri="{FF2B5EF4-FFF2-40B4-BE49-F238E27FC236}">
                <a16:creationId xmlns:a16="http://schemas.microsoft.com/office/drawing/2014/main" id="{E90B0419-3D51-DC3D-D3A6-3355D094DACD}"/>
              </a:ext>
            </a:extLst>
          </p:cNvPr>
          <p:cNvSpPr txBox="1"/>
          <p:nvPr/>
        </p:nvSpPr>
        <p:spPr>
          <a:xfrm>
            <a:off x="1840521" y="3430683"/>
            <a:ext cx="7910594" cy="369332"/>
          </a:xfrm>
          <a:prstGeom prst="rect">
            <a:avLst/>
          </a:prstGeom>
          <a:noFill/>
        </p:spPr>
        <p:txBody>
          <a:bodyPr wrap="square" rtlCol="0">
            <a:spAutoFit/>
          </a:bodyPr>
          <a:lstStyle/>
          <a:p>
            <a:r>
              <a:rPr lang="zh-CN" altLang="en-US" dirty="0">
                <a:solidFill>
                  <a:srgbClr val="1A44A1"/>
                </a:solidFill>
                <a:latin typeface="Times New Roman" panose="02020603050405020304" pitchFamily="18" charset="0"/>
              </a:rPr>
              <a:t>约束反力在任何虚位移上所做虚功之和为零的约束为理想约束。</a:t>
            </a:r>
            <a:endParaRPr lang="en-US" altLang="zh-CN" dirty="0">
              <a:solidFill>
                <a:srgbClr val="1A44A1"/>
              </a:solidFill>
              <a:latin typeface="Times New Roman" panose="02020603050405020304" pitchFamily="18" charset="0"/>
            </a:endParaRPr>
          </a:p>
        </p:txBody>
      </p:sp>
    </p:spTree>
    <p:extLst>
      <p:ext uri="{BB962C8B-B14F-4D97-AF65-F5344CB8AC3E}">
        <p14:creationId xmlns:p14="http://schemas.microsoft.com/office/powerpoint/2010/main" val="1998403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32" grpId="0"/>
      <p:bldP spid="43" grpId="0"/>
      <p:bldP spid="7" grpId="0"/>
      <p:bldP spid="15" grpId="0"/>
      <p:bldP spid="14" grpId="0"/>
      <p:bldP spid="4" grpId="0"/>
      <p:bldP spid="6" grpId="0"/>
      <p:bldP spid="10" grpId="0"/>
      <p:bldP spid="11" grpId="0"/>
      <p:bldP spid="13" grpId="0"/>
      <p:bldP spid="17" grpId="0"/>
      <p:bldP spid="21" grpId="0"/>
      <p:bldP spid="22" grpId="0"/>
      <p:bldP spid="3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70" name="Picture 210"/>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228184" y="692696"/>
            <a:ext cx="2736304" cy="2374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灯片编号占位符 1">
            <a:extLst>
              <a:ext uri="{FF2B5EF4-FFF2-40B4-BE49-F238E27FC236}">
                <a16:creationId xmlns:a16="http://schemas.microsoft.com/office/drawing/2014/main" id="{72BA6898-A6E3-66DD-3FFC-66703A4C585F}"/>
              </a:ext>
            </a:extLst>
          </p:cNvPr>
          <p:cNvSpPr>
            <a:spLocks noGrp="1"/>
          </p:cNvSpPr>
          <p:nvPr>
            <p:ph type="sldNum" sz="quarter" idx="12"/>
          </p:nvPr>
        </p:nvSpPr>
        <p:spPr/>
        <p:txBody>
          <a:bodyPr/>
          <a:lstStyle/>
          <a:p>
            <a:fld id="{26673A84-873A-41C3-9E07-245B3A592B1D}" type="slidenum">
              <a:rPr lang="zh-CN" altLang="en-US" smtClean="0"/>
              <a:t>20</a:t>
            </a:fld>
            <a:endParaRPr lang="zh-CN" altLang="en-US"/>
          </a:p>
        </p:txBody>
      </p:sp>
      <p:sp>
        <p:nvSpPr>
          <p:cNvPr id="3" name="文本框 2">
            <a:extLst>
              <a:ext uri="{FF2B5EF4-FFF2-40B4-BE49-F238E27FC236}">
                <a16:creationId xmlns:a16="http://schemas.microsoft.com/office/drawing/2014/main" id="{FAC07C7F-0DB0-2438-AEF0-EB289AD157CF}"/>
              </a:ext>
            </a:extLst>
          </p:cNvPr>
          <p:cNvSpPr txBox="1"/>
          <p:nvPr/>
        </p:nvSpPr>
        <p:spPr>
          <a:xfrm>
            <a:off x="251520" y="593781"/>
            <a:ext cx="5544616" cy="1631216"/>
          </a:xfrm>
          <a:prstGeom prst="rect">
            <a:avLst/>
          </a:prstGeom>
          <a:noFill/>
        </p:spPr>
        <p:txBody>
          <a:bodyPr wrap="square" rtlCol="0">
            <a:spAutoFit/>
          </a:bodyPr>
          <a:lstStyle/>
          <a:p>
            <a:pPr lvl="0"/>
            <a:r>
              <a:rPr lang="zh-CN" altLang="en-US" sz="2000" dirty="0">
                <a:solidFill>
                  <a:srgbClr val="1A44A1"/>
                </a:solidFill>
                <a:latin typeface="Times New Roman" panose="02020603050405020304" pitchFamily="18" charset="0"/>
              </a:rPr>
              <a:t>习题册</a:t>
            </a:r>
            <a:r>
              <a:rPr lang="en-US" altLang="zh-CN" sz="2000" dirty="0">
                <a:solidFill>
                  <a:srgbClr val="1A44A1"/>
                </a:solidFill>
                <a:latin typeface="Times New Roman" panose="02020603050405020304" pitchFamily="18" charset="0"/>
              </a:rPr>
              <a:t>-P38-29</a:t>
            </a:r>
            <a:r>
              <a:rPr lang="zh-CN" altLang="en-US" sz="2000" dirty="0">
                <a:solidFill>
                  <a:srgbClr val="1A44A1"/>
                </a:solidFill>
                <a:latin typeface="Times New Roman" panose="02020603050405020304" pitchFamily="18" charset="0"/>
              </a:rPr>
              <a:t>：</a:t>
            </a:r>
            <a:r>
              <a:rPr lang="zh-CN" altLang="zh-CN" sz="2000" dirty="0">
                <a:solidFill>
                  <a:srgbClr val="1A44A1"/>
                </a:solidFill>
                <a:latin typeface="Times New Roman" panose="02020603050405020304" pitchFamily="18" charset="0"/>
              </a:rPr>
              <a:t>在图示机构中，已知：曲柄</a:t>
            </a:r>
            <a:r>
              <a:rPr lang="en-US" altLang="zh-CN" sz="2000" dirty="0">
                <a:solidFill>
                  <a:srgbClr val="1A44A1"/>
                </a:solidFill>
                <a:latin typeface="Times New Roman" panose="02020603050405020304" pitchFamily="18" charset="0"/>
              </a:rPr>
              <a:t>OA</a:t>
            </a:r>
            <a:r>
              <a:rPr lang="zh-CN" altLang="zh-CN" sz="2000" dirty="0">
                <a:solidFill>
                  <a:srgbClr val="1A44A1"/>
                </a:solidFill>
                <a:latin typeface="Times New Roman" panose="02020603050405020304" pitchFamily="18" charset="0"/>
              </a:rPr>
              <a:t>上作用一力偶，其矩为</a:t>
            </a:r>
            <a:r>
              <a:rPr lang="en-US" altLang="zh-CN" sz="2000" i="1" dirty="0">
                <a:solidFill>
                  <a:srgbClr val="1A44A1"/>
                </a:solidFill>
                <a:latin typeface="Times New Roman" panose="02020603050405020304" pitchFamily="18" charset="0"/>
              </a:rPr>
              <a:t>M</a:t>
            </a:r>
            <a:r>
              <a:rPr lang="zh-CN" altLang="zh-CN" sz="2000" dirty="0">
                <a:solidFill>
                  <a:srgbClr val="1A44A1"/>
                </a:solidFill>
                <a:latin typeface="Times New Roman" panose="02020603050405020304" pitchFamily="18" charset="0"/>
              </a:rPr>
              <a:t>，在滑块</a:t>
            </a:r>
            <a:r>
              <a:rPr lang="en-US" altLang="zh-CN" sz="2000" dirty="0">
                <a:solidFill>
                  <a:srgbClr val="1A44A1"/>
                </a:solidFill>
                <a:latin typeface="Times New Roman" panose="02020603050405020304" pitchFamily="18" charset="0"/>
              </a:rPr>
              <a:t>D</a:t>
            </a:r>
            <a:r>
              <a:rPr lang="zh-CN" altLang="zh-CN" sz="2000" dirty="0">
                <a:solidFill>
                  <a:srgbClr val="1A44A1"/>
                </a:solidFill>
                <a:latin typeface="Times New Roman" panose="02020603050405020304" pitchFamily="18" charset="0"/>
              </a:rPr>
              <a:t>上作用水平力</a:t>
            </a:r>
            <a:r>
              <a:rPr lang="en-US" altLang="zh-CN" sz="2000" i="1" dirty="0">
                <a:solidFill>
                  <a:srgbClr val="1A44A1"/>
                </a:solidFill>
                <a:latin typeface="Times New Roman" panose="02020603050405020304" pitchFamily="18" charset="0"/>
              </a:rPr>
              <a:t>P</a:t>
            </a:r>
            <a:r>
              <a:rPr lang="zh-CN" altLang="zh-CN" sz="2000" dirty="0">
                <a:solidFill>
                  <a:srgbClr val="1A44A1"/>
                </a:solidFill>
                <a:latin typeface="Times New Roman" panose="02020603050405020304" pitchFamily="18" charset="0"/>
              </a:rPr>
              <a:t>，尺寸如图示。不计各杆及滑块的自重，用虚位移原理求机构图示位置平衡时力</a:t>
            </a:r>
            <a:r>
              <a:rPr lang="en-US" altLang="zh-CN" sz="2000" i="1" dirty="0">
                <a:solidFill>
                  <a:srgbClr val="1A44A1"/>
                </a:solidFill>
                <a:latin typeface="Times New Roman" panose="02020603050405020304" pitchFamily="18" charset="0"/>
              </a:rPr>
              <a:t>P</a:t>
            </a:r>
            <a:r>
              <a:rPr lang="zh-CN" altLang="zh-CN" sz="2000" dirty="0">
                <a:solidFill>
                  <a:srgbClr val="1A44A1"/>
                </a:solidFill>
                <a:latin typeface="Times New Roman" panose="02020603050405020304" pitchFamily="18" charset="0"/>
              </a:rPr>
              <a:t>与力偶矩</a:t>
            </a:r>
            <a:r>
              <a:rPr lang="en-US" altLang="zh-CN" sz="2000" i="1" dirty="0">
                <a:solidFill>
                  <a:srgbClr val="1A44A1"/>
                </a:solidFill>
                <a:latin typeface="Times New Roman" panose="02020603050405020304" pitchFamily="18" charset="0"/>
              </a:rPr>
              <a:t>M</a:t>
            </a:r>
            <a:r>
              <a:rPr lang="zh-CN" altLang="zh-CN" sz="2000" dirty="0">
                <a:solidFill>
                  <a:srgbClr val="1A44A1"/>
                </a:solidFill>
                <a:latin typeface="Times New Roman" panose="02020603050405020304" pitchFamily="18" charset="0"/>
              </a:rPr>
              <a:t>之间的关系。</a:t>
            </a:r>
          </a:p>
        </p:txBody>
      </p:sp>
      <p:sp>
        <p:nvSpPr>
          <p:cNvPr id="16" name="文本框 15">
            <a:extLst>
              <a:ext uri="{FF2B5EF4-FFF2-40B4-BE49-F238E27FC236}">
                <a16:creationId xmlns:a16="http://schemas.microsoft.com/office/drawing/2014/main" id="{F6DDAFFC-1E67-1EA5-7C42-023703AC4FA5}"/>
              </a:ext>
            </a:extLst>
          </p:cNvPr>
          <p:cNvSpPr txBox="1"/>
          <p:nvPr/>
        </p:nvSpPr>
        <p:spPr>
          <a:xfrm>
            <a:off x="251520" y="2275178"/>
            <a:ext cx="1656184" cy="461665"/>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解：</a:t>
            </a:r>
            <a:endParaRPr lang="zh-CN" altLang="zh-CN" sz="2000" dirty="0">
              <a:solidFill>
                <a:srgbClr val="1A44A1"/>
              </a:solidFill>
              <a:latin typeface="Times New Roman" panose="02020603050405020304" pitchFamily="18" charset="0"/>
            </a:endParaRPr>
          </a:p>
        </p:txBody>
      </p:sp>
      <p:sp>
        <p:nvSpPr>
          <p:cNvPr id="22" name="文本框 15">
            <a:extLst>
              <a:ext uri="{FF2B5EF4-FFF2-40B4-BE49-F238E27FC236}">
                <a16:creationId xmlns:a16="http://schemas.microsoft.com/office/drawing/2014/main" id="{F6DDAFFC-1E67-1EA5-7C42-023703AC4FA5}"/>
              </a:ext>
            </a:extLst>
          </p:cNvPr>
          <p:cNvSpPr txBox="1"/>
          <p:nvPr/>
        </p:nvSpPr>
        <p:spPr>
          <a:xfrm>
            <a:off x="816198" y="2275176"/>
            <a:ext cx="4979937" cy="461665"/>
          </a:xfrm>
          <a:prstGeom prst="rect">
            <a:avLst/>
          </a:prstGeom>
          <a:noFill/>
        </p:spPr>
        <p:txBody>
          <a:bodyPr wrap="square" rtlCol="0">
            <a:spAutoFit/>
          </a:bodyPr>
          <a:lstStyle/>
          <a:p>
            <a:pPr>
              <a:lnSpc>
                <a:spcPct val="120000"/>
              </a:lnSpc>
            </a:pP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系统</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系统的约束均为理想约束。</a:t>
            </a:r>
            <a:endParaRPr lang="zh-CN" altLang="zh-CN" sz="2000" dirty="0">
              <a:solidFill>
                <a:srgbClr val="1A44A1"/>
              </a:solidFill>
              <a:latin typeface="Times New Roman" panose="02020603050405020304" pitchFamily="18" charset="0"/>
            </a:endParaRPr>
          </a:p>
        </p:txBody>
      </p:sp>
      <p:sp>
        <p:nvSpPr>
          <p:cNvPr id="26" name="文本框 15">
            <a:extLst>
              <a:ext uri="{FF2B5EF4-FFF2-40B4-BE49-F238E27FC236}">
                <a16:creationId xmlns:a16="http://schemas.microsoft.com/office/drawing/2014/main" id="{F6DDAFFC-1E67-1EA5-7C42-023703AC4FA5}"/>
              </a:ext>
            </a:extLst>
          </p:cNvPr>
          <p:cNvSpPr txBox="1"/>
          <p:nvPr/>
        </p:nvSpPr>
        <p:spPr>
          <a:xfrm>
            <a:off x="816197" y="2761075"/>
            <a:ext cx="4979937" cy="426335"/>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给系统一组虚位移，如图所示。</a:t>
            </a:r>
            <a:endParaRPr lang="zh-CN" altLang="zh-CN" sz="2000" dirty="0">
              <a:solidFill>
                <a:srgbClr val="1A44A1"/>
              </a:solidFill>
              <a:latin typeface="Times New Roman" panose="02020603050405020304" pitchFamily="18" charset="0"/>
            </a:endParaRPr>
          </a:p>
        </p:txBody>
      </p:sp>
      <p:grpSp>
        <p:nvGrpSpPr>
          <p:cNvPr id="4" name="组合 3"/>
          <p:cNvGrpSpPr/>
          <p:nvPr/>
        </p:nvGrpSpPr>
        <p:grpSpPr>
          <a:xfrm>
            <a:off x="6228184" y="3491716"/>
            <a:ext cx="2769021" cy="3115042"/>
            <a:chOff x="6228184" y="3491716"/>
            <a:chExt cx="2769021" cy="3115042"/>
          </a:xfrm>
        </p:grpSpPr>
        <p:pic>
          <p:nvPicPr>
            <p:cNvPr id="21" name="Picture 210"/>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260901" y="3789040"/>
              <a:ext cx="2736304" cy="2374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弧形 26">
              <a:extLst>
                <a:ext uri="{FF2B5EF4-FFF2-40B4-BE49-F238E27FC236}">
                  <a16:creationId xmlns:a16="http://schemas.microsoft.com/office/drawing/2014/main" id="{33339090-55F5-3BDE-FDF8-6736D693DBD9}"/>
                </a:ext>
              </a:extLst>
            </p:cNvPr>
            <p:cNvSpPr/>
            <p:nvPr/>
          </p:nvSpPr>
          <p:spPr>
            <a:xfrm rot="11210707">
              <a:off x="6991119" y="3832835"/>
              <a:ext cx="795478" cy="743738"/>
            </a:xfrm>
            <a:prstGeom prst="arc">
              <a:avLst>
                <a:gd name="adj1" fmla="val 18370274"/>
                <a:gd name="adj2" fmla="val 2351148"/>
              </a:avLst>
            </a:prstGeom>
            <a:ln w="3175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8" name="文本框 37">
                  <a:extLst>
                    <a:ext uri="{FF2B5EF4-FFF2-40B4-BE49-F238E27FC236}">
                      <a16:creationId xmlns:a16="http://schemas.microsoft.com/office/drawing/2014/main" id="{C6B7884B-E2AB-1FEB-B4A3-F91F5B0233AD}"/>
                    </a:ext>
                  </a:extLst>
                </p:cNvPr>
                <p:cNvSpPr txBox="1"/>
                <p:nvPr/>
              </p:nvSpPr>
              <p:spPr>
                <a:xfrm>
                  <a:off x="6804248" y="3491716"/>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zh-CN" altLang="en-US" b="1" i="1" smtClean="0">
                            <a:solidFill>
                              <a:srgbClr val="C00000"/>
                            </a:solidFill>
                            <a:latin typeface="Cambria Math"/>
                          </a:rPr>
                          <m:t>𝜹𝝋</m:t>
                        </m:r>
                      </m:oMath>
                    </m:oMathPara>
                  </a14:m>
                  <a:endParaRPr lang="en-US" altLang="zh-CN" b="1" i="1" dirty="0">
                    <a:solidFill>
                      <a:srgbClr val="C00000"/>
                    </a:solidFill>
                    <a:latin typeface="Times New Roman" panose="02020603050405020304" pitchFamily="18" charset="0"/>
                  </a:endParaRPr>
                </a:p>
              </p:txBody>
            </p:sp>
          </mc:Choice>
          <mc:Fallback xmlns="">
            <p:sp>
              <p:nvSpPr>
                <p:cNvPr id="28" name="文本框 37">
                  <a:extLst>
                    <a:ext uri="{FF2B5EF4-FFF2-40B4-BE49-F238E27FC236}">
                      <a16:creationId xmlns="" xmlns:a16="http://schemas.microsoft.com/office/drawing/2014/main" xmlns:a14="http://schemas.microsoft.com/office/drawing/2010/main" id="{C6B7884B-E2AB-1FEB-B4A3-F91F5B0233AD}"/>
                    </a:ext>
                  </a:extLst>
                </p:cNvPr>
                <p:cNvSpPr txBox="1">
                  <a:spLocks noRot="1" noChangeAspect="1" noMove="1" noResize="1" noEditPoints="1" noAdjustHandles="1" noChangeArrowheads="1" noChangeShapeType="1" noTextEdit="1"/>
                </p:cNvSpPr>
                <p:nvPr/>
              </p:nvSpPr>
              <p:spPr>
                <a:xfrm>
                  <a:off x="6804248" y="3491716"/>
                  <a:ext cx="644651" cy="369332"/>
                </a:xfrm>
                <a:prstGeom prst="rect">
                  <a:avLst/>
                </a:prstGeom>
                <a:blipFill rotWithShape="1">
                  <a:blip r:embed="rId4"/>
                  <a:stretch>
                    <a:fillRect b="-1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37">
                  <a:extLst>
                    <a:ext uri="{FF2B5EF4-FFF2-40B4-BE49-F238E27FC236}">
                      <a16:creationId xmlns:a16="http://schemas.microsoft.com/office/drawing/2014/main" id="{C6B7884B-E2AB-1FEB-B4A3-F91F5B0233AD}"/>
                    </a:ext>
                  </a:extLst>
                </p:cNvPr>
                <p:cNvSpPr txBox="1"/>
                <p:nvPr/>
              </p:nvSpPr>
              <p:spPr>
                <a:xfrm>
                  <a:off x="6228184" y="4546836"/>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zh-CN" altLang="en-US" b="1" i="1" smtClean="0">
                            <a:solidFill>
                              <a:srgbClr val="C00000"/>
                            </a:solidFill>
                            <a:latin typeface="Cambria Math"/>
                          </a:rPr>
                          <m:t>𝜹</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a:rPr>
                              <m:t>𝒓</m:t>
                            </m:r>
                          </m:e>
                          <m:sub>
                            <m:r>
                              <a:rPr lang="en-US" altLang="zh-CN" b="1" i="1" smtClean="0">
                                <a:solidFill>
                                  <a:srgbClr val="C00000"/>
                                </a:solidFill>
                                <a:latin typeface="Cambria Math"/>
                              </a:rPr>
                              <m:t>𝑨</m:t>
                            </m:r>
                          </m:sub>
                        </m:sSub>
                      </m:oMath>
                    </m:oMathPara>
                  </a14:m>
                  <a:endParaRPr lang="en-US" altLang="zh-CN" b="1" i="1" dirty="0">
                    <a:solidFill>
                      <a:srgbClr val="C00000"/>
                    </a:solidFill>
                    <a:latin typeface="Times New Roman" panose="02020603050405020304" pitchFamily="18" charset="0"/>
                  </a:endParaRPr>
                </a:p>
              </p:txBody>
            </p:sp>
          </mc:Choice>
          <mc:Fallback xmlns="">
            <p:sp>
              <p:nvSpPr>
                <p:cNvPr id="29" name="文本框 37">
                  <a:extLst>
                    <a:ext uri="{FF2B5EF4-FFF2-40B4-BE49-F238E27FC236}">
                      <a16:creationId xmlns="" xmlns:a16="http://schemas.microsoft.com/office/drawing/2014/main" xmlns:a14="http://schemas.microsoft.com/office/drawing/2010/main" id="{C6B7884B-E2AB-1FEB-B4A3-F91F5B0233AD}"/>
                    </a:ext>
                  </a:extLst>
                </p:cNvPr>
                <p:cNvSpPr txBox="1">
                  <a:spLocks noRot="1" noChangeAspect="1" noMove="1" noResize="1" noEditPoints="1" noAdjustHandles="1" noChangeArrowheads="1" noChangeShapeType="1" noTextEdit="1"/>
                </p:cNvSpPr>
                <p:nvPr/>
              </p:nvSpPr>
              <p:spPr>
                <a:xfrm>
                  <a:off x="6228184" y="4546836"/>
                  <a:ext cx="644651" cy="369332"/>
                </a:xfrm>
                <a:prstGeom prst="rect">
                  <a:avLst/>
                </a:prstGeom>
                <a:blipFill rotWithShape="1">
                  <a:blip r:embed="rId5"/>
                  <a:stretch>
                    <a:fillRect b="-1667"/>
                  </a:stretch>
                </a:blipFill>
              </p:spPr>
              <p:txBody>
                <a:bodyPr/>
                <a:lstStyle/>
                <a:p>
                  <a:r>
                    <a:rPr lang="zh-CN" altLang="en-US">
                      <a:noFill/>
                    </a:rPr>
                    <a:t> </a:t>
                  </a:r>
                </a:p>
              </p:txBody>
            </p:sp>
          </mc:Fallback>
        </mc:AlternateContent>
        <p:cxnSp>
          <p:nvCxnSpPr>
            <p:cNvPr id="30" name="直接箭头连接符 29">
              <a:extLst>
                <a:ext uri="{FF2B5EF4-FFF2-40B4-BE49-F238E27FC236}">
                  <a16:creationId xmlns:a16="http://schemas.microsoft.com/office/drawing/2014/main" id="{5A488A12-96A8-90B4-022B-22E1316E0743}"/>
                </a:ext>
              </a:extLst>
            </p:cNvPr>
            <p:cNvCxnSpPr>
              <a:cxnSpLocks/>
            </p:cNvCxnSpPr>
            <p:nvPr/>
          </p:nvCxnSpPr>
          <p:spPr>
            <a:xfrm>
              <a:off x="6805339" y="4148948"/>
              <a:ext cx="0" cy="756718"/>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文本框 37">
                  <a:extLst>
                    <a:ext uri="{FF2B5EF4-FFF2-40B4-BE49-F238E27FC236}">
                      <a16:creationId xmlns:a16="http://schemas.microsoft.com/office/drawing/2014/main" id="{C6B7884B-E2AB-1FEB-B4A3-F91F5B0233AD}"/>
                    </a:ext>
                  </a:extLst>
                </p:cNvPr>
                <p:cNvSpPr txBox="1"/>
                <p:nvPr/>
              </p:nvSpPr>
              <p:spPr>
                <a:xfrm>
                  <a:off x="7192908" y="6237426"/>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zh-CN" altLang="en-US" b="1" i="1" smtClean="0">
                            <a:solidFill>
                              <a:srgbClr val="C00000"/>
                            </a:solidFill>
                            <a:latin typeface="Cambria Math"/>
                          </a:rPr>
                          <m:t>𝜹</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a:rPr>
                              <m:t>𝒓</m:t>
                            </m:r>
                          </m:e>
                          <m:sub>
                            <m:r>
                              <a:rPr lang="en-US" altLang="zh-CN" b="1" i="1" smtClean="0">
                                <a:solidFill>
                                  <a:srgbClr val="C00000"/>
                                </a:solidFill>
                                <a:latin typeface="Cambria Math"/>
                              </a:rPr>
                              <m:t>𝑩</m:t>
                            </m:r>
                          </m:sub>
                        </m:sSub>
                      </m:oMath>
                    </m:oMathPara>
                  </a14:m>
                  <a:endParaRPr lang="en-US" altLang="zh-CN" b="1" i="1" dirty="0">
                    <a:solidFill>
                      <a:srgbClr val="C00000"/>
                    </a:solidFill>
                    <a:latin typeface="Times New Roman" panose="02020603050405020304" pitchFamily="18" charset="0"/>
                  </a:endParaRPr>
                </a:p>
              </p:txBody>
            </p:sp>
          </mc:Choice>
          <mc:Fallback xmlns="">
            <p:sp>
              <p:nvSpPr>
                <p:cNvPr id="31" name="文本框 37">
                  <a:extLst>
                    <a:ext uri="{FF2B5EF4-FFF2-40B4-BE49-F238E27FC236}">
                      <a16:creationId xmlns="" xmlns:a16="http://schemas.microsoft.com/office/drawing/2014/main" xmlns:a14="http://schemas.microsoft.com/office/drawing/2010/main" id="{C6B7884B-E2AB-1FEB-B4A3-F91F5B0233AD}"/>
                    </a:ext>
                  </a:extLst>
                </p:cNvPr>
                <p:cNvSpPr txBox="1">
                  <a:spLocks noRot="1" noChangeAspect="1" noMove="1" noResize="1" noEditPoints="1" noAdjustHandles="1" noChangeArrowheads="1" noChangeShapeType="1" noTextEdit="1"/>
                </p:cNvSpPr>
                <p:nvPr/>
              </p:nvSpPr>
              <p:spPr>
                <a:xfrm>
                  <a:off x="7192908" y="6237426"/>
                  <a:ext cx="644651" cy="369332"/>
                </a:xfrm>
                <a:prstGeom prst="rect">
                  <a:avLst/>
                </a:prstGeom>
                <a:blipFill rotWithShape="1">
                  <a:blip r:embed="rId6"/>
                  <a:stretch>
                    <a:fillRect/>
                  </a:stretch>
                </a:blipFill>
              </p:spPr>
              <p:txBody>
                <a:bodyPr/>
                <a:lstStyle/>
                <a:p>
                  <a:r>
                    <a:rPr lang="zh-CN" altLang="en-US">
                      <a:noFill/>
                    </a:rPr>
                    <a:t> </a:t>
                  </a:r>
                </a:p>
              </p:txBody>
            </p:sp>
          </mc:Fallback>
        </mc:AlternateContent>
        <p:cxnSp>
          <p:nvCxnSpPr>
            <p:cNvPr id="32" name="直接箭头连接符 31">
              <a:extLst>
                <a:ext uri="{FF2B5EF4-FFF2-40B4-BE49-F238E27FC236}">
                  <a16:creationId xmlns:a16="http://schemas.microsoft.com/office/drawing/2014/main" id="{5A488A12-96A8-90B4-022B-22E1316E0743}"/>
                </a:ext>
              </a:extLst>
            </p:cNvPr>
            <p:cNvCxnSpPr>
              <a:cxnSpLocks/>
            </p:cNvCxnSpPr>
            <p:nvPr/>
          </p:nvCxnSpPr>
          <p:spPr>
            <a:xfrm flipH="1">
              <a:off x="7236296" y="5807197"/>
              <a:ext cx="264717" cy="574131"/>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5A488A12-96A8-90B4-022B-22E1316E0743}"/>
                </a:ext>
              </a:extLst>
            </p:cNvPr>
            <p:cNvCxnSpPr>
              <a:cxnSpLocks/>
            </p:cNvCxnSpPr>
            <p:nvPr/>
          </p:nvCxnSpPr>
          <p:spPr>
            <a:xfrm flipH="1">
              <a:off x="8028384" y="5389307"/>
              <a:ext cx="552750" cy="0"/>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文本框 37">
                  <a:extLst>
                    <a:ext uri="{FF2B5EF4-FFF2-40B4-BE49-F238E27FC236}">
                      <a16:creationId xmlns:a16="http://schemas.microsoft.com/office/drawing/2014/main" id="{C6B7884B-E2AB-1FEB-B4A3-F91F5B0233AD}"/>
                    </a:ext>
                  </a:extLst>
                </p:cNvPr>
                <p:cNvSpPr txBox="1"/>
                <p:nvPr/>
              </p:nvSpPr>
              <p:spPr>
                <a:xfrm>
                  <a:off x="7837559" y="4976307"/>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zh-CN" altLang="en-US" b="1" i="1" smtClean="0">
                            <a:solidFill>
                              <a:srgbClr val="C00000"/>
                            </a:solidFill>
                            <a:latin typeface="Cambria Math"/>
                          </a:rPr>
                          <m:t>𝜹</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a:rPr>
                              <m:t>𝒓</m:t>
                            </m:r>
                          </m:e>
                          <m:sub>
                            <m:r>
                              <a:rPr lang="en-US" altLang="zh-CN" b="1" i="1" smtClean="0">
                                <a:solidFill>
                                  <a:srgbClr val="C00000"/>
                                </a:solidFill>
                                <a:latin typeface="Cambria Math"/>
                              </a:rPr>
                              <m:t>𝑫</m:t>
                            </m:r>
                          </m:sub>
                        </m:sSub>
                      </m:oMath>
                    </m:oMathPara>
                  </a14:m>
                  <a:endParaRPr lang="en-US" altLang="zh-CN" b="1" i="1" dirty="0">
                    <a:solidFill>
                      <a:srgbClr val="C00000"/>
                    </a:solidFill>
                    <a:latin typeface="Times New Roman" panose="02020603050405020304" pitchFamily="18" charset="0"/>
                  </a:endParaRPr>
                </a:p>
              </p:txBody>
            </p:sp>
          </mc:Choice>
          <mc:Fallback xmlns="">
            <p:sp>
              <p:nvSpPr>
                <p:cNvPr id="34" name="文本框 37">
                  <a:extLst>
                    <a:ext uri="{FF2B5EF4-FFF2-40B4-BE49-F238E27FC236}">
                      <a16:creationId xmlns="" xmlns:a16="http://schemas.microsoft.com/office/drawing/2014/main" xmlns:a14="http://schemas.microsoft.com/office/drawing/2010/main" id="{C6B7884B-E2AB-1FEB-B4A3-F91F5B0233AD}"/>
                    </a:ext>
                  </a:extLst>
                </p:cNvPr>
                <p:cNvSpPr txBox="1">
                  <a:spLocks noRot="1" noChangeAspect="1" noMove="1" noResize="1" noEditPoints="1" noAdjustHandles="1" noChangeArrowheads="1" noChangeShapeType="1" noTextEdit="1"/>
                </p:cNvSpPr>
                <p:nvPr/>
              </p:nvSpPr>
              <p:spPr>
                <a:xfrm>
                  <a:off x="7837559" y="4976307"/>
                  <a:ext cx="644651" cy="369332"/>
                </a:xfrm>
                <a:prstGeom prst="rect">
                  <a:avLst/>
                </a:prstGeom>
                <a:blipFill rotWithShape="1">
                  <a:blip r:embed="rId7"/>
                  <a:stretch>
                    <a:fillRect/>
                  </a:stretch>
                </a:blipFill>
              </p:spPr>
              <p:txBody>
                <a:bodyPr/>
                <a:lstStyle/>
                <a:p>
                  <a:r>
                    <a:rPr lang="zh-CN" altLang="en-US">
                      <a:noFill/>
                    </a:rPr>
                    <a:t> </a:t>
                  </a:r>
                </a:p>
              </p:txBody>
            </p:sp>
          </mc:Fallback>
        </mc:AlternateContent>
      </p:grpSp>
      <p:graphicFrame>
        <p:nvGraphicFramePr>
          <p:cNvPr id="8" name="对象 7"/>
          <p:cNvGraphicFramePr>
            <a:graphicFrameLocks noChangeAspect="1"/>
          </p:cNvGraphicFramePr>
          <p:nvPr>
            <p:extLst>
              <p:ext uri="{D42A27DB-BD31-4B8C-83A1-F6EECF244321}">
                <p14:modId xmlns:p14="http://schemas.microsoft.com/office/powerpoint/2010/main" val="2559853011"/>
              </p:ext>
            </p:extLst>
          </p:nvPr>
        </p:nvGraphicFramePr>
        <p:xfrm>
          <a:off x="899592" y="3313593"/>
          <a:ext cx="1290638" cy="433388"/>
        </p:xfrm>
        <a:graphic>
          <a:graphicData uri="http://schemas.openxmlformats.org/presentationml/2006/ole">
            <mc:AlternateContent xmlns:mc="http://schemas.openxmlformats.org/markup-compatibility/2006">
              <mc:Choice xmlns:v="urn:schemas-microsoft-com:vml" Requires="v">
                <p:oleObj name="Equation" r:id="rId8" imgW="571320" imgH="190440" progId="Equation.DSMT4">
                  <p:embed/>
                </p:oleObj>
              </mc:Choice>
              <mc:Fallback>
                <p:oleObj name="Equation" r:id="rId8" imgW="571320" imgH="190440" progId="Equation.DSMT4">
                  <p:embed/>
                  <p:pic>
                    <p:nvPicPr>
                      <p:cNvPr id="0" name="对象 29"/>
                      <p:cNvPicPr>
                        <a:picLocks noChangeAspect="1" noChangeArrowheads="1"/>
                      </p:cNvPicPr>
                      <p:nvPr/>
                    </p:nvPicPr>
                    <p:blipFill>
                      <a:blip r:embed="rId9"/>
                      <a:srcRect/>
                      <a:stretch>
                        <a:fillRect/>
                      </a:stretch>
                    </p:blipFill>
                    <p:spPr bwMode="auto">
                      <a:xfrm>
                        <a:off x="899592" y="3313593"/>
                        <a:ext cx="1290638"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 name="对象 34"/>
          <p:cNvGraphicFramePr>
            <a:graphicFrameLocks noChangeAspect="1"/>
          </p:cNvGraphicFramePr>
          <p:nvPr>
            <p:extLst>
              <p:ext uri="{D42A27DB-BD31-4B8C-83A1-F6EECF244321}">
                <p14:modId xmlns:p14="http://schemas.microsoft.com/office/powerpoint/2010/main" val="3439509890"/>
              </p:ext>
            </p:extLst>
          </p:nvPr>
        </p:nvGraphicFramePr>
        <p:xfrm>
          <a:off x="899592" y="3829794"/>
          <a:ext cx="2581275" cy="433388"/>
        </p:xfrm>
        <a:graphic>
          <a:graphicData uri="http://schemas.openxmlformats.org/presentationml/2006/ole">
            <mc:AlternateContent xmlns:mc="http://schemas.openxmlformats.org/markup-compatibility/2006">
              <mc:Choice xmlns:v="urn:schemas-microsoft-com:vml" Requires="v">
                <p:oleObj name="Equation" r:id="rId10" imgW="1143000" imgH="190440" progId="Equation.DSMT4">
                  <p:embed/>
                </p:oleObj>
              </mc:Choice>
              <mc:Fallback>
                <p:oleObj name="Equation" r:id="rId10" imgW="1143000" imgH="190440" progId="Equation.DSMT4">
                  <p:embed/>
                  <p:pic>
                    <p:nvPicPr>
                      <p:cNvPr id="0" name=""/>
                      <p:cNvPicPr>
                        <a:picLocks noChangeAspect="1" noChangeArrowheads="1"/>
                      </p:cNvPicPr>
                      <p:nvPr/>
                    </p:nvPicPr>
                    <p:blipFill>
                      <a:blip r:embed="rId11"/>
                      <a:srcRect/>
                      <a:stretch>
                        <a:fillRect/>
                      </a:stretch>
                    </p:blipFill>
                    <p:spPr bwMode="auto">
                      <a:xfrm>
                        <a:off x="899592" y="3829794"/>
                        <a:ext cx="258127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 name="对象 35"/>
          <p:cNvGraphicFramePr>
            <a:graphicFrameLocks noChangeAspect="1"/>
          </p:cNvGraphicFramePr>
          <p:nvPr>
            <p:extLst>
              <p:ext uri="{D42A27DB-BD31-4B8C-83A1-F6EECF244321}">
                <p14:modId xmlns:p14="http://schemas.microsoft.com/office/powerpoint/2010/main" val="2353886391"/>
              </p:ext>
            </p:extLst>
          </p:nvPr>
        </p:nvGraphicFramePr>
        <p:xfrm>
          <a:off x="914400" y="4437112"/>
          <a:ext cx="2552700" cy="433387"/>
        </p:xfrm>
        <a:graphic>
          <a:graphicData uri="http://schemas.openxmlformats.org/presentationml/2006/ole">
            <mc:AlternateContent xmlns:mc="http://schemas.openxmlformats.org/markup-compatibility/2006">
              <mc:Choice xmlns:v="urn:schemas-microsoft-com:vml" Requires="v">
                <p:oleObj name="Equation" r:id="rId12" imgW="1130040" imgH="190440" progId="Equation.DSMT4">
                  <p:embed/>
                </p:oleObj>
              </mc:Choice>
              <mc:Fallback>
                <p:oleObj name="Equation" r:id="rId12" imgW="1130040" imgH="190440" progId="Equation.DSMT4">
                  <p:embed/>
                  <p:pic>
                    <p:nvPicPr>
                      <p:cNvPr id="0" name=""/>
                      <p:cNvPicPr>
                        <a:picLocks noChangeAspect="1" noChangeArrowheads="1"/>
                      </p:cNvPicPr>
                      <p:nvPr/>
                    </p:nvPicPr>
                    <p:blipFill>
                      <a:blip r:embed="rId13"/>
                      <a:srcRect/>
                      <a:stretch>
                        <a:fillRect/>
                      </a:stretch>
                    </p:blipFill>
                    <p:spPr bwMode="auto">
                      <a:xfrm>
                        <a:off x="914400" y="4437112"/>
                        <a:ext cx="25527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 name="文本框 15">
            <a:extLst>
              <a:ext uri="{FF2B5EF4-FFF2-40B4-BE49-F238E27FC236}">
                <a16:creationId xmlns:a16="http://schemas.microsoft.com/office/drawing/2014/main" id="{F6DDAFFC-1E67-1EA5-7C42-023703AC4FA5}"/>
              </a:ext>
            </a:extLst>
          </p:cNvPr>
          <p:cNvSpPr txBox="1"/>
          <p:nvPr/>
        </p:nvSpPr>
        <p:spPr>
          <a:xfrm>
            <a:off x="755576" y="4930776"/>
            <a:ext cx="4979937" cy="461665"/>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列虚功方程</a:t>
            </a:r>
            <a:endParaRPr lang="zh-CN" altLang="zh-CN" sz="2000" dirty="0">
              <a:solidFill>
                <a:srgbClr val="1A44A1"/>
              </a:solidFill>
              <a:latin typeface="Times New Roman" panose="02020603050405020304" pitchFamily="18" charset="0"/>
            </a:endParaRPr>
          </a:p>
        </p:txBody>
      </p:sp>
      <p:graphicFrame>
        <p:nvGraphicFramePr>
          <p:cNvPr id="38" name="对象 37"/>
          <p:cNvGraphicFramePr>
            <a:graphicFrameLocks noChangeAspect="1"/>
          </p:cNvGraphicFramePr>
          <p:nvPr>
            <p:extLst>
              <p:ext uri="{D42A27DB-BD31-4B8C-83A1-F6EECF244321}">
                <p14:modId xmlns:p14="http://schemas.microsoft.com/office/powerpoint/2010/main" val="1914177872"/>
              </p:ext>
            </p:extLst>
          </p:nvPr>
        </p:nvGraphicFramePr>
        <p:xfrm>
          <a:off x="2597150" y="4943475"/>
          <a:ext cx="2179638" cy="433388"/>
        </p:xfrm>
        <a:graphic>
          <a:graphicData uri="http://schemas.openxmlformats.org/presentationml/2006/ole">
            <mc:AlternateContent xmlns:mc="http://schemas.openxmlformats.org/markup-compatibility/2006">
              <mc:Choice xmlns:v="urn:schemas-microsoft-com:vml" Requires="v">
                <p:oleObj name="Equation" r:id="rId14" imgW="965160" imgH="190440" progId="Equation.DSMT4">
                  <p:embed/>
                </p:oleObj>
              </mc:Choice>
              <mc:Fallback>
                <p:oleObj name="Equation" r:id="rId14" imgW="965160" imgH="190440" progId="Equation.DSMT4">
                  <p:embed/>
                  <p:pic>
                    <p:nvPicPr>
                      <p:cNvPr id="0" name=""/>
                      <p:cNvPicPr>
                        <a:picLocks noChangeAspect="1" noChangeArrowheads="1"/>
                      </p:cNvPicPr>
                      <p:nvPr/>
                    </p:nvPicPr>
                    <p:blipFill>
                      <a:blip r:embed="rId15"/>
                      <a:srcRect/>
                      <a:stretch>
                        <a:fillRect/>
                      </a:stretch>
                    </p:blipFill>
                    <p:spPr bwMode="auto">
                      <a:xfrm>
                        <a:off x="2597150" y="4943475"/>
                        <a:ext cx="2179638"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 name="文本框 15">
            <a:extLst>
              <a:ext uri="{FF2B5EF4-FFF2-40B4-BE49-F238E27FC236}">
                <a16:creationId xmlns:a16="http://schemas.microsoft.com/office/drawing/2014/main" id="{F6DDAFFC-1E67-1EA5-7C42-023703AC4FA5}"/>
              </a:ext>
            </a:extLst>
          </p:cNvPr>
          <p:cNvSpPr txBox="1"/>
          <p:nvPr/>
        </p:nvSpPr>
        <p:spPr>
          <a:xfrm>
            <a:off x="755575" y="5576364"/>
            <a:ext cx="4979937" cy="429413"/>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解得：</a:t>
            </a:r>
            <a:endParaRPr lang="zh-CN" altLang="zh-CN" sz="2000" dirty="0">
              <a:solidFill>
                <a:srgbClr val="1A44A1"/>
              </a:solidFill>
              <a:latin typeface="Times New Roman" panose="02020603050405020304" pitchFamily="18" charset="0"/>
            </a:endParaRPr>
          </a:p>
        </p:txBody>
      </p:sp>
      <p:graphicFrame>
        <p:nvGraphicFramePr>
          <p:cNvPr id="40" name="对象 39"/>
          <p:cNvGraphicFramePr>
            <a:graphicFrameLocks noChangeAspect="1"/>
          </p:cNvGraphicFramePr>
          <p:nvPr>
            <p:extLst>
              <p:ext uri="{D42A27DB-BD31-4B8C-83A1-F6EECF244321}">
                <p14:modId xmlns:p14="http://schemas.microsoft.com/office/powerpoint/2010/main" val="2310927811"/>
              </p:ext>
            </p:extLst>
          </p:nvPr>
        </p:nvGraphicFramePr>
        <p:xfrm>
          <a:off x="1601788" y="5618163"/>
          <a:ext cx="1778000" cy="346075"/>
        </p:xfrm>
        <a:graphic>
          <a:graphicData uri="http://schemas.openxmlformats.org/presentationml/2006/ole">
            <mc:AlternateContent xmlns:mc="http://schemas.openxmlformats.org/markup-compatibility/2006">
              <mc:Choice xmlns:v="urn:schemas-microsoft-com:vml" Requires="v">
                <p:oleObj name="Equation" r:id="rId16" imgW="787320" imgH="152280" progId="Equation.DSMT4">
                  <p:embed/>
                </p:oleObj>
              </mc:Choice>
              <mc:Fallback>
                <p:oleObj name="Equation" r:id="rId16" imgW="787320" imgH="152280" progId="Equation.DSMT4">
                  <p:embed/>
                  <p:pic>
                    <p:nvPicPr>
                      <p:cNvPr id="0" name=""/>
                      <p:cNvPicPr>
                        <a:picLocks noChangeAspect="1" noChangeArrowheads="1"/>
                      </p:cNvPicPr>
                      <p:nvPr/>
                    </p:nvPicPr>
                    <p:blipFill>
                      <a:blip r:embed="rId17"/>
                      <a:srcRect/>
                      <a:stretch>
                        <a:fillRect/>
                      </a:stretch>
                    </p:blipFill>
                    <p:spPr bwMode="auto">
                      <a:xfrm>
                        <a:off x="1601788" y="5618163"/>
                        <a:ext cx="17780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37234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5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6" grpId="0"/>
      <p:bldP spid="22" grpId="0"/>
      <p:bldP spid="26" grpId="0"/>
      <p:bldP spid="37" grpId="0"/>
      <p:bldP spid="3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2BA6898-A6E3-66DD-3FFC-66703A4C585F}"/>
              </a:ext>
            </a:extLst>
          </p:cNvPr>
          <p:cNvSpPr>
            <a:spLocks noGrp="1"/>
          </p:cNvSpPr>
          <p:nvPr>
            <p:ph type="sldNum" sz="quarter" idx="12"/>
          </p:nvPr>
        </p:nvSpPr>
        <p:spPr/>
        <p:txBody>
          <a:bodyPr/>
          <a:lstStyle/>
          <a:p>
            <a:fld id="{26673A84-873A-41C3-9E07-245B3A592B1D}" type="slidenum">
              <a:rPr lang="zh-CN" altLang="en-US" smtClean="0"/>
              <a:t>21</a:t>
            </a:fld>
            <a:endParaRPr lang="zh-CN" altLang="en-US"/>
          </a:p>
        </p:txBody>
      </p:sp>
      <p:sp>
        <p:nvSpPr>
          <p:cNvPr id="3" name="文本框 2">
            <a:extLst>
              <a:ext uri="{FF2B5EF4-FFF2-40B4-BE49-F238E27FC236}">
                <a16:creationId xmlns:a16="http://schemas.microsoft.com/office/drawing/2014/main" id="{FAC07C7F-0DB0-2438-AEF0-EB289AD157CF}"/>
              </a:ext>
            </a:extLst>
          </p:cNvPr>
          <p:cNvSpPr txBox="1"/>
          <p:nvPr/>
        </p:nvSpPr>
        <p:spPr>
          <a:xfrm>
            <a:off x="251520" y="593781"/>
            <a:ext cx="4896544" cy="1903663"/>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习题册</a:t>
            </a:r>
            <a:r>
              <a:rPr lang="en-US" altLang="zh-CN" sz="2000" dirty="0">
                <a:solidFill>
                  <a:srgbClr val="1A44A1"/>
                </a:solidFill>
                <a:latin typeface="Times New Roman" panose="02020603050405020304" pitchFamily="18" charset="0"/>
              </a:rPr>
              <a:t>-P38-32</a:t>
            </a:r>
            <a:r>
              <a:rPr lang="zh-CN" altLang="en-US" sz="2000" dirty="0">
                <a:solidFill>
                  <a:srgbClr val="1A44A1"/>
                </a:solidFill>
                <a:latin typeface="Times New Roman" panose="02020603050405020304" pitchFamily="18" charset="0"/>
              </a:rPr>
              <a:t>：图示多跨梁由直杆</a:t>
            </a:r>
            <a:r>
              <a:rPr lang="en-US" altLang="zh-CN" sz="2000" dirty="0">
                <a:solidFill>
                  <a:srgbClr val="1A44A1"/>
                </a:solidFill>
                <a:latin typeface="Times New Roman" panose="02020603050405020304" pitchFamily="18" charset="0"/>
              </a:rPr>
              <a:t>AD</a:t>
            </a:r>
            <a:r>
              <a:rPr lang="zh-CN" altLang="en-US" sz="2000" dirty="0">
                <a:solidFill>
                  <a:srgbClr val="1A44A1"/>
                </a:solidFill>
                <a:latin typeface="Times New Roman" panose="02020603050405020304" pitchFamily="18" charset="0"/>
              </a:rPr>
              <a:t>和</a:t>
            </a:r>
            <a:r>
              <a:rPr lang="en-US" altLang="zh-CN" sz="2000" dirty="0">
                <a:solidFill>
                  <a:srgbClr val="1A44A1"/>
                </a:solidFill>
                <a:latin typeface="Times New Roman" panose="02020603050405020304" pitchFamily="18" charset="0"/>
              </a:rPr>
              <a:t>T</a:t>
            </a:r>
            <a:r>
              <a:rPr lang="zh-CN" altLang="en-US" sz="2000" dirty="0">
                <a:solidFill>
                  <a:srgbClr val="1A44A1"/>
                </a:solidFill>
                <a:latin typeface="Times New Roman" panose="02020603050405020304" pitchFamily="18" charset="0"/>
              </a:rPr>
              <a:t>字形杆</a:t>
            </a:r>
            <a:r>
              <a:rPr lang="en-US" altLang="zh-CN" sz="2000" dirty="0">
                <a:solidFill>
                  <a:srgbClr val="1A44A1"/>
                </a:solidFill>
                <a:latin typeface="Times New Roman" panose="02020603050405020304" pitchFamily="18" charset="0"/>
              </a:rPr>
              <a:t>DHG</a:t>
            </a:r>
            <a:r>
              <a:rPr lang="zh-CN" altLang="en-US" sz="2000" dirty="0">
                <a:solidFill>
                  <a:srgbClr val="1A44A1"/>
                </a:solidFill>
                <a:latin typeface="Times New Roman" panose="02020603050405020304" pitchFamily="18" charset="0"/>
              </a:rPr>
              <a:t>组成，已知：力</a:t>
            </a:r>
            <a:r>
              <a:rPr lang="en-US" altLang="zh-CN" sz="2000" dirty="0">
                <a:solidFill>
                  <a:srgbClr val="1A44A1"/>
                </a:solidFill>
                <a:latin typeface="Times New Roman" panose="02020603050405020304" pitchFamily="18" charset="0"/>
              </a:rPr>
              <a:t>P = 2kN</a:t>
            </a:r>
            <a:r>
              <a:rPr lang="zh-CN" altLang="en-US" sz="2000" dirty="0">
                <a:solidFill>
                  <a:srgbClr val="1A44A1"/>
                </a:solidFill>
                <a:latin typeface="Times New Roman" panose="02020603050405020304" pitchFamily="18" charset="0"/>
              </a:rPr>
              <a:t>，</a:t>
            </a:r>
            <a:r>
              <a:rPr lang="en-US" altLang="zh-CN" sz="2000" dirty="0">
                <a:solidFill>
                  <a:srgbClr val="1A44A1"/>
                </a:solidFill>
                <a:latin typeface="Times New Roman" panose="02020603050405020304" pitchFamily="18" charset="0"/>
              </a:rPr>
              <a:t>q = 0.5kN/m</a:t>
            </a:r>
            <a:r>
              <a:rPr lang="zh-CN" altLang="en-US" sz="2000" dirty="0">
                <a:solidFill>
                  <a:srgbClr val="1A44A1"/>
                </a:solidFill>
                <a:latin typeface="Times New Roman" panose="02020603050405020304" pitchFamily="18" charset="0"/>
              </a:rPr>
              <a:t>，</a:t>
            </a:r>
            <a:r>
              <a:rPr lang="en-US" altLang="zh-CN" sz="2000" dirty="0">
                <a:solidFill>
                  <a:srgbClr val="1A44A1"/>
                </a:solidFill>
                <a:latin typeface="Times New Roman" panose="02020603050405020304" pitchFamily="18" charset="0"/>
              </a:rPr>
              <a:t>M = 4kN·m</a:t>
            </a:r>
            <a:r>
              <a:rPr lang="zh-CN" altLang="en-US" sz="2000" dirty="0">
                <a:solidFill>
                  <a:srgbClr val="1A44A1"/>
                </a:solidFill>
                <a:latin typeface="Times New Roman" panose="02020603050405020304" pitchFamily="18" charset="0"/>
              </a:rPr>
              <a:t>，</a:t>
            </a:r>
            <a:r>
              <a:rPr lang="en-US" altLang="zh-CN" sz="2000" dirty="0">
                <a:solidFill>
                  <a:srgbClr val="1A44A1"/>
                </a:solidFill>
                <a:latin typeface="Times New Roman" panose="02020603050405020304" pitchFamily="18" charset="0"/>
              </a:rPr>
              <a:t>L= 4m</a:t>
            </a:r>
            <a:r>
              <a:rPr lang="zh-CN" altLang="en-US" sz="2000" dirty="0">
                <a:solidFill>
                  <a:srgbClr val="1A44A1"/>
                </a:solidFill>
                <a:latin typeface="Times New Roman" panose="02020603050405020304" pitchFamily="18" charset="0"/>
              </a:rPr>
              <a:t>。试用虚位移原理求：（</a:t>
            </a:r>
            <a:r>
              <a:rPr lang="en-US" altLang="zh-CN" sz="2000" dirty="0">
                <a:solidFill>
                  <a:srgbClr val="1A44A1"/>
                </a:solidFill>
                <a:latin typeface="Times New Roman" panose="02020603050405020304" pitchFamily="18" charset="0"/>
              </a:rPr>
              <a:t>1</a:t>
            </a:r>
            <a:r>
              <a:rPr lang="zh-CN" altLang="en-US" sz="2000" dirty="0">
                <a:solidFill>
                  <a:srgbClr val="1A44A1"/>
                </a:solidFill>
                <a:latin typeface="Times New Roman" panose="02020603050405020304" pitchFamily="18" charset="0"/>
              </a:rPr>
              <a:t>）支座</a:t>
            </a:r>
            <a:r>
              <a:rPr lang="en-US" altLang="zh-CN" sz="2000" dirty="0">
                <a:solidFill>
                  <a:srgbClr val="1A44A1"/>
                </a:solidFill>
                <a:latin typeface="Times New Roman" panose="02020603050405020304" pitchFamily="18" charset="0"/>
              </a:rPr>
              <a:t>C</a:t>
            </a:r>
            <a:r>
              <a:rPr lang="zh-CN" altLang="en-US" sz="2000" dirty="0">
                <a:solidFill>
                  <a:srgbClr val="1A44A1"/>
                </a:solidFill>
                <a:latin typeface="Times New Roman" panose="02020603050405020304" pitchFamily="18" charset="0"/>
              </a:rPr>
              <a:t>的反力；（</a:t>
            </a:r>
            <a:r>
              <a:rPr lang="en-US" altLang="zh-CN" sz="2000" dirty="0">
                <a:solidFill>
                  <a:srgbClr val="1A44A1"/>
                </a:solidFill>
                <a:latin typeface="Times New Roman" panose="02020603050405020304" pitchFamily="18" charset="0"/>
              </a:rPr>
              <a:t>2</a:t>
            </a:r>
            <a:r>
              <a:rPr lang="zh-CN" altLang="en-US" sz="2000" dirty="0">
                <a:solidFill>
                  <a:srgbClr val="1A44A1"/>
                </a:solidFill>
                <a:latin typeface="Times New Roman" panose="02020603050405020304" pitchFamily="18" charset="0"/>
              </a:rPr>
              <a:t>）支座</a:t>
            </a:r>
            <a:r>
              <a:rPr lang="en-US" altLang="zh-CN" sz="2000" dirty="0">
                <a:solidFill>
                  <a:srgbClr val="1A44A1"/>
                </a:solidFill>
                <a:latin typeface="Times New Roman" panose="02020603050405020304" pitchFamily="18" charset="0"/>
              </a:rPr>
              <a:t>H</a:t>
            </a:r>
            <a:r>
              <a:rPr lang="zh-CN" altLang="en-US" sz="2000" dirty="0">
                <a:solidFill>
                  <a:srgbClr val="1A44A1"/>
                </a:solidFill>
                <a:latin typeface="Times New Roman" panose="02020603050405020304" pitchFamily="18" charset="0"/>
              </a:rPr>
              <a:t>的反力。</a:t>
            </a:r>
            <a:endParaRPr lang="zh-CN" altLang="zh-CN" sz="2000" dirty="0">
              <a:solidFill>
                <a:srgbClr val="1A44A1"/>
              </a:solidFill>
              <a:latin typeface="Times New Roman" panose="02020603050405020304" pitchFamily="18" charset="0"/>
            </a:endParaRPr>
          </a:p>
        </p:txBody>
      </p:sp>
      <p:pic>
        <p:nvPicPr>
          <p:cNvPr id="4098" name="图片 81" descr="35">
            <a:extLst>
              <a:ext uri="{FF2B5EF4-FFF2-40B4-BE49-F238E27FC236}">
                <a16:creationId xmlns:a16="http://schemas.microsoft.com/office/drawing/2014/main" id="{B773D4CB-F54E-410D-09D2-8433E6F1F4FC}"/>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076056" y="593781"/>
            <a:ext cx="3714104" cy="21151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文本框 3">
            <a:extLst>
              <a:ext uri="{FF2B5EF4-FFF2-40B4-BE49-F238E27FC236}">
                <a16:creationId xmlns:a16="http://schemas.microsoft.com/office/drawing/2014/main" id="{47474A53-A432-2C41-405E-E78B143BF88A}"/>
              </a:ext>
            </a:extLst>
          </p:cNvPr>
          <p:cNvSpPr txBox="1"/>
          <p:nvPr/>
        </p:nvSpPr>
        <p:spPr>
          <a:xfrm>
            <a:off x="251520" y="2497444"/>
            <a:ext cx="4824536" cy="1200329"/>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解：</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系统</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a:t>
            </a:r>
            <a:r>
              <a:rPr lang="en-US" altLang="zh-CN" sz="2000" dirty="0">
                <a:solidFill>
                  <a:srgbClr val="1A44A1"/>
                </a:solidFill>
                <a:latin typeface="Times New Roman" panose="02020603050405020304" pitchFamily="18" charset="0"/>
              </a:rPr>
              <a:t>1</a:t>
            </a:r>
            <a:r>
              <a:rPr lang="zh-CN" altLang="en-US" sz="2000" dirty="0">
                <a:solidFill>
                  <a:srgbClr val="1A44A1"/>
                </a:solidFill>
                <a:latin typeface="Times New Roman" panose="02020603050405020304" pitchFamily="18" charset="0"/>
              </a:rPr>
              <a:t>）解除支座</a:t>
            </a:r>
            <a:r>
              <a:rPr lang="en-US" altLang="zh-CN" sz="2000" dirty="0">
                <a:solidFill>
                  <a:srgbClr val="1A44A1"/>
                </a:solidFill>
                <a:latin typeface="Times New Roman" panose="02020603050405020304" pitchFamily="18" charset="0"/>
              </a:rPr>
              <a:t>C</a:t>
            </a:r>
            <a:r>
              <a:rPr lang="zh-CN" altLang="en-US" sz="2000" dirty="0">
                <a:solidFill>
                  <a:srgbClr val="1A44A1"/>
                </a:solidFill>
                <a:latin typeface="Times New Roman" panose="02020603050405020304" pitchFamily="18" charset="0"/>
              </a:rPr>
              <a:t>，用反力</a:t>
            </a:r>
            <a:r>
              <a:rPr lang="en-US" altLang="zh-CN" sz="2000" b="1" i="1" dirty="0">
                <a:solidFill>
                  <a:srgbClr val="1A44A1"/>
                </a:solidFill>
                <a:latin typeface="Times New Roman" panose="02020603050405020304" pitchFamily="18" charset="0"/>
              </a:rPr>
              <a:t>Y</a:t>
            </a:r>
            <a:r>
              <a:rPr lang="en-US" altLang="zh-CN" sz="2000" baseline="-25000" dirty="0">
                <a:solidFill>
                  <a:srgbClr val="1A44A1"/>
                </a:solidFill>
                <a:latin typeface="Times New Roman" panose="02020603050405020304" pitchFamily="18" charset="0"/>
              </a:rPr>
              <a:t>C</a:t>
            </a:r>
            <a:r>
              <a:rPr lang="zh-CN" altLang="en-US" sz="2000" dirty="0">
                <a:solidFill>
                  <a:srgbClr val="1A44A1"/>
                </a:solidFill>
                <a:latin typeface="Times New Roman" panose="02020603050405020304" pitchFamily="18" charset="0"/>
              </a:rPr>
              <a:t>代替，并视为主动载荷，如图所示。用几何法建立各点虚位移大小之间的关系：</a:t>
            </a:r>
            <a:endParaRPr lang="zh-CN" altLang="zh-CN" sz="2000" dirty="0">
              <a:solidFill>
                <a:srgbClr val="1A44A1"/>
              </a:solidFill>
              <a:latin typeface="Times New Roman" panose="02020603050405020304" pitchFamily="18" charset="0"/>
            </a:endParaRPr>
          </a:p>
        </p:txBody>
      </p:sp>
      <p:grpSp>
        <p:nvGrpSpPr>
          <p:cNvPr id="10" name="组合 9">
            <a:extLst>
              <a:ext uri="{FF2B5EF4-FFF2-40B4-BE49-F238E27FC236}">
                <a16:creationId xmlns:a16="http://schemas.microsoft.com/office/drawing/2014/main" id="{AD073AB0-366A-EB8B-A44A-46BDA43E636D}"/>
              </a:ext>
            </a:extLst>
          </p:cNvPr>
          <p:cNvGrpSpPr/>
          <p:nvPr/>
        </p:nvGrpSpPr>
        <p:grpSpPr>
          <a:xfrm>
            <a:off x="5220072" y="3861048"/>
            <a:ext cx="3830826" cy="2016224"/>
            <a:chOff x="5220072" y="3861048"/>
            <a:chExt cx="3830826" cy="2016224"/>
          </a:xfrm>
        </p:grpSpPr>
        <p:pic>
          <p:nvPicPr>
            <p:cNvPr id="5" name="图片 4" descr="第24题图（a）">
              <a:extLst>
                <a:ext uri="{FF2B5EF4-FFF2-40B4-BE49-F238E27FC236}">
                  <a16:creationId xmlns:a16="http://schemas.microsoft.com/office/drawing/2014/main" id="{3061E740-F351-296F-3AC1-0877B5BBE394}"/>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20072" y="3861048"/>
              <a:ext cx="3830826" cy="2016224"/>
            </a:xfrm>
            <a:prstGeom prst="rect">
              <a:avLst/>
            </a:prstGeom>
            <a:noFill/>
            <a:ln>
              <a:noFill/>
            </a:ln>
          </p:spPr>
        </p:pic>
        <p:cxnSp>
          <p:nvCxnSpPr>
            <p:cNvPr id="6" name="直接箭头连接符 5">
              <a:extLst>
                <a:ext uri="{FF2B5EF4-FFF2-40B4-BE49-F238E27FC236}">
                  <a16:creationId xmlns:a16="http://schemas.microsoft.com/office/drawing/2014/main" id="{ECB1A21B-03B0-E0F3-3EB7-BCE235056063}"/>
                </a:ext>
              </a:extLst>
            </p:cNvPr>
            <p:cNvCxnSpPr>
              <a:cxnSpLocks/>
            </p:cNvCxnSpPr>
            <p:nvPr/>
          </p:nvCxnSpPr>
          <p:spPr>
            <a:xfrm flipH="1">
              <a:off x="7524328" y="5589240"/>
              <a:ext cx="432048" cy="0"/>
            </a:xfrm>
            <a:prstGeom prst="straightConnector1">
              <a:avLst/>
            </a:prstGeom>
            <a:ln w="31750">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181A9D6D-8F03-3F5A-749D-CFBBAA4C3338}"/>
                    </a:ext>
                  </a:extLst>
                </p:cNvPr>
                <p:cNvSpPr txBox="1"/>
                <p:nvPr/>
              </p:nvSpPr>
              <p:spPr>
                <a:xfrm>
                  <a:off x="6975349" y="5373216"/>
                  <a:ext cx="64465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b="0" i="1" smtClean="0">
                                <a:solidFill>
                                  <a:srgbClr val="C00000"/>
                                </a:solidFill>
                                <a:latin typeface="Cambria Math" panose="02040503050406030204" pitchFamily="18" charset="0"/>
                              </a:rPr>
                            </m:ctrlPr>
                          </m:sSubPr>
                          <m:e>
                            <m:r>
                              <a:rPr lang="zh-CN" altLang="en-US" i="1" smtClean="0">
                                <a:solidFill>
                                  <a:srgbClr val="C00000"/>
                                </a:solidFill>
                                <a:latin typeface="Cambria Math" panose="02040503050406030204" pitchFamily="18" charset="0"/>
                              </a:rPr>
                              <m:t>𝛿</m:t>
                            </m:r>
                            <m:r>
                              <a:rPr lang="en-US" altLang="zh-CN" b="0" i="1" smtClean="0">
                                <a:solidFill>
                                  <a:srgbClr val="C00000"/>
                                </a:solidFill>
                                <a:latin typeface="Cambria Math" panose="02040503050406030204" pitchFamily="18" charset="0"/>
                              </a:rPr>
                              <m:t>𝑟</m:t>
                            </m:r>
                          </m:e>
                          <m:sub>
                            <m:r>
                              <a:rPr lang="en-US" altLang="zh-CN" b="0" i="1" smtClean="0">
                                <a:solidFill>
                                  <a:srgbClr val="C00000"/>
                                </a:solidFill>
                                <a:latin typeface="Cambria Math" panose="02040503050406030204" pitchFamily="18" charset="0"/>
                              </a:rPr>
                              <m:t>𝐻</m:t>
                            </m:r>
                          </m:sub>
                        </m:sSub>
                      </m:oMath>
                    </m:oMathPara>
                  </a14:m>
                  <a:endParaRPr lang="en-US" altLang="zh-CN" dirty="0">
                    <a:solidFill>
                      <a:srgbClr val="C00000"/>
                    </a:solidFill>
                    <a:latin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181A9D6D-8F03-3F5A-749D-CFBBAA4C3338}"/>
                    </a:ext>
                  </a:extLst>
                </p:cNvPr>
                <p:cNvSpPr txBox="1">
                  <a:spLocks noRot="1" noChangeAspect="1" noMove="1" noResize="1" noEditPoints="1" noAdjustHandles="1" noChangeArrowheads="1" noChangeShapeType="1" noTextEdit="1"/>
                </p:cNvSpPr>
                <p:nvPr/>
              </p:nvSpPr>
              <p:spPr>
                <a:xfrm>
                  <a:off x="6975349" y="5373216"/>
                  <a:ext cx="644651" cy="369332"/>
                </a:xfrm>
                <a:prstGeom prst="rect">
                  <a:avLst/>
                </a:prstGeom>
                <a:blipFill>
                  <a:blip r:embed="rId6"/>
                  <a:stretch>
                    <a:fillRect/>
                  </a:stretch>
                </a:blipFill>
              </p:spPr>
              <p:txBody>
                <a:bodyPr/>
                <a:lstStyle/>
                <a:p>
                  <a:r>
                    <a:rPr lang="zh-CN" altLang="en-US">
                      <a:noFill/>
                    </a:rPr>
                    <a:t> </a:t>
                  </a:r>
                </a:p>
              </p:txBody>
            </p:sp>
          </mc:Fallback>
        </mc:AlternateContent>
      </p:grpSp>
      <p:grpSp>
        <p:nvGrpSpPr>
          <p:cNvPr id="7" name="组合 6">
            <a:extLst>
              <a:ext uri="{FF2B5EF4-FFF2-40B4-BE49-F238E27FC236}">
                <a16:creationId xmlns:a16="http://schemas.microsoft.com/office/drawing/2014/main" id="{830FD69F-329E-82DB-14D3-8F3C12FF7BF4}"/>
              </a:ext>
            </a:extLst>
          </p:cNvPr>
          <p:cNvGrpSpPr/>
          <p:nvPr/>
        </p:nvGrpSpPr>
        <p:grpSpPr>
          <a:xfrm>
            <a:off x="338138" y="3721100"/>
            <a:ext cx="4609728" cy="1147763"/>
            <a:chOff x="338138" y="3721100"/>
            <a:chExt cx="4609728" cy="1147763"/>
          </a:xfrm>
        </p:grpSpPr>
        <p:graphicFrame>
          <p:nvGraphicFramePr>
            <p:cNvPr id="9" name="对象 8">
              <a:extLst>
                <a:ext uri="{FF2B5EF4-FFF2-40B4-BE49-F238E27FC236}">
                  <a16:creationId xmlns:a16="http://schemas.microsoft.com/office/drawing/2014/main" id="{229805E5-CA3D-4605-60A9-9CFD93AD0E4B}"/>
                </a:ext>
              </a:extLst>
            </p:cNvPr>
            <p:cNvGraphicFramePr>
              <a:graphicFrameLocks noChangeAspect="1"/>
            </p:cNvGraphicFramePr>
            <p:nvPr>
              <p:extLst>
                <p:ext uri="{D42A27DB-BD31-4B8C-83A1-F6EECF244321}">
                  <p14:modId xmlns:p14="http://schemas.microsoft.com/office/powerpoint/2010/main" val="845626202"/>
                </p:ext>
              </p:extLst>
            </p:nvPr>
          </p:nvGraphicFramePr>
          <p:xfrm>
            <a:off x="338138" y="3721100"/>
            <a:ext cx="2076450" cy="1147763"/>
          </p:xfrm>
          <a:graphic>
            <a:graphicData uri="http://schemas.openxmlformats.org/presentationml/2006/ole">
              <mc:AlternateContent xmlns:mc="http://schemas.openxmlformats.org/markup-compatibility/2006">
                <mc:Choice xmlns:v="urn:schemas-microsoft-com:vml" Requires="v">
                  <p:oleObj name="Equation" r:id="rId7" imgW="914400" imgH="507960" progId="Equation.DSMT4">
                    <p:embed/>
                  </p:oleObj>
                </mc:Choice>
                <mc:Fallback>
                  <p:oleObj name="Equation" r:id="rId7" imgW="914400" imgH="507960" progId="Equation.DSMT4">
                    <p:embed/>
                    <p:pic>
                      <p:nvPicPr>
                        <p:cNvPr id="9" name="对象 8">
                          <a:extLst>
                            <a:ext uri="{FF2B5EF4-FFF2-40B4-BE49-F238E27FC236}">
                              <a16:creationId xmlns:a16="http://schemas.microsoft.com/office/drawing/2014/main" id="{229805E5-CA3D-4605-60A9-9CFD93AD0E4B}"/>
                            </a:ext>
                          </a:extLst>
                        </p:cNvPr>
                        <p:cNvPicPr/>
                        <p:nvPr/>
                      </p:nvPicPr>
                      <p:blipFill>
                        <a:blip r:embed="rId8"/>
                        <a:stretch>
                          <a:fillRect/>
                        </a:stretch>
                      </p:blipFill>
                      <p:spPr>
                        <a:xfrm>
                          <a:off x="338138" y="3721100"/>
                          <a:ext cx="2076450" cy="1147763"/>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4984F967-5480-B0EA-F770-DCA81FFF4BE2}"/>
                </a:ext>
              </a:extLst>
            </p:cNvPr>
            <p:cNvGraphicFramePr>
              <a:graphicFrameLocks noChangeAspect="1"/>
            </p:cNvGraphicFramePr>
            <p:nvPr>
              <p:extLst>
                <p:ext uri="{D42A27DB-BD31-4B8C-83A1-F6EECF244321}">
                  <p14:modId xmlns:p14="http://schemas.microsoft.com/office/powerpoint/2010/main" val="984556562"/>
                </p:ext>
              </p:extLst>
            </p:nvPr>
          </p:nvGraphicFramePr>
          <p:xfrm>
            <a:off x="2899991" y="3721100"/>
            <a:ext cx="2047875" cy="1147763"/>
          </p:xfrm>
          <a:graphic>
            <a:graphicData uri="http://schemas.openxmlformats.org/presentationml/2006/ole">
              <mc:AlternateContent xmlns:mc="http://schemas.openxmlformats.org/markup-compatibility/2006">
                <mc:Choice xmlns:v="urn:schemas-microsoft-com:vml" Requires="v">
                  <p:oleObj name="Equation" r:id="rId9" imgW="901440" imgH="507960" progId="Equation.DSMT4">
                    <p:embed/>
                  </p:oleObj>
                </mc:Choice>
                <mc:Fallback>
                  <p:oleObj name="Equation" r:id="rId9" imgW="901440" imgH="507960" progId="Equation.DSMT4">
                    <p:embed/>
                    <p:pic>
                      <p:nvPicPr>
                        <p:cNvPr id="13" name="对象 12">
                          <a:extLst>
                            <a:ext uri="{FF2B5EF4-FFF2-40B4-BE49-F238E27FC236}">
                              <a16:creationId xmlns:a16="http://schemas.microsoft.com/office/drawing/2014/main" id="{4984F967-5480-B0EA-F770-DCA81FFF4BE2}"/>
                            </a:ext>
                          </a:extLst>
                        </p:cNvPr>
                        <p:cNvPicPr/>
                        <p:nvPr/>
                      </p:nvPicPr>
                      <p:blipFill>
                        <a:blip r:embed="rId10"/>
                        <a:stretch>
                          <a:fillRect/>
                        </a:stretch>
                      </p:blipFill>
                      <p:spPr>
                        <a:xfrm>
                          <a:off x="2899991" y="3721100"/>
                          <a:ext cx="2047875" cy="1147763"/>
                        </a:xfrm>
                        <a:prstGeom prst="rect">
                          <a:avLst/>
                        </a:prstGeom>
                      </p:spPr>
                    </p:pic>
                  </p:oleObj>
                </mc:Fallback>
              </mc:AlternateContent>
            </a:graphicData>
          </a:graphic>
        </p:graphicFrame>
      </p:grpSp>
      <p:sp>
        <p:nvSpPr>
          <p:cNvPr id="14" name="文本框 13">
            <a:extLst>
              <a:ext uri="{FF2B5EF4-FFF2-40B4-BE49-F238E27FC236}">
                <a16:creationId xmlns:a16="http://schemas.microsoft.com/office/drawing/2014/main" id="{D4E35935-5A28-35D5-4327-124EDE1E8202}"/>
              </a:ext>
            </a:extLst>
          </p:cNvPr>
          <p:cNvSpPr txBox="1"/>
          <p:nvPr/>
        </p:nvSpPr>
        <p:spPr>
          <a:xfrm>
            <a:off x="338138" y="4942780"/>
            <a:ext cx="4600140" cy="426335"/>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代入虚功方程：</a:t>
            </a:r>
            <a:endParaRPr lang="zh-CN" altLang="zh-CN" sz="2000" dirty="0">
              <a:solidFill>
                <a:srgbClr val="1A44A1"/>
              </a:solidFill>
              <a:latin typeface="Times New Roman" panose="02020603050405020304" pitchFamily="18" charset="0"/>
            </a:endParaRPr>
          </a:p>
        </p:txBody>
      </p:sp>
      <p:graphicFrame>
        <p:nvGraphicFramePr>
          <p:cNvPr id="15" name="对象 14">
            <a:extLst>
              <a:ext uri="{FF2B5EF4-FFF2-40B4-BE49-F238E27FC236}">
                <a16:creationId xmlns:a16="http://schemas.microsoft.com/office/drawing/2014/main" id="{95BFBA90-8041-E16C-DD1A-57C0B585EBD2}"/>
              </a:ext>
            </a:extLst>
          </p:cNvPr>
          <p:cNvGraphicFramePr>
            <a:graphicFrameLocks noChangeAspect="1"/>
          </p:cNvGraphicFramePr>
          <p:nvPr>
            <p:extLst>
              <p:ext uri="{D42A27DB-BD31-4B8C-83A1-F6EECF244321}">
                <p14:modId xmlns:p14="http://schemas.microsoft.com/office/powerpoint/2010/main" val="1189022019"/>
              </p:ext>
            </p:extLst>
          </p:nvPr>
        </p:nvGraphicFramePr>
        <p:xfrm>
          <a:off x="920750" y="5527675"/>
          <a:ext cx="4683125" cy="430213"/>
        </p:xfrm>
        <a:graphic>
          <a:graphicData uri="http://schemas.openxmlformats.org/presentationml/2006/ole">
            <mc:AlternateContent xmlns:mc="http://schemas.openxmlformats.org/markup-compatibility/2006">
              <mc:Choice xmlns:v="urn:schemas-microsoft-com:vml" Requires="v">
                <p:oleObj name="Equation" r:id="rId11" imgW="2057400" imgH="190440" progId="Equation.DSMT4">
                  <p:embed/>
                </p:oleObj>
              </mc:Choice>
              <mc:Fallback>
                <p:oleObj name="Equation" r:id="rId11" imgW="2057400" imgH="190440" progId="Equation.DSMT4">
                  <p:embed/>
                  <p:pic>
                    <p:nvPicPr>
                      <p:cNvPr id="15" name="对象 14">
                        <a:extLst>
                          <a:ext uri="{FF2B5EF4-FFF2-40B4-BE49-F238E27FC236}">
                            <a16:creationId xmlns:a16="http://schemas.microsoft.com/office/drawing/2014/main" id="{95BFBA90-8041-E16C-DD1A-57C0B585EBD2}"/>
                          </a:ext>
                        </a:extLst>
                      </p:cNvPr>
                      <p:cNvPicPr/>
                      <p:nvPr/>
                    </p:nvPicPr>
                    <p:blipFill>
                      <a:blip r:embed="rId12"/>
                      <a:stretch>
                        <a:fillRect/>
                      </a:stretch>
                    </p:blipFill>
                    <p:spPr>
                      <a:xfrm>
                        <a:off x="920750" y="5527675"/>
                        <a:ext cx="4683125" cy="430213"/>
                      </a:xfrm>
                      <a:prstGeom prst="rect">
                        <a:avLst/>
                      </a:prstGeom>
                    </p:spPr>
                  </p:pic>
                </p:oleObj>
              </mc:Fallback>
            </mc:AlternateContent>
          </a:graphicData>
        </a:graphic>
      </p:graphicFrame>
      <p:sp>
        <p:nvSpPr>
          <p:cNvPr id="16" name="文本框 15">
            <a:extLst>
              <a:ext uri="{FF2B5EF4-FFF2-40B4-BE49-F238E27FC236}">
                <a16:creationId xmlns:a16="http://schemas.microsoft.com/office/drawing/2014/main" id="{F6DDAFFC-1E67-1EA5-7C42-023703AC4FA5}"/>
              </a:ext>
            </a:extLst>
          </p:cNvPr>
          <p:cNvSpPr txBox="1"/>
          <p:nvPr/>
        </p:nvSpPr>
        <p:spPr>
          <a:xfrm>
            <a:off x="399722" y="6108922"/>
            <a:ext cx="4600140" cy="426335"/>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解得：</a:t>
            </a:r>
            <a:endParaRPr lang="zh-CN" altLang="zh-CN" sz="2000" dirty="0">
              <a:solidFill>
                <a:srgbClr val="1A44A1"/>
              </a:solidFill>
              <a:latin typeface="Times New Roman" panose="02020603050405020304" pitchFamily="18" charset="0"/>
            </a:endParaRPr>
          </a:p>
        </p:txBody>
      </p:sp>
      <p:graphicFrame>
        <p:nvGraphicFramePr>
          <p:cNvPr id="17" name="对象 16">
            <a:extLst>
              <a:ext uri="{FF2B5EF4-FFF2-40B4-BE49-F238E27FC236}">
                <a16:creationId xmlns:a16="http://schemas.microsoft.com/office/drawing/2014/main" id="{CF480FDE-9C16-10DB-BA5D-8510ACE75135}"/>
              </a:ext>
            </a:extLst>
          </p:cNvPr>
          <p:cNvGraphicFramePr>
            <a:graphicFrameLocks noChangeAspect="1"/>
          </p:cNvGraphicFramePr>
          <p:nvPr>
            <p:extLst>
              <p:ext uri="{D42A27DB-BD31-4B8C-83A1-F6EECF244321}">
                <p14:modId xmlns:p14="http://schemas.microsoft.com/office/powerpoint/2010/main" val="2941247993"/>
              </p:ext>
            </p:extLst>
          </p:nvPr>
        </p:nvGraphicFramePr>
        <p:xfrm>
          <a:off x="2241550" y="5978525"/>
          <a:ext cx="3178175" cy="774700"/>
        </p:xfrm>
        <a:graphic>
          <a:graphicData uri="http://schemas.openxmlformats.org/presentationml/2006/ole">
            <mc:AlternateContent xmlns:mc="http://schemas.openxmlformats.org/markup-compatibility/2006">
              <mc:Choice xmlns:v="urn:schemas-microsoft-com:vml" Requires="v">
                <p:oleObj name="Equation" r:id="rId13" imgW="1396800" imgH="342720" progId="Equation.DSMT4">
                  <p:embed/>
                </p:oleObj>
              </mc:Choice>
              <mc:Fallback>
                <p:oleObj name="Equation" r:id="rId13" imgW="1396800" imgH="342720" progId="Equation.DSMT4">
                  <p:embed/>
                  <p:pic>
                    <p:nvPicPr>
                      <p:cNvPr id="17" name="对象 16">
                        <a:extLst>
                          <a:ext uri="{FF2B5EF4-FFF2-40B4-BE49-F238E27FC236}">
                            <a16:creationId xmlns:a16="http://schemas.microsoft.com/office/drawing/2014/main" id="{CF480FDE-9C16-10DB-BA5D-8510ACE75135}"/>
                          </a:ext>
                        </a:extLst>
                      </p:cNvPr>
                      <p:cNvPicPr/>
                      <p:nvPr/>
                    </p:nvPicPr>
                    <p:blipFill>
                      <a:blip r:embed="rId14"/>
                      <a:stretch>
                        <a:fillRect/>
                      </a:stretch>
                    </p:blipFill>
                    <p:spPr>
                      <a:xfrm>
                        <a:off x="2241550" y="5978525"/>
                        <a:ext cx="3178175" cy="774700"/>
                      </a:xfrm>
                      <a:prstGeom prst="rect">
                        <a:avLst/>
                      </a:prstGeom>
                    </p:spPr>
                  </p:pic>
                </p:oleObj>
              </mc:Fallback>
            </mc:AlternateContent>
          </a:graphicData>
        </a:graphic>
      </p:graphicFrame>
    </p:spTree>
    <p:extLst>
      <p:ext uri="{BB962C8B-B14F-4D97-AF65-F5344CB8AC3E}">
        <p14:creationId xmlns:p14="http://schemas.microsoft.com/office/powerpoint/2010/main" val="3087300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4"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2BA6898-A6E3-66DD-3FFC-66703A4C585F}"/>
              </a:ext>
            </a:extLst>
          </p:cNvPr>
          <p:cNvSpPr>
            <a:spLocks noGrp="1"/>
          </p:cNvSpPr>
          <p:nvPr>
            <p:ph type="sldNum" sz="quarter" idx="12"/>
          </p:nvPr>
        </p:nvSpPr>
        <p:spPr/>
        <p:txBody>
          <a:bodyPr/>
          <a:lstStyle/>
          <a:p>
            <a:fld id="{26673A84-873A-41C3-9E07-245B3A592B1D}" type="slidenum">
              <a:rPr lang="zh-CN" altLang="en-US" smtClean="0"/>
              <a:t>22</a:t>
            </a:fld>
            <a:endParaRPr lang="zh-CN" altLang="en-US"/>
          </a:p>
        </p:txBody>
      </p:sp>
      <p:sp>
        <p:nvSpPr>
          <p:cNvPr id="4" name="文本框 3">
            <a:extLst>
              <a:ext uri="{FF2B5EF4-FFF2-40B4-BE49-F238E27FC236}">
                <a16:creationId xmlns:a16="http://schemas.microsoft.com/office/drawing/2014/main" id="{47474A53-A432-2C41-405E-E78B143BF88A}"/>
              </a:ext>
            </a:extLst>
          </p:cNvPr>
          <p:cNvSpPr txBox="1"/>
          <p:nvPr/>
        </p:nvSpPr>
        <p:spPr>
          <a:xfrm>
            <a:off x="251520" y="766791"/>
            <a:ext cx="4600140" cy="1164999"/>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a:t>
            </a:r>
            <a:r>
              <a:rPr lang="en-US" altLang="zh-CN" sz="2000" dirty="0">
                <a:solidFill>
                  <a:srgbClr val="1A44A1"/>
                </a:solidFill>
                <a:latin typeface="Times New Roman" panose="02020603050405020304" pitchFamily="18" charset="0"/>
              </a:rPr>
              <a:t>2</a:t>
            </a:r>
            <a:r>
              <a:rPr lang="zh-CN" altLang="en-US" sz="2000" dirty="0">
                <a:solidFill>
                  <a:srgbClr val="1A44A1"/>
                </a:solidFill>
                <a:latin typeface="Times New Roman" panose="02020603050405020304" pitchFamily="18" charset="0"/>
              </a:rPr>
              <a:t>）解除支座</a:t>
            </a:r>
            <a:r>
              <a:rPr lang="en-US" altLang="zh-CN" sz="2000" dirty="0">
                <a:solidFill>
                  <a:srgbClr val="1A44A1"/>
                </a:solidFill>
                <a:latin typeface="Times New Roman" panose="02020603050405020304" pitchFamily="18" charset="0"/>
              </a:rPr>
              <a:t>H</a:t>
            </a:r>
            <a:r>
              <a:rPr lang="zh-CN" altLang="en-US" sz="2000" dirty="0">
                <a:solidFill>
                  <a:srgbClr val="1A44A1"/>
                </a:solidFill>
                <a:latin typeface="Times New Roman" panose="02020603050405020304" pitchFamily="18" charset="0"/>
              </a:rPr>
              <a:t>，用反力</a:t>
            </a:r>
            <a:r>
              <a:rPr lang="en-US" altLang="zh-CN" sz="2000" b="1" i="1" dirty="0">
                <a:solidFill>
                  <a:srgbClr val="1A44A1"/>
                </a:solidFill>
                <a:latin typeface="Times New Roman" panose="02020603050405020304" pitchFamily="18" charset="0"/>
              </a:rPr>
              <a:t>Y</a:t>
            </a:r>
            <a:r>
              <a:rPr lang="en-US" altLang="zh-CN" sz="2000" baseline="-25000" dirty="0">
                <a:solidFill>
                  <a:srgbClr val="1A44A1"/>
                </a:solidFill>
                <a:latin typeface="Times New Roman" panose="02020603050405020304" pitchFamily="18" charset="0"/>
              </a:rPr>
              <a:t>H</a:t>
            </a:r>
            <a:r>
              <a:rPr lang="zh-CN" altLang="en-US" sz="2000" dirty="0">
                <a:solidFill>
                  <a:srgbClr val="1A44A1"/>
                </a:solidFill>
                <a:latin typeface="Times New Roman" panose="02020603050405020304" pitchFamily="18" charset="0"/>
              </a:rPr>
              <a:t>代替，并视为主动载荷，如图所示。用几何法建立各点虚位移大小之间的关系：</a:t>
            </a:r>
            <a:endParaRPr lang="zh-CN" altLang="zh-CN" sz="2000" dirty="0">
              <a:solidFill>
                <a:srgbClr val="1A44A1"/>
              </a:solidFill>
              <a:latin typeface="Times New Roman" panose="02020603050405020304" pitchFamily="18" charset="0"/>
            </a:endParaRPr>
          </a:p>
        </p:txBody>
      </p:sp>
      <p:sp>
        <p:nvSpPr>
          <p:cNvPr id="14" name="文本框 13">
            <a:extLst>
              <a:ext uri="{FF2B5EF4-FFF2-40B4-BE49-F238E27FC236}">
                <a16:creationId xmlns:a16="http://schemas.microsoft.com/office/drawing/2014/main" id="{D4E35935-5A28-35D5-4327-124EDE1E8202}"/>
              </a:ext>
            </a:extLst>
          </p:cNvPr>
          <p:cNvSpPr txBox="1"/>
          <p:nvPr/>
        </p:nvSpPr>
        <p:spPr>
          <a:xfrm>
            <a:off x="251520" y="3238253"/>
            <a:ext cx="4600140" cy="426335"/>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代入虚功方程：</a:t>
            </a:r>
            <a:endParaRPr lang="zh-CN" altLang="zh-CN" sz="2000" dirty="0">
              <a:solidFill>
                <a:srgbClr val="1A44A1"/>
              </a:solidFill>
              <a:latin typeface="Times New Roman" panose="02020603050405020304" pitchFamily="18" charset="0"/>
            </a:endParaRPr>
          </a:p>
        </p:txBody>
      </p:sp>
      <p:graphicFrame>
        <p:nvGraphicFramePr>
          <p:cNvPr id="15" name="对象 14">
            <a:extLst>
              <a:ext uri="{FF2B5EF4-FFF2-40B4-BE49-F238E27FC236}">
                <a16:creationId xmlns:a16="http://schemas.microsoft.com/office/drawing/2014/main" id="{95BFBA90-8041-E16C-DD1A-57C0B585EBD2}"/>
              </a:ext>
            </a:extLst>
          </p:cNvPr>
          <p:cNvGraphicFramePr>
            <a:graphicFrameLocks noChangeAspect="1"/>
          </p:cNvGraphicFramePr>
          <p:nvPr>
            <p:extLst>
              <p:ext uri="{D42A27DB-BD31-4B8C-83A1-F6EECF244321}">
                <p14:modId xmlns:p14="http://schemas.microsoft.com/office/powerpoint/2010/main" val="3771387547"/>
              </p:ext>
            </p:extLst>
          </p:nvPr>
        </p:nvGraphicFramePr>
        <p:xfrm>
          <a:off x="1331640" y="3740052"/>
          <a:ext cx="4394200" cy="430212"/>
        </p:xfrm>
        <a:graphic>
          <a:graphicData uri="http://schemas.openxmlformats.org/presentationml/2006/ole">
            <mc:AlternateContent xmlns:mc="http://schemas.openxmlformats.org/markup-compatibility/2006">
              <mc:Choice xmlns:v="urn:schemas-microsoft-com:vml" Requires="v">
                <p:oleObj name="Equation" r:id="rId2" imgW="1930320" imgH="190440" progId="Equation.DSMT4">
                  <p:embed/>
                </p:oleObj>
              </mc:Choice>
              <mc:Fallback>
                <p:oleObj name="Equation" r:id="rId2" imgW="1930320" imgH="190440" progId="Equation.DSMT4">
                  <p:embed/>
                  <p:pic>
                    <p:nvPicPr>
                      <p:cNvPr id="9" name="对象 8">
                        <a:extLst>
                          <a:ext uri="{FF2B5EF4-FFF2-40B4-BE49-F238E27FC236}">
                            <a16:creationId xmlns:a16="http://schemas.microsoft.com/office/drawing/2014/main" id="{229805E5-CA3D-4605-60A9-9CFD93AD0E4B}"/>
                          </a:ext>
                        </a:extLst>
                      </p:cNvPr>
                      <p:cNvPicPr/>
                      <p:nvPr/>
                    </p:nvPicPr>
                    <p:blipFill>
                      <a:blip r:embed="rId3"/>
                      <a:stretch>
                        <a:fillRect/>
                      </a:stretch>
                    </p:blipFill>
                    <p:spPr>
                      <a:xfrm>
                        <a:off x="1331640" y="3740052"/>
                        <a:ext cx="4394200" cy="430212"/>
                      </a:xfrm>
                      <a:prstGeom prst="rect">
                        <a:avLst/>
                      </a:prstGeom>
                    </p:spPr>
                  </p:pic>
                </p:oleObj>
              </mc:Fallback>
            </mc:AlternateContent>
          </a:graphicData>
        </a:graphic>
      </p:graphicFrame>
      <p:sp>
        <p:nvSpPr>
          <p:cNvPr id="16" name="文本框 15">
            <a:extLst>
              <a:ext uri="{FF2B5EF4-FFF2-40B4-BE49-F238E27FC236}">
                <a16:creationId xmlns:a16="http://schemas.microsoft.com/office/drawing/2014/main" id="{F6DDAFFC-1E67-1EA5-7C42-023703AC4FA5}"/>
              </a:ext>
            </a:extLst>
          </p:cNvPr>
          <p:cNvSpPr txBox="1"/>
          <p:nvPr/>
        </p:nvSpPr>
        <p:spPr>
          <a:xfrm>
            <a:off x="251520" y="4569570"/>
            <a:ext cx="4600140" cy="426335"/>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解得：</a:t>
            </a:r>
            <a:endParaRPr lang="zh-CN" altLang="zh-CN" sz="2000" dirty="0">
              <a:solidFill>
                <a:srgbClr val="1A44A1"/>
              </a:solidFill>
              <a:latin typeface="Times New Roman" panose="02020603050405020304" pitchFamily="18" charset="0"/>
            </a:endParaRPr>
          </a:p>
        </p:txBody>
      </p:sp>
      <p:graphicFrame>
        <p:nvGraphicFramePr>
          <p:cNvPr id="17" name="对象 16">
            <a:extLst>
              <a:ext uri="{FF2B5EF4-FFF2-40B4-BE49-F238E27FC236}">
                <a16:creationId xmlns:a16="http://schemas.microsoft.com/office/drawing/2014/main" id="{CF480FDE-9C16-10DB-BA5D-8510ACE75135}"/>
              </a:ext>
            </a:extLst>
          </p:cNvPr>
          <p:cNvGraphicFramePr>
            <a:graphicFrameLocks noChangeAspect="1"/>
          </p:cNvGraphicFramePr>
          <p:nvPr>
            <p:extLst>
              <p:ext uri="{D42A27DB-BD31-4B8C-83A1-F6EECF244321}">
                <p14:modId xmlns:p14="http://schemas.microsoft.com/office/powerpoint/2010/main" val="610984107"/>
              </p:ext>
            </p:extLst>
          </p:nvPr>
        </p:nvGraphicFramePr>
        <p:xfrm>
          <a:off x="1259632" y="4569570"/>
          <a:ext cx="1243013" cy="430213"/>
        </p:xfrm>
        <a:graphic>
          <a:graphicData uri="http://schemas.openxmlformats.org/presentationml/2006/ole">
            <mc:AlternateContent xmlns:mc="http://schemas.openxmlformats.org/markup-compatibility/2006">
              <mc:Choice xmlns:v="urn:schemas-microsoft-com:vml" Requires="v">
                <p:oleObj name="Equation" r:id="rId4" imgW="545760" imgH="190440" progId="Equation.DSMT4">
                  <p:embed/>
                </p:oleObj>
              </mc:Choice>
              <mc:Fallback>
                <p:oleObj name="Equation" r:id="rId4" imgW="545760" imgH="190440" progId="Equation.DSMT4">
                  <p:embed/>
                  <p:pic>
                    <p:nvPicPr>
                      <p:cNvPr id="15" name="对象 14">
                        <a:extLst>
                          <a:ext uri="{FF2B5EF4-FFF2-40B4-BE49-F238E27FC236}">
                            <a16:creationId xmlns:a16="http://schemas.microsoft.com/office/drawing/2014/main" id="{95BFBA90-8041-E16C-DD1A-57C0B585EBD2}"/>
                          </a:ext>
                        </a:extLst>
                      </p:cNvPr>
                      <p:cNvPicPr/>
                      <p:nvPr/>
                    </p:nvPicPr>
                    <p:blipFill>
                      <a:blip r:embed="rId5"/>
                      <a:stretch>
                        <a:fillRect/>
                      </a:stretch>
                    </p:blipFill>
                    <p:spPr>
                      <a:xfrm>
                        <a:off x="1259632" y="4569570"/>
                        <a:ext cx="1243013" cy="430213"/>
                      </a:xfrm>
                      <a:prstGeom prst="rect">
                        <a:avLst/>
                      </a:prstGeom>
                    </p:spPr>
                  </p:pic>
                </p:oleObj>
              </mc:Fallback>
            </mc:AlternateContent>
          </a:graphicData>
        </a:graphic>
      </p:graphicFrame>
      <p:pic>
        <p:nvPicPr>
          <p:cNvPr id="18" name="图片 17">
            <a:extLst>
              <a:ext uri="{FF2B5EF4-FFF2-40B4-BE49-F238E27FC236}">
                <a16:creationId xmlns:a16="http://schemas.microsoft.com/office/drawing/2014/main" id="{B81177D3-787A-8A98-BA00-1037EBB64250}"/>
              </a:ext>
            </a:extLst>
          </p:cNvPr>
          <p:cNvPicPr>
            <a:picLocks noChangeAspect="1"/>
          </p:cNvPicPr>
          <p:nvPr/>
        </p:nvPicPr>
        <p:blipFill>
          <a:blip r:embed="rId6"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938278" y="548680"/>
            <a:ext cx="4144204" cy="2376264"/>
          </a:xfrm>
          <a:prstGeom prst="rect">
            <a:avLst/>
          </a:prstGeom>
          <a:noFill/>
          <a:ln>
            <a:noFill/>
          </a:ln>
        </p:spPr>
      </p:pic>
      <p:graphicFrame>
        <p:nvGraphicFramePr>
          <p:cNvPr id="19" name="对象 18">
            <a:extLst>
              <a:ext uri="{FF2B5EF4-FFF2-40B4-BE49-F238E27FC236}">
                <a16:creationId xmlns:a16="http://schemas.microsoft.com/office/drawing/2014/main" id="{7412DB16-2B42-1336-847E-E6EAF142F437}"/>
              </a:ext>
            </a:extLst>
          </p:cNvPr>
          <p:cNvGraphicFramePr>
            <a:graphicFrameLocks noChangeAspect="1"/>
          </p:cNvGraphicFramePr>
          <p:nvPr>
            <p:extLst>
              <p:ext uri="{D42A27DB-BD31-4B8C-83A1-F6EECF244321}">
                <p14:modId xmlns:p14="http://schemas.microsoft.com/office/powerpoint/2010/main" val="3510301128"/>
              </p:ext>
            </p:extLst>
          </p:nvPr>
        </p:nvGraphicFramePr>
        <p:xfrm>
          <a:off x="1633538" y="1924050"/>
          <a:ext cx="2135187" cy="1147763"/>
        </p:xfrm>
        <a:graphic>
          <a:graphicData uri="http://schemas.openxmlformats.org/presentationml/2006/ole">
            <mc:AlternateContent xmlns:mc="http://schemas.openxmlformats.org/markup-compatibility/2006">
              <mc:Choice xmlns:v="urn:schemas-microsoft-com:vml" Requires="v">
                <p:oleObj name="Equation" r:id="rId7" imgW="939600" imgH="507960" progId="Equation.DSMT4">
                  <p:embed/>
                </p:oleObj>
              </mc:Choice>
              <mc:Fallback>
                <p:oleObj name="Equation" r:id="rId7" imgW="939600" imgH="507960" progId="Equation.DSMT4">
                  <p:embed/>
                  <p:pic>
                    <p:nvPicPr>
                      <p:cNvPr id="9" name="对象 8">
                        <a:extLst>
                          <a:ext uri="{FF2B5EF4-FFF2-40B4-BE49-F238E27FC236}">
                            <a16:creationId xmlns:a16="http://schemas.microsoft.com/office/drawing/2014/main" id="{229805E5-CA3D-4605-60A9-9CFD93AD0E4B}"/>
                          </a:ext>
                        </a:extLst>
                      </p:cNvPr>
                      <p:cNvPicPr/>
                      <p:nvPr/>
                    </p:nvPicPr>
                    <p:blipFill>
                      <a:blip r:embed="rId8"/>
                      <a:stretch>
                        <a:fillRect/>
                      </a:stretch>
                    </p:blipFill>
                    <p:spPr>
                      <a:xfrm>
                        <a:off x="1633538" y="1924050"/>
                        <a:ext cx="2135187" cy="1147763"/>
                      </a:xfrm>
                      <a:prstGeom prst="rect">
                        <a:avLst/>
                      </a:prstGeom>
                    </p:spPr>
                  </p:pic>
                </p:oleObj>
              </mc:Fallback>
            </mc:AlternateContent>
          </a:graphicData>
        </a:graphic>
      </p:graphicFrame>
    </p:spTree>
    <p:extLst>
      <p:ext uri="{BB962C8B-B14F-4D97-AF65-F5344CB8AC3E}">
        <p14:creationId xmlns:p14="http://schemas.microsoft.com/office/powerpoint/2010/main" val="1130699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2BA6898-A6E3-66DD-3FFC-66703A4C585F}"/>
              </a:ext>
            </a:extLst>
          </p:cNvPr>
          <p:cNvSpPr>
            <a:spLocks noGrp="1"/>
          </p:cNvSpPr>
          <p:nvPr>
            <p:ph type="sldNum" sz="quarter" idx="12"/>
          </p:nvPr>
        </p:nvSpPr>
        <p:spPr/>
        <p:txBody>
          <a:bodyPr/>
          <a:lstStyle/>
          <a:p>
            <a:fld id="{26673A84-873A-41C3-9E07-245B3A592B1D}" type="slidenum">
              <a:rPr lang="zh-CN" altLang="en-US" smtClean="0"/>
              <a:t>23</a:t>
            </a:fld>
            <a:endParaRPr lang="zh-CN" altLang="en-US"/>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AC07C7F-0DB0-2438-AEF0-EB289AD157CF}"/>
                  </a:ext>
                </a:extLst>
              </p:cNvPr>
              <p:cNvSpPr txBox="1"/>
              <p:nvPr/>
            </p:nvSpPr>
            <p:spPr>
              <a:xfrm>
                <a:off x="251520" y="593781"/>
                <a:ext cx="5544616" cy="1200329"/>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习题册</a:t>
                </a:r>
                <a:r>
                  <a:rPr lang="en-US" altLang="zh-CN" sz="2000" dirty="0">
                    <a:solidFill>
                      <a:srgbClr val="1A44A1"/>
                    </a:solidFill>
                    <a:latin typeface="Times New Roman" panose="02020603050405020304" pitchFamily="18" charset="0"/>
                  </a:rPr>
                  <a:t>-P39-35</a:t>
                </a:r>
                <a:r>
                  <a:rPr lang="zh-CN" altLang="en-US" sz="2000" dirty="0">
                    <a:solidFill>
                      <a:srgbClr val="1A44A1"/>
                    </a:solidFill>
                    <a:latin typeface="Times New Roman" panose="02020603050405020304" pitchFamily="18" charset="0"/>
                  </a:rPr>
                  <a:t>：在图示机构中，已知：角</a:t>
                </a:r>
                <a14:m>
                  <m:oMath xmlns:m="http://schemas.openxmlformats.org/officeDocument/2006/math">
                    <m:r>
                      <a:rPr lang="zh-CN" altLang="en-US" sz="2000" i="1" smtClean="0">
                        <a:solidFill>
                          <a:srgbClr val="1A44A1"/>
                        </a:solidFill>
                        <a:latin typeface="Cambria Math" panose="02040503050406030204" pitchFamily="18" charset="0"/>
                      </a:rPr>
                      <m:t>𝜃</m:t>
                    </m:r>
                  </m:oMath>
                </a14:m>
                <a:r>
                  <a:rPr lang="zh-CN" altLang="en-US" sz="2000" dirty="0">
                    <a:solidFill>
                      <a:srgbClr val="1A44A1"/>
                    </a:solidFill>
                    <a:latin typeface="Times New Roman" panose="02020603050405020304" pitchFamily="18" charset="0"/>
                  </a:rPr>
                  <a:t> ，杆长</a:t>
                </a:r>
                <a:r>
                  <a:rPr lang="en-US" altLang="zh-CN" sz="2000" dirty="0">
                    <a:solidFill>
                      <a:srgbClr val="1A44A1"/>
                    </a:solidFill>
                    <a:latin typeface="Times New Roman" panose="02020603050405020304" pitchFamily="18" charset="0"/>
                  </a:rPr>
                  <a:t>CA=AD=DB=BC=L</a:t>
                </a:r>
                <a:r>
                  <a:rPr lang="zh-CN" altLang="en-US" sz="2000" dirty="0">
                    <a:solidFill>
                      <a:srgbClr val="1A44A1"/>
                    </a:solidFill>
                    <a:latin typeface="Times New Roman" panose="02020603050405020304" pitchFamily="18" charset="0"/>
                  </a:rPr>
                  <a:t>，各杆重不计，重物的重量为</a:t>
                </a:r>
                <a:r>
                  <a:rPr lang="en-US" altLang="zh-CN" sz="2000" dirty="0">
                    <a:solidFill>
                      <a:srgbClr val="1A44A1"/>
                    </a:solidFill>
                    <a:latin typeface="Times New Roman" panose="02020603050405020304" pitchFamily="18" charset="0"/>
                  </a:rPr>
                  <a:t>W</a:t>
                </a:r>
                <a:r>
                  <a:rPr lang="zh-CN" altLang="en-US" sz="2000" dirty="0">
                    <a:solidFill>
                      <a:srgbClr val="1A44A1"/>
                    </a:solidFill>
                    <a:latin typeface="Times New Roman" panose="02020603050405020304" pitchFamily="18" charset="0"/>
                  </a:rPr>
                  <a:t>。试用虚位移原理求杆</a:t>
                </a:r>
                <a:r>
                  <a:rPr lang="en-US" altLang="zh-CN" sz="2000" dirty="0">
                    <a:solidFill>
                      <a:srgbClr val="1A44A1"/>
                    </a:solidFill>
                    <a:latin typeface="Times New Roman" panose="02020603050405020304" pitchFamily="18" charset="0"/>
                  </a:rPr>
                  <a:t>AB</a:t>
                </a:r>
                <a:r>
                  <a:rPr lang="zh-CN" altLang="en-US" sz="2000" dirty="0">
                    <a:solidFill>
                      <a:srgbClr val="1A44A1"/>
                    </a:solidFill>
                    <a:latin typeface="Times New Roman" panose="02020603050405020304" pitchFamily="18" charset="0"/>
                  </a:rPr>
                  <a:t>的内力。</a:t>
                </a:r>
                <a:endParaRPr lang="zh-CN" altLang="zh-CN" sz="2000" dirty="0">
                  <a:solidFill>
                    <a:srgbClr val="1A44A1"/>
                  </a:solidFill>
                  <a:latin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xmlns="" xmlns:a14="http://schemas.microsoft.com/office/drawing/2010/main" id="{FAC07C7F-0DB0-2438-AEF0-EB289AD157CF}"/>
                  </a:ext>
                </a:extLst>
              </p:cNvPr>
              <p:cNvSpPr txBox="1">
                <a:spLocks noRot="1" noChangeAspect="1" noMove="1" noResize="1" noEditPoints="1" noAdjustHandles="1" noChangeArrowheads="1" noChangeShapeType="1" noTextEdit="1"/>
              </p:cNvSpPr>
              <p:nvPr/>
            </p:nvSpPr>
            <p:spPr>
              <a:xfrm>
                <a:off x="251520" y="593781"/>
                <a:ext cx="5544616" cy="1200329"/>
              </a:xfrm>
              <a:prstGeom prst="rect">
                <a:avLst/>
              </a:prstGeom>
              <a:blipFill rotWithShape="1">
                <a:blip r:embed="rId3"/>
                <a:stretch>
                  <a:fillRect l="-1099" t="-1523" r="-1099" b="-5584"/>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47474A53-A432-2C41-405E-E78B143BF88A}"/>
              </a:ext>
            </a:extLst>
          </p:cNvPr>
          <p:cNvSpPr txBox="1"/>
          <p:nvPr/>
        </p:nvSpPr>
        <p:spPr>
          <a:xfrm>
            <a:off x="251520" y="1924408"/>
            <a:ext cx="4600140" cy="1200329"/>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解：</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系统</a:t>
            </a:r>
            <a:r>
              <a:rPr lang="en-US" altLang="zh-CN" sz="2000" dirty="0">
                <a:solidFill>
                  <a:srgbClr val="1A44A1"/>
                </a:solidFill>
                <a:latin typeface="Times New Roman" panose="02020603050405020304" pitchFamily="18" charset="0"/>
              </a:rPr>
              <a:t>]</a:t>
            </a:r>
            <a:r>
              <a:rPr lang="zh-CN" altLang="en-US" sz="2000" dirty="0">
                <a:solidFill>
                  <a:srgbClr val="1A44A1"/>
                </a:solidFill>
                <a:latin typeface="Times New Roman" panose="02020603050405020304" pitchFamily="18" charset="0"/>
              </a:rPr>
              <a:t>解除</a:t>
            </a:r>
            <a:r>
              <a:rPr lang="en-GB" altLang="zh-CN" sz="2000" dirty="0">
                <a:solidFill>
                  <a:srgbClr val="1A44A1"/>
                </a:solidFill>
                <a:latin typeface="Times New Roman" panose="02020603050405020304" pitchFamily="18" charset="0"/>
              </a:rPr>
              <a:t>AB</a:t>
            </a:r>
            <a:r>
              <a:rPr lang="zh-CN" altLang="en-US" sz="2000" dirty="0">
                <a:solidFill>
                  <a:srgbClr val="1A44A1"/>
                </a:solidFill>
                <a:latin typeface="Times New Roman" panose="02020603050405020304" pitchFamily="18" charset="0"/>
              </a:rPr>
              <a:t>杆，用反力</a:t>
            </a:r>
            <a:r>
              <a:rPr lang="en-US" altLang="zh-CN" sz="2000" b="1" i="1" dirty="0">
                <a:solidFill>
                  <a:srgbClr val="1A44A1"/>
                </a:solidFill>
                <a:latin typeface="Times New Roman" panose="02020603050405020304" pitchFamily="18" charset="0"/>
              </a:rPr>
              <a:t>F</a:t>
            </a:r>
            <a:r>
              <a:rPr lang="en-US" altLang="zh-CN" sz="2000" baseline="-25000" dirty="0">
                <a:solidFill>
                  <a:srgbClr val="1A44A1"/>
                </a:solidFill>
                <a:latin typeface="Times New Roman" panose="02020603050405020304" pitchFamily="18" charset="0"/>
              </a:rPr>
              <a:t>A </a:t>
            </a:r>
            <a:r>
              <a:rPr lang="zh-CN" altLang="en-US" sz="2000" baseline="-25000" dirty="0">
                <a:solidFill>
                  <a:srgbClr val="1A44A1"/>
                </a:solidFill>
                <a:latin typeface="Times New Roman" panose="02020603050405020304" pitchFamily="18" charset="0"/>
              </a:rPr>
              <a:t>、</a:t>
            </a:r>
            <a:r>
              <a:rPr lang="en-US" altLang="zh-CN" sz="2000" b="1" i="1" dirty="0">
                <a:solidFill>
                  <a:srgbClr val="1A44A1"/>
                </a:solidFill>
                <a:latin typeface="Times New Roman" panose="02020603050405020304" pitchFamily="18" charset="0"/>
              </a:rPr>
              <a:t>F</a:t>
            </a:r>
            <a:r>
              <a:rPr lang="en-US" altLang="zh-CN" sz="2000" baseline="-25000" dirty="0">
                <a:solidFill>
                  <a:srgbClr val="1A44A1"/>
                </a:solidFill>
                <a:latin typeface="Times New Roman" panose="02020603050405020304" pitchFamily="18" charset="0"/>
              </a:rPr>
              <a:t>B</a:t>
            </a:r>
            <a:r>
              <a:rPr lang="zh-CN" altLang="en-US" sz="2000" dirty="0">
                <a:solidFill>
                  <a:srgbClr val="1A44A1"/>
                </a:solidFill>
                <a:latin typeface="Times New Roman" panose="02020603050405020304" pitchFamily="18" charset="0"/>
              </a:rPr>
              <a:t>代替，并视为主动载荷，如图所示。建立直角坐标系，此时</a:t>
            </a:r>
            <a:endParaRPr lang="zh-CN" altLang="zh-CN" sz="2000" dirty="0">
              <a:solidFill>
                <a:srgbClr val="1A44A1"/>
              </a:solidFill>
              <a:latin typeface="Times New Roman" panose="02020603050405020304" pitchFamily="18" charset="0"/>
            </a:endParaRPr>
          </a:p>
        </p:txBody>
      </p:sp>
      <p:sp>
        <p:nvSpPr>
          <p:cNvPr id="14" name="文本框 13">
            <a:extLst>
              <a:ext uri="{FF2B5EF4-FFF2-40B4-BE49-F238E27FC236}">
                <a16:creationId xmlns:a16="http://schemas.microsoft.com/office/drawing/2014/main" id="{D4E35935-5A28-35D5-4327-124EDE1E8202}"/>
              </a:ext>
            </a:extLst>
          </p:cNvPr>
          <p:cNvSpPr txBox="1"/>
          <p:nvPr/>
        </p:nvSpPr>
        <p:spPr>
          <a:xfrm>
            <a:off x="269156" y="4921642"/>
            <a:ext cx="4600140" cy="426335"/>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代入虚功方程：</a:t>
            </a:r>
            <a:endParaRPr lang="zh-CN" altLang="zh-CN" sz="2000" dirty="0">
              <a:solidFill>
                <a:srgbClr val="1A44A1"/>
              </a:solidFill>
              <a:latin typeface="Times New Roman" panose="02020603050405020304" pitchFamily="18" charset="0"/>
            </a:endParaRPr>
          </a:p>
        </p:txBody>
      </p:sp>
      <p:sp>
        <p:nvSpPr>
          <p:cNvPr id="16" name="文本框 15">
            <a:extLst>
              <a:ext uri="{FF2B5EF4-FFF2-40B4-BE49-F238E27FC236}">
                <a16:creationId xmlns:a16="http://schemas.microsoft.com/office/drawing/2014/main" id="{F6DDAFFC-1E67-1EA5-7C42-023703AC4FA5}"/>
              </a:ext>
            </a:extLst>
          </p:cNvPr>
          <p:cNvSpPr txBox="1"/>
          <p:nvPr/>
        </p:nvSpPr>
        <p:spPr>
          <a:xfrm>
            <a:off x="298450" y="5671079"/>
            <a:ext cx="4600140" cy="426335"/>
          </a:xfrm>
          <a:prstGeom prst="rect">
            <a:avLst/>
          </a:prstGeom>
          <a:noFill/>
        </p:spPr>
        <p:txBody>
          <a:bodyPr wrap="square" rtlCol="0">
            <a:spAutoFit/>
          </a:bodyPr>
          <a:lstStyle/>
          <a:p>
            <a:pPr>
              <a:lnSpc>
                <a:spcPct val="120000"/>
              </a:lnSpc>
            </a:pPr>
            <a:r>
              <a:rPr lang="zh-CN" altLang="en-US" sz="2000" dirty="0">
                <a:solidFill>
                  <a:srgbClr val="1A44A1"/>
                </a:solidFill>
                <a:latin typeface="Times New Roman" panose="02020603050405020304" pitchFamily="18" charset="0"/>
              </a:rPr>
              <a:t>解得：</a:t>
            </a:r>
            <a:endParaRPr lang="zh-CN" altLang="zh-CN" sz="2000" dirty="0">
              <a:solidFill>
                <a:srgbClr val="1A44A1"/>
              </a:solidFill>
              <a:latin typeface="Times New Roman" panose="02020603050405020304" pitchFamily="18" charset="0"/>
            </a:endParaRPr>
          </a:p>
        </p:txBody>
      </p:sp>
      <p:graphicFrame>
        <p:nvGraphicFramePr>
          <p:cNvPr id="17" name="对象 16">
            <a:extLst>
              <a:ext uri="{FF2B5EF4-FFF2-40B4-BE49-F238E27FC236}">
                <a16:creationId xmlns:a16="http://schemas.microsoft.com/office/drawing/2014/main" id="{CF480FDE-9C16-10DB-BA5D-8510ACE75135}"/>
              </a:ext>
            </a:extLst>
          </p:cNvPr>
          <p:cNvGraphicFramePr>
            <a:graphicFrameLocks noChangeAspect="1"/>
          </p:cNvGraphicFramePr>
          <p:nvPr>
            <p:extLst>
              <p:ext uri="{D42A27DB-BD31-4B8C-83A1-F6EECF244321}">
                <p14:modId xmlns:p14="http://schemas.microsoft.com/office/powerpoint/2010/main" val="36626361"/>
              </p:ext>
            </p:extLst>
          </p:nvPr>
        </p:nvGraphicFramePr>
        <p:xfrm>
          <a:off x="2044700" y="5529263"/>
          <a:ext cx="1846263" cy="803275"/>
        </p:xfrm>
        <a:graphic>
          <a:graphicData uri="http://schemas.openxmlformats.org/presentationml/2006/ole">
            <mc:AlternateContent xmlns:mc="http://schemas.openxmlformats.org/markup-compatibility/2006">
              <mc:Choice xmlns:v="urn:schemas-microsoft-com:vml" Requires="v">
                <p:oleObj name="Equation" r:id="rId4" imgW="812520" imgH="355320" progId="Equation.DSMT4">
                  <p:embed/>
                </p:oleObj>
              </mc:Choice>
              <mc:Fallback>
                <p:oleObj name="Equation" r:id="rId4" imgW="812520" imgH="355320" progId="Equation.DSMT4">
                  <p:embed/>
                  <p:pic>
                    <p:nvPicPr>
                      <p:cNvPr id="0" name=""/>
                      <p:cNvPicPr/>
                      <p:nvPr/>
                    </p:nvPicPr>
                    <p:blipFill>
                      <a:blip r:embed="rId5"/>
                      <a:stretch>
                        <a:fillRect/>
                      </a:stretch>
                    </p:blipFill>
                    <p:spPr>
                      <a:xfrm>
                        <a:off x="2044700" y="5529263"/>
                        <a:ext cx="1846263" cy="803275"/>
                      </a:xfrm>
                      <a:prstGeom prst="rect">
                        <a:avLst/>
                      </a:prstGeom>
                    </p:spPr>
                  </p:pic>
                </p:oleObj>
              </mc:Fallback>
            </mc:AlternateContent>
          </a:graphicData>
        </a:graphic>
      </p:graphicFrame>
      <p:pic>
        <p:nvPicPr>
          <p:cNvPr id="11" name="图片 10">
            <a:extLst>
              <a:ext uri="{FF2B5EF4-FFF2-40B4-BE49-F238E27FC236}">
                <a16:creationId xmlns:a16="http://schemas.microsoft.com/office/drawing/2014/main" id="{E6E1B40A-ACEB-6356-38F7-CDCCC645E7DF}"/>
              </a:ext>
            </a:extLst>
          </p:cNvPr>
          <p:cNvPicPr>
            <a:picLocks noChangeAspect="1"/>
          </p:cNvPicPr>
          <p:nvPr/>
        </p:nvPicPr>
        <p:blipFill>
          <a:blip r:embed="rId6">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372200" y="3553642"/>
            <a:ext cx="2271362" cy="2555280"/>
          </a:xfrm>
          <a:prstGeom prst="rect">
            <a:avLst/>
          </a:prstGeom>
        </p:spPr>
      </p:pic>
      <p:pic>
        <p:nvPicPr>
          <p:cNvPr id="12" name="图片 11">
            <a:extLst>
              <a:ext uri="{FF2B5EF4-FFF2-40B4-BE49-F238E27FC236}">
                <a16:creationId xmlns:a16="http://schemas.microsoft.com/office/drawing/2014/main" id="{E3B22347-A7DE-7AAC-81A5-442A26B3AC5A}"/>
              </a:ext>
            </a:extLst>
          </p:cNvPr>
          <p:cNvPicPr>
            <a:picLocks noChangeAspect="1"/>
          </p:cNvPicPr>
          <p:nvPr/>
        </p:nvPicPr>
        <p:blipFill>
          <a:blip r:embed="rId7" cstate="print">
            <a:duotone>
              <a:schemeClr val="accent1">
                <a:shade val="45000"/>
                <a:satMod val="135000"/>
              </a:schemeClr>
              <a:prstClr val="white"/>
            </a:duotone>
          </a:blip>
          <a:stretch>
            <a:fillRect/>
          </a:stretch>
        </p:blipFill>
        <p:spPr>
          <a:xfrm>
            <a:off x="6804248" y="767383"/>
            <a:ext cx="1728192" cy="2059063"/>
          </a:xfrm>
          <a:prstGeom prst="rect">
            <a:avLst/>
          </a:prstGeom>
          <a:noFill/>
          <a:ln w="9525">
            <a:noFill/>
          </a:ln>
        </p:spPr>
      </p:pic>
      <p:grpSp>
        <p:nvGrpSpPr>
          <p:cNvPr id="5" name="组合 4">
            <a:extLst>
              <a:ext uri="{FF2B5EF4-FFF2-40B4-BE49-F238E27FC236}">
                <a16:creationId xmlns:a16="http://schemas.microsoft.com/office/drawing/2014/main" id="{44F49459-4A1E-8470-629E-C81098C7D656}"/>
              </a:ext>
            </a:extLst>
          </p:cNvPr>
          <p:cNvGrpSpPr/>
          <p:nvPr/>
        </p:nvGrpSpPr>
        <p:grpSpPr>
          <a:xfrm>
            <a:off x="298450" y="3161530"/>
            <a:ext cx="4811713" cy="1618301"/>
            <a:chOff x="298450" y="3161530"/>
            <a:chExt cx="4811713" cy="1618301"/>
          </a:xfrm>
        </p:grpSpPr>
        <p:graphicFrame>
          <p:nvGraphicFramePr>
            <p:cNvPr id="15" name="对象 14">
              <a:extLst>
                <a:ext uri="{FF2B5EF4-FFF2-40B4-BE49-F238E27FC236}">
                  <a16:creationId xmlns:a16="http://schemas.microsoft.com/office/drawing/2014/main" id="{95BFBA90-8041-E16C-DD1A-57C0B585EBD2}"/>
                </a:ext>
              </a:extLst>
            </p:cNvPr>
            <p:cNvGraphicFramePr>
              <a:graphicFrameLocks noChangeAspect="1"/>
            </p:cNvGraphicFramePr>
            <p:nvPr>
              <p:extLst>
                <p:ext uri="{D42A27DB-BD31-4B8C-83A1-F6EECF244321}">
                  <p14:modId xmlns:p14="http://schemas.microsoft.com/office/powerpoint/2010/main" val="1134985692"/>
                </p:ext>
              </p:extLst>
            </p:nvPr>
          </p:nvGraphicFramePr>
          <p:xfrm>
            <a:off x="356196" y="3161530"/>
            <a:ext cx="1503363" cy="430212"/>
          </p:xfrm>
          <a:graphic>
            <a:graphicData uri="http://schemas.openxmlformats.org/presentationml/2006/ole">
              <mc:AlternateContent xmlns:mc="http://schemas.openxmlformats.org/markup-compatibility/2006">
                <mc:Choice xmlns:v="urn:schemas-microsoft-com:vml" Requires="v">
                  <p:oleObj name="Equation" r:id="rId8" imgW="660240" imgH="190440" progId="Equation.DSMT4">
                    <p:embed/>
                  </p:oleObj>
                </mc:Choice>
                <mc:Fallback>
                  <p:oleObj name="Equation" r:id="rId8" imgW="660240" imgH="190440" progId="Equation.DSMT4">
                    <p:embed/>
                    <p:pic>
                      <p:nvPicPr>
                        <p:cNvPr id="0" name=""/>
                        <p:cNvPicPr/>
                        <p:nvPr/>
                      </p:nvPicPr>
                      <p:blipFill>
                        <a:blip r:embed="rId9"/>
                        <a:stretch>
                          <a:fillRect/>
                        </a:stretch>
                      </p:blipFill>
                      <p:spPr>
                        <a:xfrm>
                          <a:off x="356196" y="3161530"/>
                          <a:ext cx="1503363" cy="430212"/>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EB50045D-2708-37A6-203C-4E6EC284E11A}"/>
                </a:ext>
              </a:extLst>
            </p:cNvPr>
            <p:cNvGraphicFramePr>
              <a:graphicFrameLocks noChangeAspect="1"/>
            </p:cNvGraphicFramePr>
            <p:nvPr>
              <p:extLst>
                <p:ext uri="{D42A27DB-BD31-4B8C-83A1-F6EECF244321}">
                  <p14:modId xmlns:p14="http://schemas.microsoft.com/office/powerpoint/2010/main" val="3445478342"/>
                </p:ext>
              </p:extLst>
            </p:nvPr>
          </p:nvGraphicFramePr>
          <p:xfrm>
            <a:off x="298450" y="3719513"/>
            <a:ext cx="1647825" cy="430212"/>
          </p:xfrm>
          <a:graphic>
            <a:graphicData uri="http://schemas.openxmlformats.org/presentationml/2006/ole">
              <mc:AlternateContent xmlns:mc="http://schemas.openxmlformats.org/markup-compatibility/2006">
                <mc:Choice xmlns:v="urn:schemas-microsoft-com:vml" Requires="v">
                  <p:oleObj name="Equation" r:id="rId10" imgW="723600" imgH="190440" progId="Equation.DSMT4">
                    <p:embed/>
                  </p:oleObj>
                </mc:Choice>
                <mc:Fallback>
                  <p:oleObj name="Equation" r:id="rId10" imgW="723600" imgH="190440" progId="Equation.DSMT4">
                    <p:embed/>
                    <p:pic>
                      <p:nvPicPr>
                        <p:cNvPr id="0" name=""/>
                        <p:cNvPicPr/>
                        <p:nvPr/>
                      </p:nvPicPr>
                      <p:blipFill>
                        <a:blip r:embed="rId11"/>
                        <a:stretch>
                          <a:fillRect/>
                        </a:stretch>
                      </p:blipFill>
                      <p:spPr>
                        <a:xfrm>
                          <a:off x="298450" y="3719513"/>
                          <a:ext cx="1647825" cy="430212"/>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CA055BC0-9FEC-5DBD-0A7C-713D4114F47A}"/>
                </a:ext>
              </a:extLst>
            </p:cNvPr>
            <p:cNvGraphicFramePr>
              <a:graphicFrameLocks noChangeAspect="1"/>
            </p:cNvGraphicFramePr>
            <p:nvPr>
              <p:extLst>
                <p:ext uri="{D42A27DB-BD31-4B8C-83A1-F6EECF244321}">
                  <p14:modId xmlns:p14="http://schemas.microsoft.com/office/powerpoint/2010/main" val="1285302364"/>
                </p:ext>
              </p:extLst>
            </p:nvPr>
          </p:nvGraphicFramePr>
          <p:xfrm>
            <a:off x="308870" y="4349618"/>
            <a:ext cx="1647825" cy="430213"/>
          </p:xfrm>
          <a:graphic>
            <a:graphicData uri="http://schemas.openxmlformats.org/presentationml/2006/ole">
              <mc:AlternateContent xmlns:mc="http://schemas.openxmlformats.org/markup-compatibility/2006">
                <mc:Choice xmlns:v="urn:schemas-microsoft-com:vml" Requires="v">
                  <p:oleObj name="Equation" r:id="rId12" imgW="723600" imgH="190440" progId="Equation.DSMT4">
                    <p:embed/>
                  </p:oleObj>
                </mc:Choice>
                <mc:Fallback>
                  <p:oleObj name="Equation" r:id="rId12" imgW="723600" imgH="190440" progId="Equation.DSMT4">
                    <p:embed/>
                    <p:pic>
                      <p:nvPicPr>
                        <p:cNvPr id="0" name=""/>
                        <p:cNvPicPr/>
                        <p:nvPr/>
                      </p:nvPicPr>
                      <p:blipFill>
                        <a:blip r:embed="rId13"/>
                        <a:stretch>
                          <a:fillRect/>
                        </a:stretch>
                      </p:blipFill>
                      <p:spPr>
                        <a:xfrm>
                          <a:off x="308870" y="4349618"/>
                          <a:ext cx="1647825" cy="430213"/>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67CBFE72-BF00-B3F3-BD02-CFA86074885A}"/>
                </a:ext>
              </a:extLst>
            </p:cNvPr>
            <p:cNvGraphicFramePr>
              <a:graphicFrameLocks noChangeAspect="1"/>
            </p:cNvGraphicFramePr>
            <p:nvPr>
              <p:extLst>
                <p:ext uri="{D42A27DB-BD31-4B8C-83A1-F6EECF244321}">
                  <p14:modId xmlns:p14="http://schemas.microsoft.com/office/powerpoint/2010/main" val="237779656"/>
                </p:ext>
              </p:extLst>
            </p:nvPr>
          </p:nvGraphicFramePr>
          <p:xfrm>
            <a:off x="3023828" y="3161530"/>
            <a:ext cx="2081213" cy="430213"/>
          </p:xfrm>
          <a:graphic>
            <a:graphicData uri="http://schemas.openxmlformats.org/presentationml/2006/ole">
              <mc:AlternateContent xmlns:mc="http://schemas.openxmlformats.org/markup-compatibility/2006">
                <mc:Choice xmlns:v="urn:schemas-microsoft-com:vml" Requires="v">
                  <p:oleObj name="Equation" r:id="rId14" imgW="914400" imgH="190440" progId="Equation.DSMT4">
                    <p:embed/>
                  </p:oleObj>
                </mc:Choice>
                <mc:Fallback>
                  <p:oleObj name="Equation" r:id="rId14" imgW="914400" imgH="190440" progId="Equation.DSMT4">
                    <p:embed/>
                    <p:pic>
                      <p:nvPicPr>
                        <p:cNvPr id="0" name=""/>
                        <p:cNvPicPr/>
                        <p:nvPr/>
                      </p:nvPicPr>
                      <p:blipFill>
                        <a:blip r:embed="rId15"/>
                        <a:stretch>
                          <a:fillRect/>
                        </a:stretch>
                      </p:blipFill>
                      <p:spPr>
                        <a:xfrm>
                          <a:off x="3023828" y="3161530"/>
                          <a:ext cx="2081213" cy="430213"/>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EBBC7D97-AFC1-FA2D-C5D5-9DEAFDD91F0E}"/>
                </a:ext>
              </a:extLst>
            </p:cNvPr>
            <p:cNvGraphicFramePr>
              <a:graphicFrameLocks noChangeAspect="1"/>
            </p:cNvGraphicFramePr>
            <p:nvPr>
              <p:extLst>
                <p:ext uri="{D42A27DB-BD31-4B8C-83A1-F6EECF244321}">
                  <p14:modId xmlns:p14="http://schemas.microsoft.com/office/powerpoint/2010/main" val="813097813"/>
                </p:ext>
              </p:extLst>
            </p:nvPr>
          </p:nvGraphicFramePr>
          <p:xfrm>
            <a:off x="3201988" y="3730625"/>
            <a:ext cx="1908175" cy="430213"/>
          </p:xfrm>
          <a:graphic>
            <a:graphicData uri="http://schemas.openxmlformats.org/presentationml/2006/ole">
              <mc:AlternateContent xmlns:mc="http://schemas.openxmlformats.org/markup-compatibility/2006">
                <mc:Choice xmlns:v="urn:schemas-microsoft-com:vml" Requires="v">
                  <p:oleObj name="Equation" r:id="rId16" imgW="838080" imgH="190440" progId="Equation.DSMT4">
                    <p:embed/>
                  </p:oleObj>
                </mc:Choice>
                <mc:Fallback>
                  <p:oleObj name="Equation" r:id="rId16" imgW="838080" imgH="190440" progId="Equation.DSMT4">
                    <p:embed/>
                    <p:pic>
                      <p:nvPicPr>
                        <p:cNvPr id="0" name=""/>
                        <p:cNvPicPr/>
                        <p:nvPr/>
                      </p:nvPicPr>
                      <p:blipFill>
                        <a:blip r:embed="rId17"/>
                        <a:stretch>
                          <a:fillRect/>
                        </a:stretch>
                      </p:blipFill>
                      <p:spPr>
                        <a:xfrm>
                          <a:off x="3201988" y="3730625"/>
                          <a:ext cx="1908175" cy="430213"/>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66505452-5C0C-8FEB-D391-6526D871F529}"/>
                </a:ext>
              </a:extLst>
            </p:cNvPr>
            <p:cNvGraphicFramePr>
              <a:graphicFrameLocks noChangeAspect="1"/>
            </p:cNvGraphicFramePr>
            <p:nvPr>
              <p:extLst>
                <p:ext uri="{D42A27DB-BD31-4B8C-83A1-F6EECF244321}">
                  <p14:modId xmlns:p14="http://schemas.microsoft.com/office/powerpoint/2010/main" val="3726080747"/>
                </p:ext>
              </p:extLst>
            </p:nvPr>
          </p:nvGraphicFramePr>
          <p:xfrm>
            <a:off x="2966679" y="4299720"/>
            <a:ext cx="2138362" cy="430213"/>
          </p:xfrm>
          <a:graphic>
            <a:graphicData uri="http://schemas.openxmlformats.org/presentationml/2006/ole">
              <mc:AlternateContent xmlns:mc="http://schemas.openxmlformats.org/markup-compatibility/2006">
                <mc:Choice xmlns:v="urn:schemas-microsoft-com:vml" Requires="v">
                  <p:oleObj name="Equation" r:id="rId18" imgW="939600" imgH="190440" progId="Equation.DSMT4">
                    <p:embed/>
                  </p:oleObj>
                </mc:Choice>
                <mc:Fallback>
                  <p:oleObj name="Equation" r:id="rId18" imgW="939600" imgH="190440" progId="Equation.DSMT4">
                    <p:embed/>
                    <p:pic>
                      <p:nvPicPr>
                        <p:cNvPr id="0" name=""/>
                        <p:cNvPicPr/>
                        <p:nvPr/>
                      </p:nvPicPr>
                      <p:blipFill>
                        <a:blip r:embed="rId19"/>
                        <a:stretch>
                          <a:fillRect/>
                        </a:stretch>
                      </p:blipFill>
                      <p:spPr>
                        <a:xfrm>
                          <a:off x="2966679" y="4299720"/>
                          <a:ext cx="2138362" cy="430213"/>
                        </a:xfrm>
                        <a:prstGeom prst="rect">
                          <a:avLst/>
                        </a:prstGeom>
                      </p:spPr>
                    </p:pic>
                  </p:oleObj>
                </mc:Fallback>
              </mc:AlternateContent>
            </a:graphicData>
          </a:graphic>
        </p:graphicFrame>
      </p:grpSp>
      <p:graphicFrame>
        <p:nvGraphicFramePr>
          <p:cNvPr id="25" name="对象 24">
            <a:extLst>
              <a:ext uri="{FF2B5EF4-FFF2-40B4-BE49-F238E27FC236}">
                <a16:creationId xmlns:a16="http://schemas.microsoft.com/office/drawing/2014/main" id="{D30D10EE-9CD8-F17A-B4FB-79932AFBC3F1}"/>
              </a:ext>
            </a:extLst>
          </p:cNvPr>
          <p:cNvGraphicFramePr>
            <a:graphicFrameLocks noChangeAspect="1"/>
          </p:cNvGraphicFramePr>
          <p:nvPr>
            <p:extLst>
              <p:ext uri="{D42A27DB-BD31-4B8C-83A1-F6EECF244321}">
                <p14:modId xmlns:p14="http://schemas.microsoft.com/office/powerpoint/2010/main" val="1122427153"/>
              </p:ext>
            </p:extLst>
          </p:nvPr>
        </p:nvGraphicFramePr>
        <p:xfrm>
          <a:off x="2339975" y="4957763"/>
          <a:ext cx="3497263" cy="430212"/>
        </p:xfrm>
        <a:graphic>
          <a:graphicData uri="http://schemas.openxmlformats.org/presentationml/2006/ole">
            <mc:AlternateContent xmlns:mc="http://schemas.openxmlformats.org/markup-compatibility/2006">
              <mc:Choice xmlns:v="urn:schemas-microsoft-com:vml" Requires="v">
                <p:oleObj name="Equation" r:id="rId20" imgW="1536480" imgH="190440" progId="Equation.DSMT4">
                  <p:embed/>
                </p:oleObj>
              </mc:Choice>
              <mc:Fallback>
                <p:oleObj name="Equation" r:id="rId20" imgW="1536480" imgH="190440" progId="Equation.DSMT4">
                  <p:embed/>
                  <p:pic>
                    <p:nvPicPr>
                      <p:cNvPr id="0" name=""/>
                      <p:cNvPicPr/>
                      <p:nvPr/>
                    </p:nvPicPr>
                    <p:blipFill>
                      <a:blip r:embed="rId21"/>
                      <a:stretch>
                        <a:fillRect/>
                      </a:stretch>
                    </p:blipFill>
                    <p:spPr>
                      <a:xfrm>
                        <a:off x="2339975" y="4957763"/>
                        <a:ext cx="3497263" cy="430212"/>
                      </a:xfrm>
                      <a:prstGeom prst="rect">
                        <a:avLst/>
                      </a:prstGeom>
                    </p:spPr>
                  </p:pic>
                </p:oleObj>
              </mc:Fallback>
            </mc:AlternateContent>
          </a:graphicData>
        </a:graphic>
      </p:graphicFrame>
    </p:spTree>
    <p:extLst>
      <p:ext uri="{BB962C8B-B14F-4D97-AF65-F5344CB8AC3E}">
        <p14:creationId xmlns:p14="http://schemas.microsoft.com/office/powerpoint/2010/main" val="4191184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4" grpId="0"/>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9">
            <a:extLst>
              <a:ext uri="{FF2B5EF4-FFF2-40B4-BE49-F238E27FC236}">
                <a16:creationId xmlns:a16="http://schemas.microsoft.com/office/drawing/2014/main" id="{EBA71A7A-8526-4FBF-90D4-818BAFB1D114}"/>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CC1059E-8C96-4089-A13D-0F09E4260847}" type="slidenum">
              <a:rPr lang="zh-CN" altLang="en-US" smtClean="0">
                <a:solidFill>
                  <a:srgbClr val="898989"/>
                </a:solidFill>
              </a:rPr>
              <a:pPr/>
              <a:t>24</a:t>
            </a:fld>
            <a:endParaRPr lang="zh-CN" altLang="en-US">
              <a:solidFill>
                <a:srgbClr val="898989"/>
              </a:solidFill>
            </a:endParaRPr>
          </a:p>
        </p:txBody>
      </p:sp>
      <p:sp>
        <p:nvSpPr>
          <p:cNvPr id="45059" name="Rectangle 37">
            <a:extLst>
              <a:ext uri="{FF2B5EF4-FFF2-40B4-BE49-F238E27FC236}">
                <a16:creationId xmlns:a16="http://schemas.microsoft.com/office/drawing/2014/main" id="{26F648A0-1923-4B1F-BA9A-C9871A37E3E6}"/>
              </a:ext>
            </a:extLst>
          </p:cNvPr>
          <p:cNvSpPr>
            <a:spLocks noChangeArrowheads="1"/>
          </p:cNvSpPr>
          <p:nvPr/>
        </p:nvSpPr>
        <p:spPr bwMode="auto">
          <a:xfrm>
            <a:off x="35775" y="908720"/>
            <a:ext cx="9144000" cy="5432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solidFill>
                <a:srgbClr val="FFFFFF"/>
              </a:solidFill>
              <a:latin typeface="Calibri" panose="020F0502020204030204" pitchFamily="34" charset="0"/>
              <a:cs typeface="Calibri" panose="020F0502020204030204" pitchFamily="34" charset="0"/>
              <a:sym typeface="Calibri" panose="020F0502020204030204" pitchFamily="34" charset="0"/>
            </a:endParaRPr>
          </a:p>
        </p:txBody>
      </p:sp>
      <p:sp>
        <p:nvSpPr>
          <p:cNvPr id="6" name="矩形 5">
            <a:extLst>
              <a:ext uri="{FF2B5EF4-FFF2-40B4-BE49-F238E27FC236}">
                <a16:creationId xmlns:a16="http://schemas.microsoft.com/office/drawing/2014/main" id="{D0B570C7-967D-4676-97E8-1C971C660403}"/>
              </a:ext>
            </a:extLst>
          </p:cNvPr>
          <p:cNvSpPr/>
          <p:nvPr/>
        </p:nvSpPr>
        <p:spPr>
          <a:xfrm>
            <a:off x="1065" y="2924944"/>
            <a:ext cx="9216287" cy="1107996"/>
          </a:xfrm>
          <a:prstGeom prst="rect">
            <a:avLst/>
          </a:prstGeom>
          <a:noFill/>
        </p:spPr>
        <p:txBody>
          <a:bodyPr wrap="square">
            <a:spAutoFit/>
          </a:bodyPr>
          <a:lstStyle/>
          <a:p>
            <a:pPr algn="ctr" eaLnBrk="1" hangingPunct="1">
              <a:defRPr/>
            </a:pPr>
            <a:r>
              <a:rPr lang="zh-CN" altLang="en-US" sz="6600" b="1" dirty="0">
                <a:ln w="9525">
                  <a:solidFill>
                    <a:schemeClr val="bg1"/>
                  </a:solidFill>
                  <a:prstDash val="solid"/>
                </a:ln>
                <a:solidFill>
                  <a:srgbClr val="1A44A1"/>
                </a:solidFill>
                <a:effectLst>
                  <a:outerShdw blurRad="12700" dist="38100" dir="2700000" algn="tl" rotWithShape="0">
                    <a:schemeClr val="bg1">
                      <a:lumMod val="50000"/>
                    </a:schemeClr>
                  </a:outerShdw>
                </a:effectLst>
              </a:rPr>
              <a:t>谢谢大家</a:t>
            </a:r>
          </a:p>
        </p:txBody>
      </p:sp>
    </p:spTree>
  </p:cSld>
  <p:clrMapOvr>
    <a:masterClrMapping/>
  </p:clrMapOvr>
</p:sld>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1F497D"/>
      </a:dk2>
      <a:lt2>
        <a:srgbClr val="EEECE1"/>
      </a:lt2>
      <a:accent1>
        <a:srgbClr val="1D46A2"/>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22672</TotalTime>
  <Words>2374</Words>
  <Application>Microsoft Office PowerPoint</Application>
  <PresentationFormat>全屏显示(4:3)</PresentationFormat>
  <Paragraphs>298</Paragraphs>
  <Slides>24</Slides>
  <Notes>5</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2</vt:i4>
      </vt:variant>
      <vt:variant>
        <vt:lpstr>幻灯片标题</vt:lpstr>
      </vt:variant>
      <vt:variant>
        <vt:i4>24</vt:i4>
      </vt:variant>
    </vt:vector>
  </HeadingPairs>
  <TitlesOfParts>
    <vt:vector size="32" baseType="lpstr">
      <vt:lpstr>Arial</vt:lpstr>
      <vt:lpstr>Calibri</vt:lpstr>
      <vt:lpstr>Cambria Math</vt:lpstr>
      <vt:lpstr>Times New Roman</vt:lpstr>
      <vt:lpstr>Wingdings</vt:lpstr>
      <vt:lpstr>Office 主题</vt:lpstr>
      <vt:lpstr>Equation</vt:lpstr>
      <vt:lpstr>MathType 6.0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liang jiayu</cp:lastModifiedBy>
  <cp:revision>1063</cp:revision>
  <cp:lastPrinted>2018-11-30T07:29:33Z</cp:lastPrinted>
  <dcterms:created xsi:type="dcterms:W3CDTF">2014-05-18T07:25:32Z</dcterms:created>
  <dcterms:modified xsi:type="dcterms:W3CDTF">2023-02-19T12:43:43Z</dcterms:modified>
</cp:coreProperties>
</file>